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wdp" ContentType="image/vnd.ms-photo"/>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tags/tag1.xml" ContentType="application/vnd.openxmlformats-officedocument.presentationml.tags+xml"/>
  <Override PartName="/ppt/notesSlides/notesSlide5.xml" ContentType="application/vnd.openxmlformats-officedocument.presentationml.notesSlide+xml"/>
  <Override PartName="/ppt/tags/tag2.xml" ContentType="application/vnd.openxmlformats-officedocument.presentationml.tags+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tags/tag3.xml" ContentType="application/vnd.openxmlformats-officedocument.presentationml.tags+xml"/>
  <Override PartName="/ppt/notesSlides/notesSlide9.xml" ContentType="application/vnd.openxmlformats-officedocument.presentationml.notesSlide+xml"/>
  <Override PartName="/ppt/tags/tag4.xml" ContentType="application/vnd.openxmlformats-officedocument.presentationml.tags+xml"/>
  <Override PartName="/ppt/notesSlides/notesSlide10.xml" ContentType="application/vnd.openxmlformats-officedocument.presentationml.notesSlide+xml"/>
  <Override PartName="/ppt/tags/tag5.xml" ContentType="application/vnd.openxmlformats-officedocument.presentationml.tags+xml"/>
  <Override PartName="/ppt/notesSlides/notesSlide11.xml" ContentType="application/vnd.openxmlformats-officedocument.presentationml.notesSlide+xml"/>
  <Override PartName="/ppt/tags/tag6.xml" ContentType="application/vnd.openxmlformats-officedocument.presentationml.tags+xml"/>
  <Override PartName="/ppt/notesSlides/notesSlide12.xml" ContentType="application/vnd.openxmlformats-officedocument.presentationml.notesSlide+xml"/>
  <Override PartName="/ppt/tags/tag7.xml" ContentType="application/vnd.openxmlformats-officedocument.presentationml.tags+xml"/>
  <Override PartName="/ppt/notesSlides/notesSlide13.xml" ContentType="application/vnd.openxmlformats-officedocument.presentationml.notesSlide+xml"/>
  <Override PartName="/ppt/tags/tag8.xml" ContentType="application/vnd.openxmlformats-officedocument.presentationml.tags+xml"/>
  <Override PartName="/ppt/notesSlides/notesSlide14.xml" ContentType="application/vnd.openxmlformats-officedocument.presentationml.notesSlide+xml"/>
  <Override PartName="/ppt/tags/tag9.xml" ContentType="application/vnd.openxmlformats-officedocument.presentationml.tags+xml"/>
  <Override PartName="/ppt/notesSlides/notesSlide15.xml" ContentType="application/vnd.openxmlformats-officedocument.presentationml.notesSlide+xml"/>
  <Override PartName="/ppt/tags/tag10.xml" ContentType="application/vnd.openxmlformats-officedocument.presentationml.tags+xml"/>
  <Override PartName="/ppt/notesSlides/notesSlide16.xml" ContentType="application/vnd.openxmlformats-officedocument.presentationml.notesSlide+xml"/>
  <Override PartName="/ppt/tags/tag11.xml" ContentType="application/vnd.openxmlformats-officedocument.presentationml.tags+xml"/>
  <Override PartName="/ppt/notesSlides/notesSlide17.xml" ContentType="application/vnd.openxmlformats-officedocument.presentationml.notesSlide+xml"/>
  <Override PartName="/ppt/tags/tag12.xml" ContentType="application/vnd.openxmlformats-officedocument.presentationml.tags+xml"/>
  <Override PartName="/ppt/notesSlides/notesSlide18.xml" ContentType="application/vnd.openxmlformats-officedocument.presentationml.notesSlide+xml"/>
  <Override PartName="/ppt/tags/tag13.xml" ContentType="application/vnd.openxmlformats-officedocument.presentationml.tags+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tags/tag14.xml" ContentType="application/vnd.openxmlformats-officedocument.presentationml.tags+xml"/>
  <Override PartName="/ppt/notesSlides/notesSlide21.xml" ContentType="application/vnd.openxmlformats-officedocument.presentationml.notesSlide+xml"/>
  <Override PartName="/ppt/tags/tag15.xml" ContentType="application/vnd.openxmlformats-officedocument.presentationml.tags+xml"/>
  <Override PartName="/ppt/notesSlides/notesSlide22.xml" ContentType="application/vnd.openxmlformats-officedocument.presentationml.notesSlide+xml"/>
  <Override PartName="/ppt/tags/tag16.xml" ContentType="application/vnd.openxmlformats-officedocument.presentationml.tags+xml"/>
  <Override PartName="/ppt/notesSlides/notesSlide23.xml" ContentType="application/vnd.openxmlformats-officedocument.presentationml.notesSlide+xml"/>
  <Override PartName="/ppt/tags/tag17.xml" ContentType="application/vnd.openxmlformats-officedocument.presentationml.tags+xml"/>
  <Override PartName="/ppt/notesSlides/notesSlide24.xml" ContentType="application/vnd.openxmlformats-officedocument.presentationml.notesSlide+xml"/>
  <Override PartName="/ppt/tags/tag18.xml" ContentType="application/vnd.openxmlformats-officedocument.presentationml.tags+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tags/tag19.xml" ContentType="application/vnd.openxmlformats-officedocument.presentationml.tags+xml"/>
  <Override PartName="/ppt/notesSlides/notesSlide28.xml" ContentType="application/vnd.openxmlformats-officedocument.presentationml.notesSlide+xml"/>
  <Override PartName="/ppt/tags/tag20.xml" ContentType="application/vnd.openxmlformats-officedocument.presentationml.tags+xml"/>
  <Override PartName="/ppt/notesSlides/notesSlide29.xml" ContentType="application/vnd.openxmlformats-officedocument.presentationml.notesSlide+xml"/>
  <Override PartName="/ppt/tags/tag21.xml" ContentType="application/vnd.openxmlformats-officedocument.presentationml.tags+xml"/>
  <Override PartName="/ppt/notesSlides/notesSlide30.xml" ContentType="application/vnd.openxmlformats-officedocument.presentationml.notesSlide+xml"/>
  <Override PartName="/ppt/tags/tag22.xml" ContentType="application/vnd.openxmlformats-officedocument.presentationml.tags+xml"/>
  <Override PartName="/ppt/notesSlides/notesSlide31.xml" ContentType="application/vnd.openxmlformats-officedocument.presentationml.notesSlide+xml"/>
  <Override PartName="/ppt/tags/tag23.xml" ContentType="application/vnd.openxmlformats-officedocument.presentationml.tags+xml"/>
  <Override PartName="/ppt/notesSlides/notesSlide32.xml" ContentType="application/vnd.openxmlformats-officedocument.presentationml.notesSlide+xml"/>
  <Override PartName="/ppt/tags/tag24.xml" ContentType="application/vnd.openxmlformats-officedocument.presentationml.tags+xml"/>
  <Override PartName="/ppt/notesSlides/notesSlide33.xml" ContentType="application/vnd.openxmlformats-officedocument.presentationml.notesSlide+xml"/>
  <Override PartName="/ppt/tags/tag25.xml" ContentType="application/vnd.openxmlformats-officedocument.presentationml.tags+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tags/tag26.xml" ContentType="application/vnd.openxmlformats-officedocument.presentationml.tags+xml"/>
  <Override PartName="/ppt/notesSlides/notesSlide36.xml" ContentType="application/vnd.openxmlformats-officedocument.presentationml.notesSlide+xml"/>
  <Override PartName="/ppt/tags/tag27.xml" ContentType="application/vnd.openxmlformats-officedocument.presentationml.tags+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tags/tag28.xml" ContentType="application/vnd.openxmlformats-officedocument.presentationml.tags+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tags/tag29.xml" ContentType="application/vnd.openxmlformats-officedocument.presentationml.tags+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tags/tag30.xml" ContentType="application/vnd.openxmlformats-officedocument.presentationml.tags+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72" r:id="rId1"/>
  </p:sldMasterIdLst>
  <p:notesMasterIdLst>
    <p:notesMasterId r:id="rId81"/>
  </p:notesMasterIdLst>
  <p:handoutMasterIdLst>
    <p:handoutMasterId r:id="rId82"/>
  </p:handoutMasterIdLst>
  <p:sldIdLst>
    <p:sldId id="360" r:id="rId2"/>
    <p:sldId id="256" r:id="rId3"/>
    <p:sldId id="339" r:id="rId4"/>
    <p:sldId id="376" r:id="rId5"/>
    <p:sldId id="367" r:id="rId6"/>
    <p:sldId id="368" r:id="rId7"/>
    <p:sldId id="369" r:id="rId8"/>
    <p:sldId id="370" r:id="rId9"/>
    <p:sldId id="416" r:id="rId10"/>
    <p:sldId id="417" r:id="rId11"/>
    <p:sldId id="423" r:id="rId12"/>
    <p:sldId id="426" r:id="rId13"/>
    <p:sldId id="371" r:id="rId14"/>
    <p:sldId id="424" r:id="rId15"/>
    <p:sldId id="340" r:id="rId16"/>
    <p:sldId id="425" r:id="rId17"/>
    <p:sldId id="427" r:id="rId18"/>
    <p:sldId id="341" r:id="rId19"/>
    <p:sldId id="372" r:id="rId20"/>
    <p:sldId id="377" r:id="rId21"/>
    <p:sldId id="342" r:id="rId22"/>
    <p:sldId id="421" r:id="rId23"/>
    <p:sldId id="343" r:id="rId24"/>
    <p:sldId id="432" r:id="rId25"/>
    <p:sldId id="345" r:id="rId26"/>
    <p:sldId id="422" r:id="rId27"/>
    <p:sldId id="378" r:id="rId28"/>
    <p:sldId id="348" r:id="rId29"/>
    <p:sldId id="419" r:id="rId30"/>
    <p:sldId id="349" r:id="rId31"/>
    <p:sldId id="347" r:id="rId32"/>
    <p:sldId id="433" r:id="rId33"/>
    <p:sldId id="374" r:id="rId34"/>
    <p:sldId id="434" r:id="rId35"/>
    <p:sldId id="375" r:id="rId36"/>
    <p:sldId id="352" r:id="rId37"/>
    <p:sldId id="357" r:id="rId38"/>
    <p:sldId id="365" r:id="rId39"/>
    <p:sldId id="435" r:id="rId40"/>
    <p:sldId id="412" r:id="rId41"/>
    <p:sldId id="390" r:id="rId42"/>
    <p:sldId id="391" r:id="rId43"/>
    <p:sldId id="379" r:id="rId44"/>
    <p:sldId id="380" r:id="rId45"/>
    <p:sldId id="381" r:id="rId46"/>
    <p:sldId id="258" r:id="rId47"/>
    <p:sldId id="436" r:id="rId48"/>
    <p:sldId id="437" r:id="rId49"/>
    <p:sldId id="438" r:id="rId50"/>
    <p:sldId id="1036" r:id="rId51"/>
    <p:sldId id="1037" r:id="rId52"/>
    <p:sldId id="411" r:id="rId53"/>
    <p:sldId id="560" r:id="rId54"/>
    <p:sldId id="557" r:id="rId55"/>
    <p:sldId id="558" r:id="rId56"/>
    <p:sldId id="559" r:id="rId57"/>
    <p:sldId id="1038" r:id="rId58"/>
    <p:sldId id="584" r:id="rId59"/>
    <p:sldId id="1039" r:id="rId60"/>
    <p:sldId id="1040" r:id="rId61"/>
    <p:sldId id="585" r:id="rId62"/>
    <p:sldId id="1041" r:id="rId63"/>
    <p:sldId id="1042" r:id="rId64"/>
    <p:sldId id="586" r:id="rId65"/>
    <p:sldId id="588" r:id="rId66"/>
    <p:sldId id="589" r:id="rId67"/>
    <p:sldId id="590" r:id="rId68"/>
    <p:sldId id="591" r:id="rId69"/>
    <p:sldId id="587" r:id="rId70"/>
    <p:sldId id="1044" r:id="rId71"/>
    <p:sldId id="1045" r:id="rId72"/>
    <p:sldId id="553" r:id="rId73"/>
    <p:sldId id="556" r:id="rId74"/>
    <p:sldId id="555" r:id="rId75"/>
    <p:sldId id="1046" r:id="rId76"/>
    <p:sldId id="1048" r:id="rId77"/>
    <p:sldId id="1049" r:id="rId78"/>
    <p:sldId id="1047" r:id="rId79"/>
    <p:sldId id="1043" r:id="rId80"/>
  </p:sldIdLst>
  <p:sldSz cx="9144000" cy="6858000" type="screen4x3"/>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7FFF9"/>
    <a:srgbClr val="99FF99"/>
    <a:srgbClr val="FF00FF"/>
    <a:srgbClr val="07FF48"/>
    <a:srgbClr val="CC00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8645" autoAdjust="0"/>
  </p:normalViewPr>
  <p:slideViewPr>
    <p:cSldViewPr>
      <p:cViewPr varScale="1">
        <p:scale>
          <a:sx n="58" d="100"/>
          <a:sy n="58" d="100"/>
        </p:scale>
        <p:origin x="1520" y="28"/>
      </p:cViewPr>
      <p:guideLst>
        <p:guide orient="horz" pos="2160"/>
        <p:guide pos="2880"/>
      </p:guideLst>
    </p:cSldViewPr>
  </p:slideViewPr>
  <p:notesTextViewPr>
    <p:cViewPr>
      <p:scale>
        <a:sx n="1" d="1"/>
        <a:sy n="1" d="1"/>
      </p:scale>
      <p:origin x="0" y="0"/>
    </p:cViewPr>
  </p:notesTextViewPr>
  <p:sorterViewPr>
    <p:cViewPr>
      <p:scale>
        <a:sx n="100" d="100"/>
        <a:sy n="100" d="100"/>
      </p:scale>
      <p:origin x="0" y="0"/>
    </p:cViewPr>
  </p:sorterViewPr>
  <p:notesViewPr>
    <p:cSldViewPr>
      <p:cViewPr varScale="1">
        <p:scale>
          <a:sx n="66" d="100"/>
          <a:sy n="66" d="100"/>
        </p:scale>
        <p:origin x="-3187" y="-82"/>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viewProps" Target="viewProps.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notesMaster" Target="notesMasters/notesMaster1.xml"/><Relationship Id="rId86"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61" Type="http://schemas.openxmlformats.org/officeDocument/2006/relationships/slide" Target="slides/slide60.xml"/><Relationship Id="rId82"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831776E7-34B0-423B-A9C3-56EC4F3CB1BC}" type="datetimeFigureOut">
              <a:rPr lang="zh-CN" altLang="en-US" smtClean="0"/>
              <a:t>2026/3/30</a:t>
            </a:fld>
            <a:endParaRPr lang="zh-CN" altLang="en-US"/>
          </a:p>
        </p:txBody>
      </p:sp>
      <p:sp>
        <p:nvSpPr>
          <p:cNvPr id="4" name="页脚占位符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7BCDC180-44B9-404A-A936-588216D4E0EF}" type="slidenum">
              <a:rPr lang="zh-CN" altLang="en-US" smtClean="0"/>
              <a:t>‹#›</a:t>
            </a:fld>
            <a:endParaRPr lang="zh-CN" altLang="en-US"/>
          </a:p>
        </p:txBody>
      </p:sp>
    </p:spTree>
    <p:extLst>
      <p:ext uri="{BB962C8B-B14F-4D97-AF65-F5344CB8AC3E}">
        <p14:creationId xmlns:p14="http://schemas.microsoft.com/office/powerpoint/2010/main" val="739007647"/>
      </p:ext>
    </p:extLst>
  </p:cSld>
  <p:clrMap bg1="lt1" tx1="dk1" bg2="lt2" tx2="dk2" accent1="accent1" accent2="accent2" accent3="accent3" accent4="accent4" accent5="accent5" accent6="accent6" hlink="hlink" folHlink="folHlink"/>
  <p:hf hd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6AC6C0C6-A68F-4F71-8D41-29B5846DC907}" type="datetimeFigureOut">
              <a:rPr lang="zh-CN" altLang="en-US" smtClean="0"/>
              <a:t>2026/3/30</a:t>
            </a:fld>
            <a:endParaRPr lang="zh-CN" altLang="en-US"/>
          </a:p>
        </p:txBody>
      </p:sp>
      <p:sp>
        <p:nvSpPr>
          <p:cNvPr id="4" name="幻灯片图像占位符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2963FE79-6D02-4A35-A819-1E84485359B5}" type="slidenum">
              <a:rPr lang="zh-CN" altLang="en-US" smtClean="0"/>
              <a:t>‹#›</a:t>
            </a:fld>
            <a:endParaRPr lang="zh-CN" altLang="en-US"/>
          </a:p>
        </p:txBody>
      </p:sp>
    </p:spTree>
    <p:extLst>
      <p:ext uri="{BB962C8B-B14F-4D97-AF65-F5344CB8AC3E}">
        <p14:creationId xmlns:p14="http://schemas.microsoft.com/office/powerpoint/2010/main" val="1970387905"/>
      </p:ext>
    </p:extLst>
  </p:cSld>
  <p:clrMap bg1="lt1" tx1="dk1" bg2="lt2" tx2="dk2" accent1="accent1" accent2="accent2" accent3="accent3" accent4="accent4" accent5="accent5" accent6="accent6" hlink="hlink" folHlink="folHlink"/>
  <p:hf hd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2963FE79-6D02-4A35-A819-1E84485359B5}" type="slidenum">
              <a:rPr lang="zh-CN" altLang="en-US" smtClean="0"/>
              <a:t>1</a:t>
            </a:fld>
            <a:endParaRPr lang="zh-CN" altLang="en-US"/>
          </a:p>
        </p:txBody>
      </p:sp>
    </p:spTree>
    <p:extLst>
      <p:ext uri="{BB962C8B-B14F-4D97-AF65-F5344CB8AC3E}">
        <p14:creationId xmlns:p14="http://schemas.microsoft.com/office/powerpoint/2010/main" val="356408612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李雅普诺夫方法提供了一种研究平衡点稳定性的工具，不需要状态轨迹求解的方法。</a:t>
            </a:r>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李雅普诺夫方法的优势表现在多变量非线性系统分析中：单变量系统、线性系统有更多种方便的方法可以使用，如：矩阵分析、频域分析。</a:t>
            </a:r>
          </a:p>
          <a:p>
            <a:endParaRPr lang="zh-CN" altLang="en-US" dirty="0"/>
          </a:p>
        </p:txBody>
      </p:sp>
      <p:sp>
        <p:nvSpPr>
          <p:cNvPr id="4" name="灯片编号占位符 3"/>
          <p:cNvSpPr>
            <a:spLocks noGrp="1"/>
          </p:cNvSpPr>
          <p:nvPr>
            <p:ph type="sldNum" sz="quarter" idx="10"/>
          </p:nvPr>
        </p:nvSpPr>
        <p:spPr/>
        <p:txBody>
          <a:bodyPr/>
          <a:lstStyle/>
          <a:p>
            <a:fld id="{2963FE79-6D02-4A35-A819-1E84485359B5}" type="slidenum">
              <a:rPr lang="zh-CN" altLang="en-US" smtClean="0"/>
              <a:t>2</a:t>
            </a:fld>
            <a:endParaRPr lang="zh-CN" altLang="en-US"/>
          </a:p>
        </p:txBody>
      </p:sp>
    </p:spTree>
    <p:extLst>
      <p:ext uri="{BB962C8B-B14F-4D97-AF65-F5344CB8AC3E}">
        <p14:creationId xmlns:p14="http://schemas.microsoft.com/office/powerpoint/2010/main" val="243612798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稳定性的讨论就是对解轨迹趋势性的讨论。非自治系统的解轨迹和初始时刻有关。面向非自治系统，稳定性定义需要增加对时间的约束。</a:t>
            </a:r>
            <a:endParaRPr lang="en-US" altLang="zh-CN" dirty="0"/>
          </a:p>
          <a:p>
            <a:r>
              <a:rPr lang="zh-CN" altLang="en-US" dirty="0"/>
              <a:t>修改后的稳定性定义需要借助比较函数概念与李雅普诺夫方法连接。</a:t>
            </a:r>
            <a:endParaRPr lang="en-US" altLang="zh-CN" dirty="0"/>
          </a:p>
          <a:p>
            <a:r>
              <a:rPr lang="zh-CN" altLang="en-US" dirty="0"/>
              <a:t>逆定理初心是探索李雅普诺夫函数的构造方法，但尚未实现。</a:t>
            </a:r>
          </a:p>
        </p:txBody>
      </p:sp>
      <p:sp>
        <p:nvSpPr>
          <p:cNvPr id="4" name="灯片编号占位符 3"/>
          <p:cNvSpPr>
            <a:spLocks noGrp="1"/>
          </p:cNvSpPr>
          <p:nvPr>
            <p:ph type="sldNum" sz="quarter" idx="10"/>
          </p:nvPr>
        </p:nvSpPr>
        <p:spPr/>
        <p:txBody>
          <a:bodyPr/>
          <a:lstStyle/>
          <a:p>
            <a:fld id="{2963FE79-6D02-4A35-A819-1E84485359B5}" type="slidenum">
              <a:rPr lang="zh-CN" altLang="en-US" smtClean="0"/>
              <a:t>3</a:t>
            </a:fld>
            <a:endParaRPr lang="zh-CN" altLang="en-US"/>
          </a:p>
        </p:txBody>
      </p:sp>
      <p:sp>
        <p:nvSpPr>
          <p:cNvPr id="5" name="页脚占位符 4"/>
          <p:cNvSpPr>
            <a:spLocks noGrp="1"/>
          </p:cNvSpPr>
          <p:nvPr>
            <p:ph type="ftr" sz="quarter" idx="11"/>
          </p:nvPr>
        </p:nvSpPr>
        <p:spPr/>
        <p:txBody>
          <a:bodyPr/>
          <a:lstStyle/>
          <a:p>
            <a:endParaRPr lang="zh-CN" altLang="en-US"/>
          </a:p>
        </p:txBody>
      </p:sp>
    </p:spTree>
    <p:extLst>
      <p:ext uri="{BB962C8B-B14F-4D97-AF65-F5344CB8AC3E}">
        <p14:creationId xmlns:p14="http://schemas.microsoft.com/office/powerpoint/2010/main" val="413196985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稳定性的讨论就是对解轨迹趋势性的讨论。非自治系统的解轨迹和初始时刻有关。面向非自治系统，稳定性定义需要增加对时间的约束。</a:t>
            </a:r>
            <a:endParaRPr lang="en-US" altLang="zh-CN" dirty="0"/>
          </a:p>
        </p:txBody>
      </p:sp>
      <p:sp>
        <p:nvSpPr>
          <p:cNvPr id="4" name="灯片编号占位符 3"/>
          <p:cNvSpPr>
            <a:spLocks noGrp="1"/>
          </p:cNvSpPr>
          <p:nvPr>
            <p:ph type="sldNum" sz="quarter" idx="10"/>
          </p:nvPr>
        </p:nvSpPr>
        <p:spPr/>
        <p:txBody>
          <a:bodyPr/>
          <a:lstStyle/>
          <a:p>
            <a:fld id="{2963FE79-6D02-4A35-A819-1E84485359B5}" type="slidenum">
              <a:rPr lang="zh-CN" altLang="en-US" smtClean="0"/>
              <a:t>4</a:t>
            </a:fld>
            <a:endParaRPr lang="zh-CN" altLang="en-US"/>
          </a:p>
        </p:txBody>
      </p:sp>
      <p:sp>
        <p:nvSpPr>
          <p:cNvPr id="5" name="页脚占位符 4"/>
          <p:cNvSpPr>
            <a:spLocks noGrp="1"/>
          </p:cNvSpPr>
          <p:nvPr>
            <p:ph type="ftr" sz="quarter" idx="11"/>
          </p:nvPr>
        </p:nvSpPr>
        <p:spPr/>
        <p:txBody>
          <a:bodyPr/>
          <a:lstStyle/>
          <a:p>
            <a:endParaRPr lang="zh-CN" altLang="en-US"/>
          </a:p>
        </p:txBody>
      </p:sp>
    </p:spTree>
    <p:extLst>
      <p:ext uri="{BB962C8B-B14F-4D97-AF65-F5344CB8AC3E}">
        <p14:creationId xmlns:p14="http://schemas.microsoft.com/office/powerpoint/2010/main" val="289458360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向量场的时间平移不变性</a:t>
            </a:r>
            <a:r>
              <a:rPr lang="en-US" altLang="zh-CN" dirty="0"/>
              <a:t>&gt;</a:t>
            </a:r>
            <a:r>
              <a:rPr lang="zh-CN" altLang="en-US" dirty="0"/>
              <a:t>解的时间平移不变性</a:t>
            </a:r>
            <a:r>
              <a:rPr lang="en-US" altLang="zh-CN" dirty="0"/>
              <a:t>&gt;</a:t>
            </a:r>
            <a:r>
              <a:rPr lang="zh-CN" altLang="en-US" dirty="0"/>
              <a:t>自治系统的时间平移不变性</a:t>
            </a:r>
            <a:endParaRPr lang="en-US" altLang="zh-CN" dirty="0"/>
          </a:p>
          <a:p>
            <a:r>
              <a:rPr lang="zh-CN" altLang="en-US" dirty="0"/>
              <a:t>注意：平衡点定义，时间变量不影响平衡点特性</a:t>
            </a:r>
            <a:endParaRPr lang="en-US" altLang="zh-CN" dirty="0"/>
          </a:p>
          <a:p>
            <a:r>
              <a:rPr lang="zh-CN" altLang="en-US" dirty="0"/>
              <a:t>非自治系统例子：航天器运动：参数的变化：质量特性、结构、环境</a:t>
            </a:r>
            <a:endParaRPr lang="en-US" altLang="zh-CN" dirty="0"/>
          </a:p>
        </p:txBody>
      </p:sp>
      <p:sp>
        <p:nvSpPr>
          <p:cNvPr id="4" name="灯片编号占位符 3"/>
          <p:cNvSpPr>
            <a:spLocks noGrp="1"/>
          </p:cNvSpPr>
          <p:nvPr>
            <p:ph type="sldNum" sz="quarter" idx="10"/>
          </p:nvPr>
        </p:nvSpPr>
        <p:spPr/>
        <p:txBody>
          <a:bodyPr/>
          <a:lstStyle/>
          <a:p>
            <a:fld id="{2963FE79-6D02-4A35-A819-1E84485359B5}" type="slidenum">
              <a:rPr lang="zh-CN" altLang="en-US" smtClean="0"/>
              <a:t>5</a:t>
            </a:fld>
            <a:endParaRPr lang="zh-CN" altLang="en-US"/>
          </a:p>
        </p:txBody>
      </p:sp>
    </p:spTree>
    <p:extLst>
      <p:ext uri="{BB962C8B-B14F-4D97-AF65-F5344CB8AC3E}">
        <p14:creationId xmlns:p14="http://schemas.microsoft.com/office/powerpoint/2010/main" val="321955995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err="1"/>
              <a:t>Herakleitus</a:t>
            </a:r>
            <a:r>
              <a:rPr lang="en-US" altLang="zh-CN" dirty="0"/>
              <a:t> = </a:t>
            </a:r>
            <a:r>
              <a:rPr lang="zh-CN" altLang="en-US" dirty="0"/>
              <a:t>赫拉克利特（约前</a:t>
            </a:r>
            <a:r>
              <a:rPr lang="en-US" altLang="zh-CN" dirty="0"/>
              <a:t>544-</a:t>
            </a:r>
            <a:r>
              <a:rPr lang="zh-CN" altLang="en-US" dirty="0"/>
              <a:t>前</a:t>
            </a:r>
            <a:r>
              <a:rPr lang="en-US" altLang="zh-CN" dirty="0"/>
              <a:t>483</a:t>
            </a:r>
            <a:r>
              <a:rPr lang="zh-CN" altLang="en-US" dirty="0"/>
              <a:t>年），古希腊哲学家。列宁称其为辩证法奠基人。</a:t>
            </a:r>
            <a:r>
              <a:rPr lang="zh-CN" altLang="en-US" b="0" i="0" dirty="0">
                <a:solidFill>
                  <a:srgbClr val="333333"/>
                </a:solidFill>
                <a:effectLst/>
                <a:latin typeface="Arial" panose="020B0604020202020204" pitchFamily="34" charset="0"/>
              </a:rPr>
              <a:t>人不能</a:t>
            </a:r>
            <a:r>
              <a:rPr lang="zh-CN" altLang="en-US" b="0" i="0" dirty="0">
                <a:solidFill>
                  <a:srgbClr val="F73131"/>
                </a:solidFill>
                <a:effectLst/>
                <a:latin typeface="Arial" panose="020B0604020202020204" pitchFamily="34" charset="0"/>
              </a:rPr>
              <a:t>两次踏</a:t>
            </a:r>
            <a:r>
              <a:rPr lang="zh-CN" altLang="en-US" b="0" i="0" dirty="0">
                <a:solidFill>
                  <a:srgbClr val="333333"/>
                </a:solidFill>
                <a:effectLst/>
                <a:latin typeface="Arial" panose="020B0604020202020204" pitchFamily="34" charset="0"/>
              </a:rPr>
              <a:t>进同一条河流</a:t>
            </a:r>
            <a:endParaRPr lang="en-US" altLang="zh-CN" dirty="0"/>
          </a:p>
          <a:p>
            <a:r>
              <a:rPr lang="zh-CN" altLang="en-US" dirty="0"/>
              <a:t>东方朔（约前</a:t>
            </a:r>
            <a:r>
              <a:rPr lang="en-US" altLang="zh-CN" dirty="0"/>
              <a:t>161</a:t>
            </a:r>
            <a:r>
              <a:rPr lang="zh-CN" altLang="en-US" dirty="0"/>
              <a:t>年</a:t>
            </a:r>
            <a:r>
              <a:rPr lang="en-US" altLang="zh-CN" dirty="0"/>
              <a:t>-</a:t>
            </a:r>
            <a:r>
              <a:rPr lang="zh-CN" altLang="en-US" dirty="0"/>
              <a:t>前</a:t>
            </a:r>
            <a:r>
              <a:rPr lang="en-US" altLang="zh-CN" dirty="0"/>
              <a:t>93</a:t>
            </a:r>
            <a:r>
              <a:rPr lang="zh-CN" altLang="en-US" dirty="0"/>
              <a:t>年？），字曼倩，西汉文学家。</a:t>
            </a:r>
          </a:p>
        </p:txBody>
      </p:sp>
      <p:sp>
        <p:nvSpPr>
          <p:cNvPr id="4" name="页脚占位符 3"/>
          <p:cNvSpPr>
            <a:spLocks noGrp="1"/>
          </p:cNvSpPr>
          <p:nvPr>
            <p:ph type="ftr" sz="quarter" idx="10"/>
          </p:nvPr>
        </p:nvSpPr>
        <p:spPr/>
        <p:txBody>
          <a:bodyPr/>
          <a:lstStyle/>
          <a:p>
            <a:endParaRPr lang="zh-CN" altLang="en-US"/>
          </a:p>
        </p:txBody>
      </p:sp>
      <p:sp>
        <p:nvSpPr>
          <p:cNvPr id="5" name="灯片编号占位符 4"/>
          <p:cNvSpPr>
            <a:spLocks noGrp="1"/>
          </p:cNvSpPr>
          <p:nvPr>
            <p:ph type="sldNum" sz="quarter" idx="11"/>
          </p:nvPr>
        </p:nvSpPr>
        <p:spPr/>
        <p:txBody>
          <a:bodyPr/>
          <a:lstStyle/>
          <a:p>
            <a:fld id="{2963FE79-6D02-4A35-A819-1E84485359B5}" type="slidenum">
              <a:rPr lang="zh-CN" altLang="en-US" smtClean="0"/>
              <a:t>6</a:t>
            </a:fld>
            <a:endParaRPr lang="zh-CN" altLang="en-US"/>
          </a:p>
        </p:txBody>
      </p:sp>
    </p:spTree>
    <p:extLst>
      <p:ext uri="{BB962C8B-B14F-4D97-AF65-F5344CB8AC3E}">
        <p14:creationId xmlns:p14="http://schemas.microsoft.com/office/powerpoint/2010/main" val="256109655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系统方程对状态</a:t>
            </a:r>
            <a:r>
              <a:rPr lang="zh-CN" altLang="en-US" sz="1200" b="1" dirty="0"/>
              <a:t>满足局部</a:t>
            </a:r>
            <a:r>
              <a:rPr lang="en-US" altLang="zh-CN" sz="1200" b="1" dirty="0"/>
              <a:t>Lipschitz</a:t>
            </a:r>
            <a:r>
              <a:rPr lang="zh-CN" altLang="en-US" sz="1200" b="1" dirty="0"/>
              <a:t>条件，对</a:t>
            </a:r>
            <a:r>
              <a:rPr lang="zh-CN" altLang="en-US" sz="1200" b="1" i="1" dirty="0"/>
              <a:t>时间</a:t>
            </a:r>
            <a:r>
              <a:rPr lang="zh-CN" altLang="en-US" sz="1200" b="1" dirty="0"/>
              <a:t>分段连续</a:t>
            </a:r>
            <a:endParaRPr lang="en-US" altLang="zh-CN" sz="1200" b="1" dirty="0"/>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b="0" i="0" dirty="0">
                <a:solidFill>
                  <a:srgbClr val="121212"/>
                </a:solidFill>
                <a:effectLst/>
                <a:latin typeface="-apple-system"/>
              </a:rPr>
              <a:t>自治系统的稳定性向非自治系统扩展：在初始状态区域定义中引入初始时间</a:t>
            </a:r>
            <a:endParaRPr lang="en-US" altLang="zh-CN" b="0" i="0" dirty="0">
              <a:solidFill>
                <a:srgbClr val="121212"/>
              </a:solidFill>
              <a:effectLst/>
              <a:latin typeface="-apple-system"/>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b="0" i="0" dirty="0">
                <a:solidFill>
                  <a:srgbClr val="121212"/>
                </a:solidFill>
                <a:effectLst/>
                <a:latin typeface="-apple-system"/>
              </a:rPr>
              <a:t>非自治系统的李雅普诺夫稳定：初始时刻取任意值时，从有界区域出发的解轨迹停留在有界区域内。出发区域的大小依赖于初始时刻。</a:t>
            </a:r>
            <a:endParaRPr lang="en-US" altLang="zh-CN" sz="1200" b="1" dirty="0"/>
          </a:p>
          <a:p>
            <a:r>
              <a:rPr lang="zh-CN" altLang="en-US" dirty="0"/>
              <a:t>稳定、不稳定</a:t>
            </a:r>
          </a:p>
        </p:txBody>
      </p:sp>
      <p:sp>
        <p:nvSpPr>
          <p:cNvPr id="4" name="灯片编号占位符 3"/>
          <p:cNvSpPr>
            <a:spLocks noGrp="1"/>
          </p:cNvSpPr>
          <p:nvPr>
            <p:ph type="sldNum" sz="quarter" idx="10"/>
          </p:nvPr>
        </p:nvSpPr>
        <p:spPr/>
        <p:txBody>
          <a:bodyPr/>
          <a:lstStyle/>
          <a:p>
            <a:fld id="{2963FE79-6D02-4A35-A819-1E84485359B5}" type="slidenum">
              <a:rPr lang="zh-CN" altLang="en-US" smtClean="0"/>
              <a:t>7</a:t>
            </a:fld>
            <a:endParaRPr lang="zh-CN" altLang="en-US"/>
          </a:p>
        </p:txBody>
      </p:sp>
    </p:spTree>
    <p:extLst>
      <p:ext uri="{BB962C8B-B14F-4D97-AF65-F5344CB8AC3E}">
        <p14:creationId xmlns:p14="http://schemas.microsoft.com/office/powerpoint/2010/main" val="369601851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b="0" i="0" dirty="0">
                <a:solidFill>
                  <a:srgbClr val="121212"/>
                </a:solidFill>
                <a:effectLst/>
                <a:latin typeface="-apple-system"/>
              </a:rPr>
              <a:t>非自治系统的李雅普诺夫稳定：初始时刻取任意值时，从有界区域出发的解轨迹停留在有界区域内。出发区域的大小依赖于初始时刻。</a:t>
            </a:r>
            <a:endParaRPr lang="en-US" altLang="zh-CN" sz="1200" b="0" i="0" dirty="0">
              <a:solidFill>
                <a:srgbClr val="121212"/>
              </a:solidFill>
              <a:effectLst/>
              <a:latin typeface="-apple-system"/>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下方为局部收敛性的</a:t>
            </a:r>
            <a:r>
              <a:rPr lang="en-US" altLang="zh-CN" dirty="0"/>
              <a:t>\epsilon-\delta</a:t>
            </a:r>
            <a:r>
              <a:rPr lang="zh-CN" altLang="en-US" dirty="0"/>
              <a:t>语言描述。用自然语言解读。</a:t>
            </a:r>
            <a:endParaRPr lang="en-US" altLang="zh-CN" dirty="0"/>
          </a:p>
          <a:p>
            <a:r>
              <a:rPr lang="zh-CN" altLang="en-US" dirty="0"/>
              <a:t>这里的收敛性等同于一致收敛性，对任意的</a:t>
            </a:r>
            <a:r>
              <a:rPr lang="en-US" altLang="zh-CN" dirty="0"/>
              <a:t>\epsilon</a:t>
            </a:r>
            <a:r>
              <a:rPr lang="zh-CN" altLang="en-US" dirty="0"/>
              <a:t>，存在</a:t>
            </a:r>
            <a:r>
              <a:rPr lang="en-US" altLang="zh-CN" dirty="0"/>
              <a:t>T(\epsilon, t0)&gt;0 </a:t>
            </a:r>
            <a:r>
              <a:rPr lang="zh-CN" altLang="en-US" dirty="0"/>
              <a:t>使得</a:t>
            </a:r>
            <a:r>
              <a:rPr lang="zh-CN" altLang="en-US" baseline="0" dirty="0"/>
              <a:t> </a:t>
            </a:r>
            <a:r>
              <a:rPr lang="en-US" altLang="zh-CN" baseline="0" dirty="0"/>
              <a:t>t&gt;= T + t0 </a:t>
            </a:r>
            <a:r>
              <a:rPr lang="zh-CN" altLang="en-US" baseline="0" dirty="0"/>
              <a:t>时，系统轨线收敛到</a:t>
            </a:r>
            <a:r>
              <a:rPr lang="en-US" altLang="zh-CN" baseline="0" dirty="0"/>
              <a:t>\epsilon</a:t>
            </a:r>
            <a:r>
              <a:rPr lang="zh-CN" altLang="en-US" baseline="0" dirty="0"/>
              <a:t>为半径的球域。</a:t>
            </a:r>
            <a:endParaRPr lang="en-US" altLang="zh-CN" baseline="0" dirty="0"/>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稳定、不稳定、局部渐进稳定</a:t>
            </a:r>
          </a:p>
        </p:txBody>
      </p:sp>
      <p:sp>
        <p:nvSpPr>
          <p:cNvPr id="4" name="灯片编号占位符 3"/>
          <p:cNvSpPr>
            <a:spLocks noGrp="1"/>
          </p:cNvSpPr>
          <p:nvPr>
            <p:ph type="sldNum" sz="quarter" idx="10"/>
          </p:nvPr>
        </p:nvSpPr>
        <p:spPr/>
        <p:txBody>
          <a:bodyPr/>
          <a:lstStyle/>
          <a:p>
            <a:fld id="{2963FE79-6D02-4A35-A819-1E84485359B5}" type="slidenum">
              <a:rPr lang="zh-CN" altLang="en-US" smtClean="0"/>
              <a:t>8</a:t>
            </a:fld>
            <a:endParaRPr lang="zh-CN" altLang="en-US"/>
          </a:p>
        </p:txBody>
      </p:sp>
    </p:spTree>
    <p:extLst>
      <p:ext uri="{BB962C8B-B14F-4D97-AF65-F5344CB8AC3E}">
        <p14:creationId xmlns:p14="http://schemas.microsoft.com/office/powerpoint/2010/main" val="160528901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这里定义的非自治系统稳定性是关于给定初始时刻的、满足给定度量条件的所有初始状态的</a:t>
            </a:r>
            <a:endParaRPr lang="en-US" altLang="zh-CN" dirty="0"/>
          </a:p>
          <a:p>
            <a:r>
              <a:rPr lang="zh-CN" altLang="en-US" dirty="0"/>
              <a:t>回顾：径向无界条件：这里直接讨论状态而不是辅助函数</a:t>
            </a:r>
            <a:r>
              <a:rPr lang="en-US" altLang="zh-CN" dirty="0"/>
              <a:t>V</a:t>
            </a: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稳定、不稳定、局部渐进稳定、全局渐进稳定</a:t>
            </a:r>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定义中引入初始时刻带来了新现象：稳定性的一致性问题</a:t>
            </a:r>
          </a:p>
        </p:txBody>
      </p:sp>
      <p:sp>
        <p:nvSpPr>
          <p:cNvPr id="4" name="灯片编号占位符 3"/>
          <p:cNvSpPr>
            <a:spLocks noGrp="1"/>
          </p:cNvSpPr>
          <p:nvPr>
            <p:ph type="sldNum" sz="quarter" idx="10"/>
          </p:nvPr>
        </p:nvSpPr>
        <p:spPr/>
        <p:txBody>
          <a:bodyPr/>
          <a:lstStyle/>
          <a:p>
            <a:fld id="{2963FE79-6D02-4A35-A819-1E84485359B5}" type="slidenum">
              <a:rPr lang="zh-CN" altLang="en-US" smtClean="0"/>
              <a:t>9</a:t>
            </a:fld>
            <a:endParaRPr lang="zh-CN" altLang="en-US"/>
          </a:p>
        </p:txBody>
      </p:sp>
    </p:spTree>
    <p:extLst>
      <p:ext uri="{BB962C8B-B14F-4D97-AF65-F5344CB8AC3E}">
        <p14:creationId xmlns:p14="http://schemas.microsoft.com/office/powerpoint/2010/main" val="393711885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defTabSz="990478">
              <a:defRPr/>
            </a:pPr>
            <a:r>
              <a:rPr lang="zh-CN" altLang="en-US" sz="1300" b="1" dirty="0">
                <a:solidFill>
                  <a:schemeClr val="bg1"/>
                </a:solidFill>
              </a:rPr>
              <a:t>一个稳定的系统，存在</a:t>
            </a:r>
            <a:r>
              <a:rPr lang="zh-CN" altLang="en-US" sz="1500" b="1" dirty="0">
                <a:solidFill>
                  <a:srgbClr val="FFFF00"/>
                </a:solidFill>
              </a:rPr>
              <a:t>一族解</a:t>
            </a:r>
            <a:r>
              <a:rPr lang="zh-CN" altLang="en-US" sz="1300" b="1" dirty="0">
                <a:solidFill>
                  <a:schemeClr val="bg1"/>
                </a:solidFill>
              </a:rPr>
              <a:t>轨迹，</a:t>
            </a:r>
            <a:r>
              <a:rPr lang="zh-CN" altLang="en-US" sz="1300" b="1" dirty="0"/>
              <a:t>随着初始时刻的增大，保持系统稳定的</a:t>
            </a:r>
            <a:r>
              <a:rPr lang="zh-CN" altLang="en-US" sz="1300" b="1" dirty="0">
                <a:solidFill>
                  <a:schemeClr val="bg1"/>
                </a:solidFill>
              </a:rPr>
              <a:t>初始状态点集合</a:t>
            </a:r>
            <a:r>
              <a:rPr lang="zh-CN" altLang="en-US" sz="1300" b="1" dirty="0"/>
              <a:t>越来越小</a:t>
            </a:r>
            <a:endParaRPr lang="zh-CN" altLang="en-US" sz="1300" b="1" dirty="0">
              <a:solidFill>
                <a:schemeClr val="bg1"/>
              </a:solidFill>
            </a:endParaRPr>
          </a:p>
          <a:p>
            <a:r>
              <a:rPr lang="zh-CN" altLang="en-US" dirty="0"/>
              <a:t>一致性：与初始时刻无关的特性</a:t>
            </a:r>
            <a:endParaRPr lang="en-US" altLang="zh-CN" dirty="0"/>
          </a:p>
          <a:p>
            <a:r>
              <a:rPr lang="en-US" altLang="zh-CN" dirty="0"/>
              <a:t>\epsilon</a:t>
            </a:r>
            <a:r>
              <a:rPr lang="zh-CN" altLang="en-US" dirty="0"/>
              <a:t>：解轨迹的约束</a:t>
            </a:r>
            <a:endParaRPr lang="en-US" altLang="zh-CN" dirty="0"/>
          </a:p>
          <a:p>
            <a:r>
              <a:rPr lang="en-US" altLang="zh-CN" dirty="0"/>
              <a:t>\delta</a:t>
            </a:r>
            <a:r>
              <a:rPr lang="zh-CN" altLang="en-US" dirty="0"/>
              <a:t>：初始状态的约束</a:t>
            </a:r>
          </a:p>
        </p:txBody>
      </p:sp>
      <p:sp>
        <p:nvSpPr>
          <p:cNvPr id="4" name="灯片编号占位符 3"/>
          <p:cNvSpPr>
            <a:spLocks noGrp="1"/>
          </p:cNvSpPr>
          <p:nvPr>
            <p:ph type="sldNum" sz="quarter" idx="10"/>
          </p:nvPr>
        </p:nvSpPr>
        <p:spPr/>
        <p:txBody>
          <a:bodyPr/>
          <a:lstStyle/>
          <a:p>
            <a:fld id="{2963FE79-6D02-4A35-A819-1E84485359B5}" type="slidenum">
              <a:rPr lang="zh-CN" altLang="en-US" smtClean="0"/>
              <a:t>10</a:t>
            </a:fld>
            <a:endParaRPr lang="zh-CN" altLang="en-US"/>
          </a:p>
        </p:txBody>
      </p:sp>
    </p:spTree>
    <p:extLst>
      <p:ext uri="{BB962C8B-B14F-4D97-AF65-F5344CB8AC3E}">
        <p14:creationId xmlns:p14="http://schemas.microsoft.com/office/powerpoint/2010/main" val="218397698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defTabSz="990478">
              <a:defRPr/>
            </a:pPr>
            <a:r>
              <a:rPr lang="zh-CN" altLang="en-US" sz="1300" b="1" dirty="0">
                <a:solidFill>
                  <a:schemeClr val="bg1"/>
                </a:solidFill>
              </a:rPr>
              <a:t>一个稳定的系统，存在</a:t>
            </a:r>
            <a:r>
              <a:rPr lang="zh-CN" altLang="en-US" sz="1500" b="1" dirty="0">
                <a:solidFill>
                  <a:srgbClr val="FFFF00"/>
                </a:solidFill>
              </a:rPr>
              <a:t>一族解</a:t>
            </a:r>
            <a:r>
              <a:rPr lang="zh-CN" altLang="en-US" sz="1300" b="1" dirty="0">
                <a:solidFill>
                  <a:schemeClr val="bg1"/>
                </a:solidFill>
              </a:rPr>
              <a:t>轨迹，</a:t>
            </a:r>
            <a:r>
              <a:rPr lang="zh-CN" altLang="en-US" sz="1300" b="1" dirty="0"/>
              <a:t>随着初始时刻的增大，保持系统稳定的</a:t>
            </a:r>
            <a:r>
              <a:rPr lang="zh-CN" altLang="en-US" sz="1300" b="1" dirty="0">
                <a:solidFill>
                  <a:schemeClr val="bg1"/>
                </a:solidFill>
              </a:rPr>
              <a:t>初始状态点集合</a:t>
            </a:r>
            <a:r>
              <a:rPr lang="zh-CN" altLang="en-US" sz="1300" b="1" dirty="0"/>
              <a:t>越来越小</a:t>
            </a:r>
            <a:endParaRPr lang="zh-CN" altLang="en-US" sz="1300" b="1" dirty="0">
              <a:solidFill>
                <a:schemeClr val="bg1"/>
              </a:solidFill>
            </a:endParaRPr>
          </a:p>
          <a:p>
            <a:r>
              <a:rPr lang="zh-CN" altLang="en-US" dirty="0"/>
              <a:t>一致性：与初始时刻无关的特性</a:t>
            </a:r>
            <a:endParaRPr lang="en-US" altLang="zh-CN" dirty="0"/>
          </a:p>
          <a:p>
            <a:r>
              <a:rPr lang="en-US" altLang="zh-CN" dirty="0"/>
              <a:t>\epsilon</a:t>
            </a:r>
            <a:r>
              <a:rPr lang="zh-CN" altLang="en-US" dirty="0"/>
              <a:t>：解轨迹的约束</a:t>
            </a:r>
            <a:endParaRPr lang="en-US" altLang="zh-CN" dirty="0"/>
          </a:p>
          <a:p>
            <a:r>
              <a:rPr lang="en-US" altLang="zh-CN" dirty="0"/>
              <a:t>\delta</a:t>
            </a:r>
            <a:r>
              <a:rPr lang="zh-CN" altLang="en-US" dirty="0"/>
              <a:t>：初始状态的约束</a:t>
            </a:r>
          </a:p>
        </p:txBody>
      </p:sp>
      <p:sp>
        <p:nvSpPr>
          <p:cNvPr id="4" name="灯片编号占位符 3"/>
          <p:cNvSpPr>
            <a:spLocks noGrp="1"/>
          </p:cNvSpPr>
          <p:nvPr>
            <p:ph type="sldNum" sz="quarter" idx="10"/>
          </p:nvPr>
        </p:nvSpPr>
        <p:spPr/>
        <p:txBody>
          <a:bodyPr/>
          <a:lstStyle/>
          <a:p>
            <a:fld id="{2963FE79-6D02-4A35-A819-1E84485359B5}" type="slidenum">
              <a:rPr lang="zh-CN" altLang="en-US" smtClean="0"/>
              <a:t>11</a:t>
            </a:fld>
            <a:endParaRPr lang="zh-CN" altLang="en-US"/>
          </a:p>
        </p:txBody>
      </p:sp>
    </p:spTree>
    <p:extLst>
      <p:ext uri="{BB962C8B-B14F-4D97-AF65-F5344CB8AC3E}">
        <p14:creationId xmlns:p14="http://schemas.microsoft.com/office/powerpoint/2010/main" val="70494851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defTabSz="990478">
              <a:defRPr/>
            </a:pPr>
            <a:r>
              <a:rPr lang="zh-CN" altLang="en-US" sz="1300" b="1" dirty="0">
                <a:solidFill>
                  <a:schemeClr val="bg1"/>
                </a:solidFill>
              </a:rPr>
              <a:t>经过同一个状态点，有</a:t>
            </a:r>
            <a:r>
              <a:rPr lang="zh-CN" altLang="en-US" sz="1500" b="1" dirty="0">
                <a:solidFill>
                  <a:srgbClr val="FFFF00"/>
                </a:solidFill>
              </a:rPr>
              <a:t>一族解</a:t>
            </a:r>
            <a:r>
              <a:rPr lang="zh-CN" altLang="en-US" sz="1300" b="1" dirty="0">
                <a:solidFill>
                  <a:schemeClr val="bg1"/>
                </a:solidFill>
              </a:rPr>
              <a:t>轨迹，</a:t>
            </a:r>
            <a:r>
              <a:rPr lang="zh-CN" altLang="en-US" sz="1300" b="1" dirty="0"/>
              <a:t>随着时间的增大，系统越来越不稳定</a:t>
            </a:r>
            <a:endParaRPr lang="en-US" altLang="zh-CN" sz="1300" b="1" dirty="0"/>
          </a:p>
          <a:p>
            <a:pPr defTabSz="990478">
              <a:defRPr/>
            </a:pPr>
            <a:r>
              <a:rPr lang="zh-CN" altLang="en-US" sz="1300" b="1" dirty="0">
                <a:solidFill>
                  <a:schemeClr val="bg1"/>
                </a:solidFill>
              </a:rPr>
              <a:t>引出一致性概念</a:t>
            </a:r>
          </a:p>
          <a:p>
            <a:endParaRPr lang="zh-CN" altLang="en-US" dirty="0"/>
          </a:p>
        </p:txBody>
      </p:sp>
      <p:sp>
        <p:nvSpPr>
          <p:cNvPr id="4" name="灯片编号占位符 3"/>
          <p:cNvSpPr>
            <a:spLocks noGrp="1"/>
          </p:cNvSpPr>
          <p:nvPr>
            <p:ph type="sldNum" sz="quarter" idx="10"/>
          </p:nvPr>
        </p:nvSpPr>
        <p:spPr/>
        <p:txBody>
          <a:bodyPr/>
          <a:lstStyle/>
          <a:p>
            <a:fld id="{2963FE79-6D02-4A35-A819-1E84485359B5}" type="slidenum">
              <a:rPr lang="zh-CN" altLang="en-US" smtClean="0"/>
              <a:t>12</a:t>
            </a:fld>
            <a:endParaRPr lang="zh-CN" altLang="en-US"/>
          </a:p>
        </p:txBody>
      </p:sp>
    </p:spTree>
    <p:extLst>
      <p:ext uri="{BB962C8B-B14F-4D97-AF65-F5344CB8AC3E}">
        <p14:creationId xmlns:p14="http://schemas.microsoft.com/office/powerpoint/2010/main" val="42836768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defTabSz="990478">
              <a:defRPr/>
            </a:pPr>
            <a:r>
              <a:rPr lang="zh-CN" altLang="en-US" sz="1300" b="1" dirty="0">
                <a:solidFill>
                  <a:schemeClr val="bg1"/>
                </a:solidFill>
              </a:rPr>
              <a:t>经过同一个状态点，有</a:t>
            </a:r>
            <a:r>
              <a:rPr lang="zh-CN" altLang="en-US" sz="1500" b="1" dirty="0">
                <a:solidFill>
                  <a:srgbClr val="FFFF00"/>
                </a:solidFill>
              </a:rPr>
              <a:t>一族解</a:t>
            </a:r>
            <a:r>
              <a:rPr lang="zh-CN" altLang="en-US" sz="1300" b="1" dirty="0">
                <a:solidFill>
                  <a:schemeClr val="bg1"/>
                </a:solidFill>
              </a:rPr>
              <a:t>轨迹，</a:t>
            </a:r>
            <a:r>
              <a:rPr lang="zh-CN" altLang="en-US" sz="1300" b="1" dirty="0"/>
              <a:t>随着时间的增大，系统越来越不稳定</a:t>
            </a:r>
            <a:endParaRPr lang="en-US" altLang="zh-CN" sz="1300" b="1" dirty="0"/>
          </a:p>
          <a:p>
            <a:pPr defTabSz="990478">
              <a:defRPr/>
            </a:pPr>
            <a:r>
              <a:rPr lang="zh-CN" altLang="en-US" sz="1300" b="1" dirty="0">
                <a:solidFill>
                  <a:schemeClr val="bg1"/>
                </a:solidFill>
              </a:rPr>
              <a:t>引出一致性概念</a:t>
            </a:r>
          </a:p>
          <a:p>
            <a:endParaRPr lang="zh-CN" altLang="en-US" dirty="0"/>
          </a:p>
        </p:txBody>
      </p:sp>
      <p:sp>
        <p:nvSpPr>
          <p:cNvPr id="4" name="灯片编号占位符 3"/>
          <p:cNvSpPr>
            <a:spLocks noGrp="1"/>
          </p:cNvSpPr>
          <p:nvPr>
            <p:ph type="sldNum" sz="quarter" idx="10"/>
          </p:nvPr>
        </p:nvSpPr>
        <p:spPr/>
        <p:txBody>
          <a:bodyPr/>
          <a:lstStyle/>
          <a:p>
            <a:fld id="{2963FE79-6D02-4A35-A819-1E84485359B5}" type="slidenum">
              <a:rPr lang="zh-CN" altLang="en-US" smtClean="0"/>
              <a:t>13</a:t>
            </a:fld>
            <a:endParaRPr lang="zh-CN" altLang="en-US"/>
          </a:p>
        </p:txBody>
      </p:sp>
    </p:spTree>
    <p:extLst>
      <p:ext uri="{BB962C8B-B14F-4D97-AF65-F5344CB8AC3E}">
        <p14:creationId xmlns:p14="http://schemas.microsoft.com/office/powerpoint/2010/main" val="143139893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defTabSz="990478">
              <a:defRPr/>
            </a:pPr>
            <a:r>
              <a:rPr lang="zh-CN" altLang="en-US" sz="1300" b="1" dirty="0">
                <a:solidFill>
                  <a:schemeClr val="bg1"/>
                </a:solidFill>
              </a:rPr>
              <a:t>经过同一个状态点，有</a:t>
            </a:r>
            <a:r>
              <a:rPr lang="zh-CN" altLang="en-US" sz="1500" b="1" dirty="0">
                <a:solidFill>
                  <a:srgbClr val="FFFF00"/>
                </a:solidFill>
              </a:rPr>
              <a:t>一族解</a:t>
            </a:r>
            <a:r>
              <a:rPr lang="zh-CN" altLang="en-US" sz="1300" b="1" dirty="0">
                <a:solidFill>
                  <a:schemeClr val="bg1"/>
                </a:solidFill>
              </a:rPr>
              <a:t>轨迹，</a:t>
            </a:r>
            <a:r>
              <a:rPr lang="zh-CN" altLang="en-US" sz="1300" b="1" dirty="0"/>
              <a:t>随着时间的增大，系统越来越不稳定</a:t>
            </a:r>
            <a:endParaRPr lang="en-US" altLang="zh-CN" sz="1300" b="1" dirty="0"/>
          </a:p>
          <a:p>
            <a:pPr defTabSz="990478">
              <a:defRPr/>
            </a:pPr>
            <a:r>
              <a:rPr lang="zh-CN" altLang="en-US" sz="1300" b="1" dirty="0">
                <a:solidFill>
                  <a:schemeClr val="bg1"/>
                </a:solidFill>
              </a:rPr>
              <a:t>引出一致性概念</a:t>
            </a:r>
          </a:p>
          <a:p>
            <a:endParaRPr lang="zh-CN" altLang="en-US" dirty="0"/>
          </a:p>
        </p:txBody>
      </p:sp>
      <p:sp>
        <p:nvSpPr>
          <p:cNvPr id="4" name="灯片编号占位符 3"/>
          <p:cNvSpPr>
            <a:spLocks noGrp="1"/>
          </p:cNvSpPr>
          <p:nvPr>
            <p:ph type="sldNum" sz="quarter" idx="10"/>
          </p:nvPr>
        </p:nvSpPr>
        <p:spPr/>
        <p:txBody>
          <a:bodyPr/>
          <a:lstStyle/>
          <a:p>
            <a:fld id="{2963FE79-6D02-4A35-A819-1E84485359B5}" type="slidenum">
              <a:rPr lang="zh-CN" altLang="en-US" smtClean="0"/>
              <a:t>14</a:t>
            </a:fld>
            <a:endParaRPr lang="zh-CN" altLang="en-US"/>
          </a:p>
        </p:txBody>
      </p:sp>
    </p:spTree>
    <p:extLst>
      <p:ext uri="{BB962C8B-B14F-4D97-AF65-F5344CB8AC3E}">
        <p14:creationId xmlns:p14="http://schemas.microsoft.com/office/powerpoint/2010/main" val="408906663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这是局部一致稳定的定义，使用中常省略局部</a:t>
            </a:r>
            <a:endParaRPr lang="en-US" altLang="zh-CN" dirty="0"/>
          </a:p>
          <a:p>
            <a:r>
              <a:rPr lang="en-US" altLang="zh-CN" dirty="0"/>
              <a:t>\delta</a:t>
            </a:r>
            <a:r>
              <a:rPr lang="zh-CN" altLang="en-US" dirty="0"/>
              <a:t>与</a:t>
            </a:r>
            <a:r>
              <a:rPr lang="en-US" altLang="zh-CN" dirty="0"/>
              <a:t>t_0</a:t>
            </a:r>
            <a:r>
              <a:rPr lang="zh-CN" altLang="en-US" dirty="0"/>
              <a:t>无关</a:t>
            </a:r>
          </a:p>
        </p:txBody>
      </p:sp>
      <p:sp>
        <p:nvSpPr>
          <p:cNvPr id="4" name="灯片编号占位符 3"/>
          <p:cNvSpPr>
            <a:spLocks noGrp="1"/>
          </p:cNvSpPr>
          <p:nvPr>
            <p:ph type="sldNum" sz="quarter" idx="10"/>
          </p:nvPr>
        </p:nvSpPr>
        <p:spPr/>
        <p:txBody>
          <a:bodyPr/>
          <a:lstStyle/>
          <a:p>
            <a:fld id="{2963FE79-6D02-4A35-A819-1E84485359B5}" type="slidenum">
              <a:rPr lang="zh-CN" altLang="en-US" smtClean="0"/>
              <a:t>15</a:t>
            </a:fld>
            <a:endParaRPr lang="zh-CN" altLang="en-US"/>
          </a:p>
        </p:txBody>
      </p:sp>
    </p:spTree>
    <p:extLst>
      <p:ext uri="{BB962C8B-B14F-4D97-AF65-F5344CB8AC3E}">
        <p14:creationId xmlns:p14="http://schemas.microsoft.com/office/powerpoint/2010/main" val="369601851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这是局部一致稳定的定义，使用中常省略局部</a:t>
            </a:r>
          </a:p>
        </p:txBody>
      </p:sp>
      <p:sp>
        <p:nvSpPr>
          <p:cNvPr id="4" name="灯片编号占位符 3"/>
          <p:cNvSpPr>
            <a:spLocks noGrp="1"/>
          </p:cNvSpPr>
          <p:nvPr>
            <p:ph type="sldNum" sz="quarter" idx="10"/>
          </p:nvPr>
        </p:nvSpPr>
        <p:spPr/>
        <p:txBody>
          <a:bodyPr/>
          <a:lstStyle/>
          <a:p>
            <a:fld id="{2963FE79-6D02-4A35-A819-1E84485359B5}" type="slidenum">
              <a:rPr lang="zh-CN" altLang="en-US" smtClean="0"/>
              <a:t>16</a:t>
            </a:fld>
            <a:endParaRPr lang="zh-CN" altLang="en-US"/>
          </a:p>
        </p:txBody>
      </p:sp>
    </p:spTree>
    <p:extLst>
      <p:ext uri="{BB962C8B-B14F-4D97-AF65-F5344CB8AC3E}">
        <p14:creationId xmlns:p14="http://schemas.microsoft.com/office/powerpoint/2010/main" val="383699868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这是局部一致稳定的定义，使用中常省略局部</a:t>
            </a:r>
            <a:endParaRPr lang="en-US" altLang="zh-CN" dirty="0"/>
          </a:p>
          <a:p>
            <a:r>
              <a:rPr lang="en-US" altLang="zh-CN" dirty="0"/>
              <a:t>T</a:t>
            </a:r>
            <a:r>
              <a:rPr lang="zh-CN" altLang="en-US" dirty="0"/>
              <a:t>与</a:t>
            </a:r>
            <a:r>
              <a:rPr lang="en-US" altLang="zh-CN" dirty="0"/>
              <a:t>t_0</a:t>
            </a:r>
            <a:r>
              <a:rPr lang="zh-CN" altLang="en-US" dirty="0"/>
              <a:t>无关</a:t>
            </a:r>
          </a:p>
        </p:txBody>
      </p:sp>
      <p:sp>
        <p:nvSpPr>
          <p:cNvPr id="4" name="灯片编号占位符 3"/>
          <p:cNvSpPr>
            <a:spLocks noGrp="1"/>
          </p:cNvSpPr>
          <p:nvPr>
            <p:ph type="sldNum" sz="quarter" idx="10"/>
          </p:nvPr>
        </p:nvSpPr>
        <p:spPr/>
        <p:txBody>
          <a:bodyPr/>
          <a:lstStyle/>
          <a:p>
            <a:fld id="{2963FE79-6D02-4A35-A819-1E84485359B5}" type="slidenum">
              <a:rPr lang="zh-CN" altLang="en-US" smtClean="0"/>
              <a:t>17</a:t>
            </a:fld>
            <a:endParaRPr lang="zh-CN" altLang="en-US"/>
          </a:p>
        </p:txBody>
      </p:sp>
    </p:spTree>
    <p:extLst>
      <p:ext uri="{BB962C8B-B14F-4D97-AF65-F5344CB8AC3E}">
        <p14:creationId xmlns:p14="http://schemas.microsoft.com/office/powerpoint/2010/main" val="11564161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面向全局性，</a:t>
            </a:r>
            <a:r>
              <a:rPr lang="en-US" altLang="zh-CN" dirty="0"/>
              <a:t>\delta</a:t>
            </a:r>
            <a:r>
              <a:rPr lang="zh-CN" altLang="en-US" dirty="0"/>
              <a:t>的任意性表现在趋向极大；面向收敛性，</a:t>
            </a:r>
            <a:r>
              <a:rPr lang="en-US" altLang="zh-CN" dirty="0"/>
              <a:t>\epsilon</a:t>
            </a:r>
            <a:r>
              <a:rPr lang="zh-CN" altLang="en-US" dirty="0"/>
              <a:t>的任意性表现为趋向极小；面向一致性，</a:t>
            </a:r>
            <a:r>
              <a:rPr lang="en-US" altLang="zh-CN" dirty="0"/>
              <a:t>T</a:t>
            </a:r>
            <a:r>
              <a:rPr lang="zh-CN" altLang="en-US" dirty="0"/>
              <a:t>的确定与初始时刻无关</a:t>
            </a:r>
            <a:endParaRPr lang="en-US" altLang="zh-CN" dirty="0"/>
          </a:p>
          <a:p>
            <a:r>
              <a:rPr lang="zh-CN" altLang="en-US" dirty="0"/>
              <a:t>比照自治系统全局稳定，非自治系统有全局一致稳定概念</a:t>
            </a:r>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b="1" dirty="0"/>
              <a:t>全局</a:t>
            </a:r>
            <a:r>
              <a:rPr lang="zh-CN" altLang="en-US" sz="1200" b="1" dirty="0">
                <a:solidFill>
                  <a:srgbClr val="FFFF00"/>
                </a:solidFill>
              </a:rPr>
              <a:t>一致</a:t>
            </a:r>
            <a:r>
              <a:rPr lang="zh-CN" altLang="en-US" sz="1200" b="1" dirty="0"/>
              <a:t>渐进稳定</a:t>
            </a:r>
            <a:r>
              <a:rPr lang="en-US" altLang="zh-CN" sz="1200" b="1" dirty="0"/>
              <a:t>=</a:t>
            </a:r>
            <a:r>
              <a:rPr lang="zh-CN" altLang="en-US" sz="1200" b="1" dirty="0"/>
              <a:t>局部</a:t>
            </a:r>
            <a:r>
              <a:rPr lang="zh-CN" altLang="en-US" sz="1200" b="1" dirty="0">
                <a:solidFill>
                  <a:srgbClr val="FFFF00"/>
                </a:solidFill>
              </a:rPr>
              <a:t>一致</a:t>
            </a:r>
            <a:r>
              <a:rPr lang="zh-CN" altLang="en-US" sz="1200" b="1" dirty="0"/>
              <a:t>稳定</a:t>
            </a:r>
            <a:r>
              <a:rPr lang="en-US" altLang="zh-CN" sz="1200" b="1" dirty="0"/>
              <a:t>+</a:t>
            </a:r>
            <a:r>
              <a:rPr lang="zh-CN" altLang="en-US" sz="1200" b="1" dirty="0"/>
              <a:t>全局</a:t>
            </a:r>
            <a:r>
              <a:rPr lang="zh-CN" altLang="en-US" sz="1200" b="1" dirty="0">
                <a:solidFill>
                  <a:srgbClr val="FFFF00"/>
                </a:solidFill>
              </a:rPr>
              <a:t>一致</a:t>
            </a:r>
            <a:r>
              <a:rPr lang="zh-CN" altLang="en-US" sz="1200" b="1" dirty="0"/>
              <a:t>收敛？：可以，曾使用，但已发现应改进</a:t>
            </a:r>
            <a:endParaRPr lang="en-US" altLang="zh-CN" sz="1200" b="1" dirty="0"/>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b="0" i="0" dirty="0">
                <a:solidFill>
                  <a:srgbClr val="000000"/>
                </a:solidFill>
                <a:effectLst/>
                <a:latin typeface="times new roman" panose="02020603050405020304" pitchFamily="18" charset="0"/>
              </a:rPr>
              <a:t>李雅普诺夫直接方法是拉格朗日定理基本思想的延伸</a:t>
            </a:r>
            <a:endParaRPr lang="zh-CN" altLang="en-US" sz="1200" b="1" dirty="0"/>
          </a:p>
        </p:txBody>
      </p:sp>
      <p:sp>
        <p:nvSpPr>
          <p:cNvPr id="4" name="灯片编号占位符 3"/>
          <p:cNvSpPr>
            <a:spLocks noGrp="1"/>
          </p:cNvSpPr>
          <p:nvPr>
            <p:ph type="sldNum" sz="quarter" idx="10"/>
          </p:nvPr>
        </p:nvSpPr>
        <p:spPr/>
        <p:txBody>
          <a:bodyPr/>
          <a:lstStyle/>
          <a:p>
            <a:fld id="{2963FE79-6D02-4A35-A819-1E84485359B5}" type="slidenum">
              <a:rPr lang="zh-CN" altLang="en-US" smtClean="0"/>
              <a:t>18</a:t>
            </a:fld>
            <a:endParaRPr lang="zh-CN" altLang="en-US"/>
          </a:p>
        </p:txBody>
      </p:sp>
    </p:spTree>
    <p:extLst>
      <p:ext uri="{BB962C8B-B14F-4D97-AF65-F5344CB8AC3E}">
        <p14:creationId xmlns:p14="http://schemas.microsoft.com/office/powerpoint/2010/main" val="369601851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b="1" dirty="0"/>
              <a:t>指数稳定与一致稳定的关系：</a:t>
            </a:r>
            <a:r>
              <a:rPr lang="zh-CN" altLang="en-US" dirty="0"/>
              <a:t>指数稳定隐含一致稳定，定义中稳定性与初始时刻无关：初始时刻不影响稳定性判定</a:t>
            </a:r>
            <a:endParaRPr lang="en-US" altLang="zh-CN" dirty="0"/>
          </a:p>
          <a:p>
            <a:r>
              <a:rPr lang="en-US" altLang="zh-CN" dirty="0" err="1"/>
              <a:t>Homoclinic</a:t>
            </a:r>
            <a:r>
              <a:rPr lang="en-US" altLang="zh-CN" dirty="0"/>
              <a:t> orbits/connections </a:t>
            </a:r>
            <a:r>
              <a:rPr lang="zh-CN" altLang="en-US" dirty="0"/>
              <a:t>同宿轨</a:t>
            </a:r>
          </a:p>
        </p:txBody>
      </p:sp>
      <p:sp>
        <p:nvSpPr>
          <p:cNvPr id="4" name="灯片编号占位符 3"/>
          <p:cNvSpPr>
            <a:spLocks noGrp="1"/>
          </p:cNvSpPr>
          <p:nvPr>
            <p:ph type="sldNum" sz="quarter" idx="10"/>
          </p:nvPr>
        </p:nvSpPr>
        <p:spPr/>
        <p:txBody>
          <a:bodyPr/>
          <a:lstStyle/>
          <a:p>
            <a:fld id="{2963FE79-6D02-4A35-A819-1E84485359B5}" type="slidenum">
              <a:rPr lang="zh-CN" altLang="en-US" smtClean="0"/>
              <a:t>19</a:t>
            </a:fld>
            <a:endParaRPr lang="zh-CN" altLang="en-US"/>
          </a:p>
        </p:txBody>
      </p:sp>
    </p:spTree>
    <p:extLst>
      <p:ext uri="{BB962C8B-B14F-4D97-AF65-F5344CB8AC3E}">
        <p14:creationId xmlns:p14="http://schemas.microsoft.com/office/powerpoint/2010/main" val="160528901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修改后的稳定性定义需要借助比较函数概念与李雅普诺夫方法连接。稳定性与初始时刻有关，备选李雅普诺夫函数的选择也需要有变化。</a:t>
            </a:r>
            <a:endParaRPr lang="en-US" altLang="zh-CN" dirty="0"/>
          </a:p>
          <a:p>
            <a:r>
              <a:rPr lang="zh-CN" altLang="en-US" dirty="0"/>
              <a:t>广义能量的选择应保证基本特征三个：</a:t>
            </a:r>
            <a:r>
              <a:rPr lang="en-US" altLang="zh-CN" dirty="0"/>
              <a:t>1</a:t>
            </a:r>
            <a:r>
              <a:rPr lang="zh-CN" altLang="en-US" dirty="0"/>
              <a:t>、以</a:t>
            </a:r>
            <a:r>
              <a:rPr lang="en-US" altLang="zh-CN" dirty="0"/>
              <a:t>0</a:t>
            </a:r>
            <a:r>
              <a:rPr lang="zh-CN" altLang="en-US" dirty="0"/>
              <a:t>为极小值，以保持正定；</a:t>
            </a:r>
            <a:r>
              <a:rPr lang="en-US" altLang="zh-CN" dirty="0"/>
              <a:t>2</a:t>
            </a:r>
            <a:r>
              <a:rPr lang="zh-CN" altLang="en-US" dirty="0"/>
              <a:t>、给定状态度量限制，广义能量函数取值也具有上限；</a:t>
            </a:r>
            <a:r>
              <a:rPr lang="en-US" altLang="zh-CN" dirty="0"/>
              <a:t>3</a:t>
            </a:r>
            <a:r>
              <a:rPr lang="zh-CN" altLang="en-US" dirty="0"/>
              <a:t>、状态按选定的度量向平衡点接近时，广义能量函数取值向</a:t>
            </a:r>
            <a:r>
              <a:rPr lang="en-US" altLang="zh-CN" dirty="0"/>
              <a:t>0</a:t>
            </a:r>
            <a:r>
              <a:rPr lang="zh-CN" altLang="en-US" dirty="0"/>
              <a:t>靠近。</a:t>
            </a:r>
          </a:p>
        </p:txBody>
      </p:sp>
      <p:sp>
        <p:nvSpPr>
          <p:cNvPr id="4" name="灯片编号占位符 3"/>
          <p:cNvSpPr>
            <a:spLocks noGrp="1"/>
          </p:cNvSpPr>
          <p:nvPr>
            <p:ph type="sldNum" sz="quarter" idx="10"/>
          </p:nvPr>
        </p:nvSpPr>
        <p:spPr/>
        <p:txBody>
          <a:bodyPr/>
          <a:lstStyle/>
          <a:p>
            <a:fld id="{2963FE79-6D02-4A35-A819-1E84485359B5}" type="slidenum">
              <a:rPr lang="zh-CN" altLang="en-US" smtClean="0"/>
              <a:t>20</a:t>
            </a:fld>
            <a:endParaRPr lang="zh-CN" altLang="en-US"/>
          </a:p>
        </p:txBody>
      </p:sp>
      <p:sp>
        <p:nvSpPr>
          <p:cNvPr id="5" name="页脚占位符 4"/>
          <p:cNvSpPr>
            <a:spLocks noGrp="1"/>
          </p:cNvSpPr>
          <p:nvPr>
            <p:ph type="ftr" sz="quarter" idx="11"/>
          </p:nvPr>
        </p:nvSpPr>
        <p:spPr/>
        <p:txBody>
          <a:bodyPr/>
          <a:lstStyle/>
          <a:p>
            <a:endParaRPr lang="zh-CN" altLang="en-US"/>
          </a:p>
        </p:txBody>
      </p:sp>
    </p:spTree>
    <p:extLst>
      <p:ext uri="{BB962C8B-B14F-4D97-AF65-F5344CB8AC3E}">
        <p14:creationId xmlns:p14="http://schemas.microsoft.com/office/powerpoint/2010/main" val="365770147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\alpha(r) = \tan^{-1}(r); = K</a:t>
            </a:r>
            <a:r>
              <a:rPr lang="zh-CN" altLang="en-US" dirty="0"/>
              <a:t>类函数</a:t>
            </a:r>
            <a:endParaRPr lang="en-US" altLang="zh-CN" dirty="0"/>
          </a:p>
          <a:p>
            <a:r>
              <a:rPr lang="en-US" altLang="zh-CN" dirty="0"/>
              <a:t>\alpha(r)=r; = K_\</a:t>
            </a:r>
            <a:r>
              <a:rPr lang="en-US" altLang="zh-CN" dirty="0" err="1"/>
              <a:t>infty</a:t>
            </a:r>
            <a:r>
              <a:rPr lang="zh-CN" altLang="en-US" dirty="0"/>
              <a:t>类函数</a:t>
            </a:r>
            <a:endParaRPr lang="en-US" altLang="zh-CN" dirty="0"/>
          </a:p>
          <a:p>
            <a:r>
              <a:rPr lang="en-US" altLang="zh-CN" dirty="0"/>
              <a:t>\beta(</a:t>
            </a:r>
            <a:r>
              <a:rPr lang="en-US" altLang="zh-CN" dirty="0" err="1"/>
              <a:t>r,s</a:t>
            </a:r>
            <a:r>
              <a:rPr lang="en-US" altLang="zh-CN" dirty="0"/>
              <a:t>)=r/(1+s); = KL</a:t>
            </a:r>
            <a:r>
              <a:rPr lang="zh-CN" altLang="en-US" dirty="0"/>
              <a:t>类函数</a:t>
            </a:r>
            <a:endParaRPr lang="en-US" altLang="zh-CN" dirty="0"/>
          </a:p>
          <a:p>
            <a:r>
              <a:rPr lang="en-US" altLang="zh-CN" dirty="0"/>
              <a:t>\beta(</a:t>
            </a:r>
            <a:r>
              <a:rPr lang="en-US" altLang="zh-CN" dirty="0" err="1"/>
              <a:t>r,s</a:t>
            </a:r>
            <a:r>
              <a:rPr lang="en-US" altLang="zh-CN" dirty="0"/>
              <a:t>)=r*exp(-</a:t>
            </a:r>
            <a:r>
              <a:rPr lang="en-US" altLang="zh-CN" baseline="0" dirty="0"/>
              <a:t>s</a:t>
            </a:r>
            <a:r>
              <a:rPr lang="en-US" altLang="zh-CN" dirty="0"/>
              <a:t>); = KL</a:t>
            </a:r>
            <a:r>
              <a:rPr lang="zh-CN" altLang="en-US" dirty="0"/>
              <a:t>类函数</a:t>
            </a:r>
            <a:endParaRPr lang="en-US" altLang="zh-CN" dirty="0"/>
          </a:p>
          <a:p>
            <a:r>
              <a:rPr lang="en-US" altLang="zh-CN" dirty="0"/>
              <a:t>L</a:t>
            </a:r>
            <a:r>
              <a:rPr lang="zh-CN" altLang="en-US" dirty="0"/>
              <a:t>函数，连续非负递减到零的标量函数，正定函数可以与比较函数建立起对应关系：全局正定，局部正定，径向无界</a:t>
            </a:r>
            <a:endParaRPr lang="en-US" altLang="zh-CN" dirty="0"/>
          </a:p>
        </p:txBody>
      </p:sp>
      <p:sp>
        <p:nvSpPr>
          <p:cNvPr id="4" name="灯片编号占位符 3"/>
          <p:cNvSpPr>
            <a:spLocks noGrp="1"/>
          </p:cNvSpPr>
          <p:nvPr>
            <p:ph type="sldNum" sz="quarter" idx="10"/>
          </p:nvPr>
        </p:nvSpPr>
        <p:spPr/>
        <p:txBody>
          <a:bodyPr/>
          <a:lstStyle/>
          <a:p>
            <a:fld id="{2963FE79-6D02-4A35-A819-1E84485359B5}" type="slidenum">
              <a:rPr lang="zh-CN" altLang="en-US" smtClean="0"/>
              <a:t>21</a:t>
            </a:fld>
            <a:endParaRPr lang="zh-CN" altLang="en-US"/>
          </a:p>
        </p:txBody>
      </p:sp>
    </p:spTree>
    <p:extLst>
      <p:ext uri="{BB962C8B-B14F-4D97-AF65-F5344CB8AC3E}">
        <p14:creationId xmlns:p14="http://schemas.microsoft.com/office/powerpoint/2010/main" val="84471019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一致：与初始时刻无关，初始时刻不改变稳定性</a:t>
            </a:r>
            <a:endParaRPr lang="en-US" altLang="zh-CN" dirty="0"/>
          </a:p>
          <a:p>
            <a:r>
              <a:rPr lang="zh-CN" altLang="en-US" dirty="0"/>
              <a:t>引向比较函数</a:t>
            </a:r>
          </a:p>
        </p:txBody>
      </p:sp>
      <p:sp>
        <p:nvSpPr>
          <p:cNvPr id="4" name="灯片编号占位符 3"/>
          <p:cNvSpPr>
            <a:spLocks noGrp="1"/>
          </p:cNvSpPr>
          <p:nvPr>
            <p:ph type="sldNum" sz="quarter" idx="10"/>
          </p:nvPr>
        </p:nvSpPr>
        <p:spPr/>
        <p:txBody>
          <a:bodyPr/>
          <a:lstStyle/>
          <a:p>
            <a:fld id="{2963FE79-6D02-4A35-A819-1E84485359B5}" type="slidenum">
              <a:rPr lang="zh-CN" altLang="en-US" smtClean="0"/>
              <a:t>22</a:t>
            </a:fld>
            <a:endParaRPr lang="zh-CN" altLang="en-US"/>
          </a:p>
        </p:txBody>
      </p:sp>
    </p:spTree>
    <p:extLst>
      <p:ext uri="{BB962C8B-B14F-4D97-AF65-F5344CB8AC3E}">
        <p14:creationId xmlns:p14="http://schemas.microsoft.com/office/powerpoint/2010/main" val="365498198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备注占位符 2"/>
              <p:cNvSpPr>
                <a:spLocks noGrp="1"/>
              </p:cNvSpPr>
              <p:nvPr>
                <p:ph type="body" idx="1"/>
              </p:nvPr>
            </p:nvSpPr>
            <p:spPr/>
            <p:txBody>
              <a:bodyPr/>
              <a:lstStyle/>
              <a:p>
                <a:r>
                  <a:rPr lang="zh-CN" altLang="en-US" dirty="0"/>
                  <a:t>由全局定义推出局部定义，可以，但是由局部定义推出全局定义，不只是需要改变考察域，还需要改变比较函数：</a:t>
                </a:r>
                <a14:m>
                  <m:oMath xmlns:m="http://schemas.openxmlformats.org/officeDocument/2006/math">
                    <m:sSub>
                      <m:sSubPr>
                        <m:ctrlPr>
                          <a:rPr lang="zh-CN" altLang="en-US" sz="1200" i="1" smtClean="0">
                            <a:solidFill>
                              <a:srgbClr val="FFFF00"/>
                            </a:solidFill>
                            <a:latin typeface="Cambria Math" panose="02040503050406030204" pitchFamily="18" charset="0"/>
                          </a:rPr>
                        </m:ctrlPr>
                      </m:sSubPr>
                      <m:e>
                        <m:r>
                          <a:rPr lang="zh-CN" altLang="en-US" sz="1200" i="1">
                            <a:solidFill>
                              <a:srgbClr val="FFFF00"/>
                            </a:solidFill>
                            <a:latin typeface="Cambria Math" panose="02040503050406030204" pitchFamily="18" charset="0"/>
                          </a:rPr>
                          <m:t>𝒦</m:t>
                        </m:r>
                      </m:e>
                      <m:sub>
                        <m:r>
                          <a:rPr lang="zh-CN" altLang="en-US" sz="1200" i="1">
                            <a:solidFill>
                              <a:srgbClr val="FFFF00"/>
                            </a:solidFill>
                            <a:latin typeface="Cambria Math" panose="02040503050406030204" pitchFamily="18" charset="0"/>
                          </a:rPr>
                          <m:t>∞</m:t>
                        </m:r>
                      </m:sub>
                    </m:sSub>
                  </m:oMath>
                </a14:m>
                <a:r>
                  <a:rPr lang="zh-CN" altLang="en-US" sz="1200" b="1" dirty="0">
                    <a:solidFill>
                      <a:srgbClr val="FFFF00"/>
                    </a:solidFill>
                    <a:sym typeface="Euclid Math One"/>
                  </a:rPr>
                  <a:t>类函数当</a:t>
                </a:r>
                <a14:m>
                  <m:oMath xmlns:m="http://schemas.openxmlformats.org/officeDocument/2006/math">
                    <m:r>
                      <a:rPr lang="zh-CN" altLang="en-US" sz="1200" i="1" smtClean="0">
                        <a:solidFill>
                          <a:srgbClr val="FFFF00"/>
                        </a:solidFill>
                        <a:latin typeface="Cambria Math" panose="02040503050406030204" pitchFamily="18" charset="0"/>
                      </a:rPr>
                      <m:t>𝑟</m:t>
                    </m:r>
                    <m:r>
                      <a:rPr lang="zh-CN" altLang="en-US" sz="1200" i="1" smtClean="0">
                        <a:solidFill>
                          <a:srgbClr val="FFFF00"/>
                        </a:solidFill>
                        <a:latin typeface="Cambria Math" panose="02040503050406030204" pitchFamily="18" charset="0"/>
                      </a:rPr>
                      <m:t>→∞</m:t>
                    </m:r>
                  </m:oMath>
                </a14:m>
                <a:r>
                  <a:rPr lang="zh-CN" altLang="en-US" sz="1200" b="1" dirty="0">
                    <a:solidFill>
                      <a:srgbClr val="FFFF00"/>
                    </a:solidFill>
                    <a:sym typeface="Euclid Math One"/>
                  </a:rPr>
                  <a:t>时，</a:t>
                </a:r>
                <a14:m>
                  <m:oMath xmlns:m="http://schemas.openxmlformats.org/officeDocument/2006/math">
                    <m:r>
                      <a:rPr lang="zh-CN" altLang="en-US" sz="1200" i="1" smtClean="0">
                        <a:solidFill>
                          <a:srgbClr val="FFFF00"/>
                        </a:solidFill>
                        <a:latin typeface="Cambria Math" panose="02040503050406030204" pitchFamily="18" charset="0"/>
                      </a:rPr>
                      <m:t>𝛼</m:t>
                    </m:r>
                    <m:r>
                      <a:rPr lang="zh-CN" altLang="en-US" sz="1200" i="1" smtClean="0">
                        <a:solidFill>
                          <a:srgbClr val="FFFF00"/>
                        </a:solidFill>
                        <a:latin typeface="Cambria Math" panose="02040503050406030204" pitchFamily="18" charset="0"/>
                      </a:rPr>
                      <m:t>(</m:t>
                    </m:r>
                    <m:r>
                      <a:rPr lang="zh-CN" altLang="en-US" sz="1200" i="1" smtClean="0">
                        <a:solidFill>
                          <a:srgbClr val="FFFF00"/>
                        </a:solidFill>
                        <a:latin typeface="Cambria Math" panose="02040503050406030204" pitchFamily="18" charset="0"/>
                      </a:rPr>
                      <m:t>𝑟</m:t>
                    </m:r>
                    <m:r>
                      <a:rPr lang="zh-CN" altLang="en-US" sz="1200" i="1" smtClean="0">
                        <a:solidFill>
                          <a:srgbClr val="FFFF00"/>
                        </a:solidFill>
                        <a:latin typeface="Cambria Math" panose="02040503050406030204" pitchFamily="18" charset="0"/>
                      </a:rPr>
                      <m:t>)→∞</m:t>
                    </m:r>
                  </m:oMath>
                </a14:m>
                <a:r>
                  <a:rPr lang="zh-CN" altLang="en-US" sz="1200" b="1" dirty="0">
                    <a:solidFill>
                      <a:srgbClr val="FFFF00"/>
                    </a:solidFill>
                    <a:sym typeface="Euclid Math One"/>
                  </a:rPr>
                  <a:t> 在局部不必要</a:t>
                </a:r>
                <a:endParaRPr lang="en-US" altLang="zh-CN" dirty="0"/>
              </a:p>
              <a:p>
                <a:r>
                  <a:rPr lang="zh-CN" altLang="en-US" dirty="0"/>
                  <a:t>全局一致稳定 </a:t>
                </a:r>
                <a:r>
                  <a:rPr lang="en-US" altLang="zh-CN" dirty="0"/>
                  <a:t>= </a:t>
                </a:r>
                <a:r>
                  <a:rPr lang="zh-CN" altLang="en-US" dirty="0"/>
                  <a:t>局部一致稳定</a:t>
                </a:r>
                <a:r>
                  <a:rPr lang="en-US" altLang="zh-CN" dirty="0"/>
                  <a:t>+</a:t>
                </a:r>
                <a:r>
                  <a:rPr lang="zh-CN" altLang="en-US" dirty="0"/>
                  <a:t>全局一致有界</a:t>
                </a:r>
                <a:endParaRPr lang="en-US" altLang="zh-CN" dirty="0"/>
              </a:p>
              <a:p>
                <a:r>
                  <a:rPr lang="zh-CN" altLang="en-US" dirty="0"/>
                  <a:t>好生简洁</a:t>
                </a:r>
              </a:p>
            </p:txBody>
          </p:sp>
        </mc:Choice>
        <mc:Fallback xmlns="">
          <p:sp>
            <p:nvSpPr>
              <p:cNvPr id="3" name="备注占位符 2"/>
              <p:cNvSpPr>
                <a:spLocks noGrp="1"/>
              </p:cNvSpPr>
              <p:nvPr>
                <p:ph type="body" idx="1"/>
              </p:nvPr>
            </p:nvSpPr>
            <p:spPr/>
            <p:txBody>
              <a:bodyPr/>
              <a:lstStyle/>
              <a:p>
                <a:r>
                  <a:rPr lang="zh-CN" altLang="en-US" dirty="0"/>
                  <a:t>由全局定义推出局部定义，可以，但是由局部定义推出全局定义，不只是需要改变考察域，还需要改变比较函数：</a:t>
                </a:r>
                <a:r>
                  <a:rPr lang="zh-CN" altLang="en-US" sz="1200" i="0">
                    <a:solidFill>
                      <a:srgbClr val="FFFF00"/>
                    </a:solidFill>
                    <a:latin typeface="Cambria Math" panose="02040503050406030204" pitchFamily="18" charset="0"/>
                  </a:rPr>
                  <a:t>𝒦_∞</a:t>
                </a:r>
                <a:r>
                  <a:rPr lang="zh-CN" altLang="en-US" sz="1200" b="1" dirty="0">
                    <a:solidFill>
                      <a:srgbClr val="FFFF00"/>
                    </a:solidFill>
                    <a:sym typeface="Euclid Math One"/>
                  </a:rPr>
                  <a:t>类函数当</a:t>
                </a:r>
                <a:r>
                  <a:rPr lang="zh-CN" altLang="en-US" sz="1200" i="0">
                    <a:solidFill>
                      <a:srgbClr val="FFFF00"/>
                    </a:solidFill>
                    <a:latin typeface="Cambria Math" panose="02040503050406030204" pitchFamily="18" charset="0"/>
                  </a:rPr>
                  <a:t>𝑟→∞</a:t>
                </a:r>
                <a:r>
                  <a:rPr lang="zh-CN" altLang="en-US" sz="1200" b="1" dirty="0">
                    <a:solidFill>
                      <a:srgbClr val="FFFF00"/>
                    </a:solidFill>
                    <a:sym typeface="Euclid Math One"/>
                  </a:rPr>
                  <a:t>时，</a:t>
                </a:r>
                <a:r>
                  <a:rPr lang="zh-CN" altLang="en-US" sz="1200" i="0">
                    <a:solidFill>
                      <a:srgbClr val="FFFF00"/>
                    </a:solidFill>
                    <a:latin typeface="Cambria Math" panose="02040503050406030204" pitchFamily="18" charset="0"/>
                  </a:rPr>
                  <a:t>𝛼(𝑟)→∞</a:t>
                </a:r>
                <a:r>
                  <a:rPr lang="zh-CN" altLang="en-US" sz="1200" b="1" dirty="0">
                    <a:solidFill>
                      <a:srgbClr val="FFFF00"/>
                    </a:solidFill>
                    <a:sym typeface="Euclid Math One"/>
                  </a:rPr>
                  <a:t> 在局部不必要</a:t>
                </a:r>
                <a:endParaRPr lang="en-US" altLang="zh-CN" dirty="0"/>
              </a:p>
              <a:p>
                <a:r>
                  <a:rPr lang="zh-CN" altLang="en-US" dirty="0"/>
                  <a:t>全局一致稳定 </a:t>
                </a:r>
                <a:r>
                  <a:rPr lang="en-US" altLang="zh-CN" dirty="0"/>
                  <a:t>= </a:t>
                </a:r>
                <a:r>
                  <a:rPr lang="zh-CN" altLang="en-US" dirty="0"/>
                  <a:t>局部一致稳定</a:t>
                </a:r>
                <a:r>
                  <a:rPr lang="en-US" altLang="zh-CN" dirty="0"/>
                  <a:t>+</a:t>
                </a:r>
                <a:r>
                  <a:rPr lang="zh-CN" altLang="en-US" dirty="0"/>
                  <a:t>全局一致有界</a:t>
                </a:r>
                <a:endParaRPr lang="en-US" altLang="zh-CN" dirty="0"/>
              </a:p>
              <a:p>
                <a:r>
                  <a:rPr lang="zh-CN" altLang="en-US" dirty="0"/>
                  <a:t>好生简洁</a:t>
                </a:r>
              </a:p>
            </p:txBody>
          </p:sp>
        </mc:Fallback>
      </mc:AlternateContent>
      <p:sp>
        <p:nvSpPr>
          <p:cNvPr id="4" name="灯片编号占位符 3"/>
          <p:cNvSpPr>
            <a:spLocks noGrp="1"/>
          </p:cNvSpPr>
          <p:nvPr>
            <p:ph type="sldNum" sz="quarter" idx="10"/>
          </p:nvPr>
        </p:nvSpPr>
        <p:spPr/>
        <p:txBody>
          <a:bodyPr/>
          <a:lstStyle/>
          <a:p>
            <a:fld id="{2963FE79-6D02-4A35-A819-1E84485359B5}" type="slidenum">
              <a:rPr lang="zh-CN" altLang="en-US" smtClean="0"/>
              <a:t>23</a:t>
            </a:fld>
            <a:endParaRPr lang="zh-CN" altLang="en-US"/>
          </a:p>
        </p:txBody>
      </p:sp>
    </p:spTree>
    <p:extLst>
      <p:ext uri="{BB962C8B-B14F-4D97-AF65-F5344CB8AC3E}">
        <p14:creationId xmlns:p14="http://schemas.microsoft.com/office/powerpoint/2010/main" val="84471019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全局一致稳定 </a:t>
            </a:r>
            <a:r>
              <a:rPr lang="en-US" altLang="zh-CN" dirty="0"/>
              <a:t>= </a:t>
            </a:r>
            <a:r>
              <a:rPr lang="zh-CN" altLang="en-US" dirty="0"/>
              <a:t>局部一致稳定</a:t>
            </a:r>
            <a:r>
              <a:rPr lang="en-US" altLang="zh-CN" dirty="0"/>
              <a:t>+</a:t>
            </a:r>
            <a:r>
              <a:rPr lang="zh-CN" altLang="en-US" dirty="0"/>
              <a:t>全局一致有界</a:t>
            </a:r>
            <a:endParaRPr lang="en-US" altLang="zh-CN" dirty="0"/>
          </a:p>
          <a:p>
            <a:r>
              <a:rPr lang="zh-CN" altLang="en-US" dirty="0"/>
              <a:t>好生简洁</a:t>
            </a:r>
          </a:p>
        </p:txBody>
      </p:sp>
      <p:sp>
        <p:nvSpPr>
          <p:cNvPr id="4" name="灯片编号占位符 3"/>
          <p:cNvSpPr>
            <a:spLocks noGrp="1"/>
          </p:cNvSpPr>
          <p:nvPr>
            <p:ph type="sldNum" sz="quarter" idx="10"/>
          </p:nvPr>
        </p:nvSpPr>
        <p:spPr/>
        <p:txBody>
          <a:bodyPr/>
          <a:lstStyle/>
          <a:p>
            <a:fld id="{2963FE79-6D02-4A35-A819-1E84485359B5}" type="slidenum">
              <a:rPr lang="zh-CN" altLang="en-US" smtClean="0"/>
              <a:t>24</a:t>
            </a:fld>
            <a:endParaRPr lang="zh-CN" altLang="en-US"/>
          </a:p>
        </p:txBody>
      </p:sp>
    </p:spTree>
    <p:extLst>
      <p:ext uri="{BB962C8B-B14F-4D97-AF65-F5344CB8AC3E}">
        <p14:creationId xmlns:p14="http://schemas.microsoft.com/office/powerpoint/2010/main" val="97311900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由定义</a:t>
            </a:r>
            <a:r>
              <a:rPr lang="en-US" altLang="zh-CN" dirty="0"/>
              <a:t>2</a:t>
            </a:r>
            <a:r>
              <a:rPr lang="zh-CN" altLang="en-US" dirty="0"/>
              <a:t>推出定义</a:t>
            </a:r>
            <a:r>
              <a:rPr lang="en-US" altLang="zh-CN" dirty="0"/>
              <a:t>1</a:t>
            </a:r>
            <a:r>
              <a:rPr lang="zh-CN" altLang="en-US" dirty="0"/>
              <a:t>，可以，但是由定义</a:t>
            </a:r>
            <a:r>
              <a:rPr lang="en-US" altLang="zh-CN" dirty="0"/>
              <a:t>1</a:t>
            </a:r>
            <a:r>
              <a:rPr lang="zh-CN" altLang="en-US" dirty="0"/>
              <a:t>推出定义</a:t>
            </a:r>
            <a:r>
              <a:rPr lang="en-US" altLang="zh-CN" dirty="0"/>
              <a:t>2</a:t>
            </a:r>
            <a:r>
              <a:rPr lang="zh-CN" altLang="en-US" dirty="0"/>
              <a:t>，并不直接</a:t>
            </a:r>
            <a:endParaRPr lang="en-US" altLang="zh-CN" dirty="0"/>
          </a:p>
          <a:p>
            <a:r>
              <a:rPr lang="zh-CN" altLang="en-US" dirty="0"/>
              <a:t>当</a:t>
            </a:r>
            <a:r>
              <a:rPr lang="en-US" altLang="zh-CN" dirty="0"/>
              <a:t>\beta</a:t>
            </a:r>
            <a:r>
              <a:rPr lang="zh-CN" altLang="en-US" dirty="0"/>
              <a:t>变成一个指数</a:t>
            </a:r>
          </a:p>
        </p:txBody>
      </p:sp>
      <p:sp>
        <p:nvSpPr>
          <p:cNvPr id="4" name="灯片编号占位符 3"/>
          <p:cNvSpPr>
            <a:spLocks noGrp="1"/>
          </p:cNvSpPr>
          <p:nvPr>
            <p:ph type="sldNum" sz="quarter" idx="10"/>
          </p:nvPr>
        </p:nvSpPr>
        <p:spPr/>
        <p:txBody>
          <a:bodyPr/>
          <a:lstStyle/>
          <a:p>
            <a:fld id="{2963FE79-6D02-4A35-A819-1E84485359B5}" type="slidenum">
              <a:rPr lang="zh-CN" altLang="en-US" smtClean="0"/>
              <a:t>25</a:t>
            </a:fld>
            <a:endParaRPr lang="zh-CN" altLang="en-US"/>
          </a:p>
        </p:txBody>
      </p:sp>
    </p:spTree>
    <p:extLst>
      <p:ext uri="{BB962C8B-B14F-4D97-AF65-F5344CB8AC3E}">
        <p14:creationId xmlns:p14="http://schemas.microsoft.com/office/powerpoint/2010/main" val="84471019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备注占位符 2"/>
              <p:cNvSpPr>
                <a:spLocks noGrp="1"/>
              </p:cNvSpPr>
              <p:nvPr>
                <p:ph type="body" idx="1"/>
              </p:nvPr>
            </p:nvSpPr>
            <p:spPr/>
            <p:txBody>
              <a:bodyPr/>
              <a:lstStyle/>
              <a:p>
                <a14:m>
                  <m:oMath xmlns:m="http://schemas.openxmlformats.org/officeDocument/2006/math">
                    <m:r>
                      <a:rPr lang="zh-CN" altLang="en-US" sz="1200" i="1" smtClean="0">
                        <a:solidFill>
                          <a:srgbClr val="00FFFF"/>
                        </a:solidFill>
                        <a:latin typeface="Cambria Math" panose="02040503050406030204" pitchFamily="18" charset="0"/>
                      </a:rPr>
                      <m:t>𝒦</m:t>
                    </m:r>
                  </m:oMath>
                </a14:m>
                <a:r>
                  <a:rPr lang="zh-CN" altLang="en-US" b="1" dirty="0"/>
                  <a:t>类函数：</a:t>
                </a:r>
                <a:r>
                  <a:rPr lang="zh-CN" altLang="en-US" sz="1200" b="1" dirty="0">
                    <a:solidFill>
                      <a:srgbClr val="FFFF00"/>
                    </a:solidFill>
                  </a:rPr>
                  <a:t>严格递增</a:t>
                </a:r>
                <a:r>
                  <a:rPr lang="zh-CN" altLang="en-US" sz="1200" b="1" dirty="0"/>
                  <a:t>且在</a:t>
                </a:r>
                <a:r>
                  <a:rPr lang="en-US" altLang="zh-CN" sz="1200" b="1" dirty="0"/>
                  <a:t>0</a:t>
                </a:r>
                <a:r>
                  <a:rPr lang="zh-CN" altLang="en-US" sz="1200" b="1" dirty="0"/>
                  <a:t>点取</a:t>
                </a:r>
                <a:r>
                  <a:rPr lang="en-US" altLang="zh-CN" sz="1200" b="1" dirty="0"/>
                  <a:t>0</a:t>
                </a:r>
              </a:p>
              <a:p>
                <a14:m>
                  <m:oMath xmlns:m="http://schemas.openxmlformats.org/officeDocument/2006/math">
                    <m:r>
                      <a:rPr lang="zh-CN" altLang="en-US" sz="1200" i="1" smtClean="0">
                        <a:solidFill>
                          <a:srgbClr val="00FFFF"/>
                        </a:solidFill>
                        <a:latin typeface="Cambria Math" panose="02040503050406030204" pitchFamily="18" charset="0"/>
                      </a:rPr>
                      <m:t>𝒦</m:t>
                    </m:r>
                  </m:oMath>
                </a14:m>
                <a:r>
                  <a:rPr lang="zh-CN" altLang="en-US" b="1" dirty="0"/>
                  <a:t>类函数的设计：联系</a:t>
                </a:r>
                <a14:m>
                  <m:oMath xmlns:m="http://schemas.openxmlformats.org/officeDocument/2006/math">
                    <m:r>
                      <a:rPr lang="zh-CN" altLang="en-US" i="1" smtClean="0">
                        <a:solidFill>
                          <a:schemeClr val="bg1"/>
                        </a:solidFill>
                        <a:latin typeface="Cambria Math" panose="02040503050406030204" pitchFamily="18" charset="0"/>
                      </a:rPr>
                      <m:t>𝜀</m:t>
                    </m:r>
                  </m:oMath>
                </a14:m>
                <a:r>
                  <a:rPr lang="en-US" altLang="zh-CN" sz="1200" b="1" dirty="0"/>
                  <a:t>-</a:t>
                </a:r>
                <a14:m>
                  <m:oMath xmlns:m="http://schemas.openxmlformats.org/officeDocument/2006/math">
                    <m:r>
                      <a:rPr lang="zh-CN" altLang="en-US" i="1" smtClean="0">
                        <a:solidFill>
                          <a:schemeClr val="bg1"/>
                        </a:solidFill>
                        <a:latin typeface="Cambria Math" panose="02040503050406030204" pitchFamily="18" charset="0"/>
                      </a:rPr>
                      <m:t>𝛿</m:t>
                    </m:r>
                  </m:oMath>
                </a14:m>
                <a:r>
                  <a:rPr lang="zh-CN" altLang="en-US" sz="1200" b="1" dirty="0"/>
                  <a:t>语言</a:t>
                </a:r>
                <a:endParaRPr lang="en-US" altLang="zh-CN" sz="1200" b="1" dirty="0"/>
              </a:p>
            </p:txBody>
          </p:sp>
        </mc:Choice>
        <mc:Fallback xmlns="">
          <p:sp>
            <p:nvSpPr>
              <p:cNvPr id="3" name="备注占位符 2"/>
              <p:cNvSpPr>
                <a:spLocks noGrp="1"/>
              </p:cNvSpPr>
              <p:nvPr>
                <p:ph type="body" idx="1"/>
              </p:nvPr>
            </p:nvSpPr>
            <p:spPr/>
            <p:txBody>
              <a:bodyPr/>
              <a:lstStyle/>
              <a:p>
                <a:r>
                  <a:rPr lang="zh-CN" altLang="en-US" sz="1200" i="0">
                    <a:solidFill>
                      <a:srgbClr val="00FFFF"/>
                    </a:solidFill>
                    <a:latin typeface="Cambria Math" panose="02040503050406030204" pitchFamily="18" charset="0"/>
                  </a:rPr>
                  <a:t>𝒦</a:t>
                </a:r>
                <a:r>
                  <a:rPr lang="zh-CN" altLang="en-US" b="1" dirty="0"/>
                  <a:t>类函数：</a:t>
                </a:r>
                <a:r>
                  <a:rPr lang="zh-CN" altLang="en-US" sz="1200" b="1" dirty="0">
                    <a:solidFill>
                      <a:srgbClr val="FFFF00"/>
                    </a:solidFill>
                  </a:rPr>
                  <a:t>严格递增</a:t>
                </a:r>
                <a:r>
                  <a:rPr lang="zh-CN" altLang="en-US" sz="1200" b="1" dirty="0"/>
                  <a:t>且在</a:t>
                </a:r>
                <a:r>
                  <a:rPr lang="en-US" altLang="zh-CN" sz="1200" b="1" dirty="0"/>
                  <a:t>0</a:t>
                </a:r>
                <a:r>
                  <a:rPr lang="zh-CN" altLang="en-US" sz="1200" b="1" dirty="0"/>
                  <a:t>点取</a:t>
                </a:r>
                <a:r>
                  <a:rPr lang="en-US" altLang="zh-CN" sz="1200" b="1" dirty="0"/>
                  <a:t>0</a:t>
                </a:r>
              </a:p>
              <a:p>
                <a:r>
                  <a:rPr lang="zh-CN" altLang="en-US" sz="1200" i="0">
                    <a:solidFill>
                      <a:srgbClr val="00FFFF"/>
                    </a:solidFill>
                    <a:latin typeface="Cambria Math" panose="02040503050406030204" pitchFamily="18" charset="0"/>
                  </a:rPr>
                  <a:t>𝒦</a:t>
                </a:r>
                <a:r>
                  <a:rPr lang="zh-CN" altLang="en-US" b="1" dirty="0"/>
                  <a:t>类函数的设计</a:t>
                </a:r>
                <a:endParaRPr lang="en-US" altLang="zh-CN" sz="1200" b="1" dirty="0"/>
              </a:p>
            </p:txBody>
          </p:sp>
        </mc:Fallback>
      </mc:AlternateContent>
      <p:sp>
        <p:nvSpPr>
          <p:cNvPr id="4" name="页脚占位符 3"/>
          <p:cNvSpPr>
            <a:spLocks noGrp="1"/>
          </p:cNvSpPr>
          <p:nvPr>
            <p:ph type="ftr" sz="quarter" idx="10"/>
          </p:nvPr>
        </p:nvSpPr>
        <p:spPr/>
        <p:txBody>
          <a:bodyPr/>
          <a:lstStyle/>
          <a:p>
            <a:endParaRPr lang="zh-CN" altLang="en-US"/>
          </a:p>
        </p:txBody>
      </p:sp>
      <p:sp>
        <p:nvSpPr>
          <p:cNvPr id="5" name="灯片编号占位符 4"/>
          <p:cNvSpPr>
            <a:spLocks noGrp="1"/>
          </p:cNvSpPr>
          <p:nvPr>
            <p:ph type="sldNum" sz="quarter" idx="11"/>
          </p:nvPr>
        </p:nvSpPr>
        <p:spPr/>
        <p:txBody>
          <a:bodyPr/>
          <a:lstStyle/>
          <a:p>
            <a:fld id="{2963FE79-6D02-4A35-A819-1E84485359B5}" type="slidenum">
              <a:rPr lang="zh-CN" altLang="en-US" smtClean="0"/>
              <a:t>26</a:t>
            </a:fld>
            <a:endParaRPr lang="zh-CN" altLang="en-US"/>
          </a:p>
        </p:txBody>
      </p:sp>
    </p:spTree>
    <p:extLst>
      <p:ext uri="{BB962C8B-B14F-4D97-AF65-F5344CB8AC3E}">
        <p14:creationId xmlns:p14="http://schemas.microsoft.com/office/powerpoint/2010/main" val="294437595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修改后的稳定性定义需要借助比较函数概念与李雅普诺夫方法连接。</a:t>
            </a:r>
            <a:endParaRPr lang="en-US" altLang="zh-CN" dirty="0"/>
          </a:p>
          <a:p>
            <a:endParaRPr lang="zh-CN" altLang="en-US" dirty="0"/>
          </a:p>
        </p:txBody>
      </p:sp>
      <p:sp>
        <p:nvSpPr>
          <p:cNvPr id="4" name="灯片编号占位符 3"/>
          <p:cNvSpPr>
            <a:spLocks noGrp="1"/>
          </p:cNvSpPr>
          <p:nvPr>
            <p:ph type="sldNum" sz="quarter" idx="10"/>
          </p:nvPr>
        </p:nvSpPr>
        <p:spPr/>
        <p:txBody>
          <a:bodyPr/>
          <a:lstStyle/>
          <a:p>
            <a:fld id="{2963FE79-6D02-4A35-A819-1E84485359B5}" type="slidenum">
              <a:rPr lang="zh-CN" altLang="en-US" smtClean="0"/>
              <a:t>27</a:t>
            </a:fld>
            <a:endParaRPr lang="zh-CN" altLang="en-US"/>
          </a:p>
        </p:txBody>
      </p:sp>
      <p:sp>
        <p:nvSpPr>
          <p:cNvPr id="5" name="页脚占位符 4"/>
          <p:cNvSpPr>
            <a:spLocks noGrp="1"/>
          </p:cNvSpPr>
          <p:nvPr>
            <p:ph type="ftr" sz="quarter" idx="11"/>
          </p:nvPr>
        </p:nvSpPr>
        <p:spPr/>
        <p:txBody>
          <a:bodyPr/>
          <a:lstStyle/>
          <a:p>
            <a:endParaRPr lang="zh-CN" altLang="en-US"/>
          </a:p>
        </p:txBody>
      </p:sp>
    </p:spTree>
    <p:extLst>
      <p:ext uri="{BB962C8B-B14F-4D97-AF65-F5344CB8AC3E}">
        <p14:creationId xmlns:p14="http://schemas.microsoft.com/office/powerpoint/2010/main" val="380267888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两个定义建立李雅普诺夫函数与比较函数的联系</a:t>
            </a:r>
            <a:endParaRPr lang="en-US" altLang="zh-CN" dirty="0"/>
          </a:p>
          <a:p>
            <a:r>
              <a:rPr lang="zh-CN" altLang="en-US" dirty="0"/>
              <a:t>比较函数的巧妙之处</a:t>
            </a:r>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a:t>de-crescent(</a:t>
            </a:r>
            <a:r>
              <a:rPr lang="zh-CN" altLang="en-US" dirty="0"/>
              <a:t>月牙，上弦月，逐渐增大</a:t>
            </a:r>
            <a:r>
              <a:rPr lang="en-US" altLang="zh-CN" dirty="0"/>
              <a:t>)</a:t>
            </a:r>
            <a:r>
              <a:rPr lang="zh-CN" altLang="en-US" dirty="0"/>
              <a:t>，加</a:t>
            </a:r>
            <a:r>
              <a:rPr lang="en-US" altLang="zh-CN" dirty="0"/>
              <a:t>de</a:t>
            </a:r>
            <a:r>
              <a:rPr lang="zh-CN" altLang="en-US" dirty="0"/>
              <a:t>变反义</a:t>
            </a:r>
            <a:endParaRPr lang="en-US" altLang="zh-CN" dirty="0"/>
          </a:p>
        </p:txBody>
      </p:sp>
      <p:sp>
        <p:nvSpPr>
          <p:cNvPr id="4" name="灯片编号占位符 3"/>
          <p:cNvSpPr>
            <a:spLocks noGrp="1"/>
          </p:cNvSpPr>
          <p:nvPr>
            <p:ph type="sldNum" sz="quarter" idx="10"/>
          </p:nvPr>
        </p:nvSpPr>
        <p:spPr/>
        <p:txBody>
          <a:bodyPr/>
          <a:lstStyle/>
          <a:p>
            <a:fld id="{2963FE79-6D02-4A35-A819-1E84485359B5}" type="slidenum">
              <a:rPr lang="zh-CN" altLang="en-US" smtClean="0"/>
              <a:t>28</a:t>
            </a:fld>
            <a:endParaRPr lang="zh-CN" altLang="en-US"/>
          </a:p>
        </p:txBody>
      </p:sp>
    </p:spTree>
    <p:extLst>
      <p:ext uri="{BB962C8B-B14F-4D97-AF65-F5344CB8AC3E}">
        <p14:creationId xmlns:p14="http://schemas.microsoft.com/office/powerpoint/2010/main" val="84471019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r>
                      <a:rPr lang="zh-CN" altLang="en-US" sz="1200" i="1" smtClean="0">
                        <a:solidFill>
                          <a:srgbClr val="00FFFF"/>
                        </a:solidFill>
                        <a:latin typeface="Cambria Math" panose="02040503050406030204" pitchFamily="18" charset="0"/>
                      </a:rPr>
                      <m:t>𝒦</m:t>
                    </m:r>
                  </m:oMath>
                </a14:m>
                <a:r>
                  <a:rPr lang="zh-CN" altLang="en-US" b="1" dirty="0"/>
                  <a:t>类函数：</a:t>
                </a:r>
                <a:r>
                  <a:rPr lang="zh-CN" altLang="en-US" sz="1200" b="1" dirty="0">
                    <a:solidFill>
                      <a:srgbClr val="FFFF00"/>
                    </a:solidFill>
                  </a:rPr>
                  <a:t>严格递增</a:t>
                </a:r>
                <a:r>
                  <a:rPr lang="zh-CN" altLang="en-US" sz="1200" b="1" dirty="0"/>
                  <a:t>且在</a:t>
                </a:r>
                <a:r>
                  <a:rPr lang="en-US" altLang="zh-CN" sz="1200" b="1" dirty="0"/>
                  <a:t>0</a:t>
                </a:r>
                <a:r>
                  <a:rPr lang="zh-CN" altLang="en-US" sz="1200" b="1" dirty="0"/>
                  <a:t>点取</a:t>
                </a:r>
                <a:r>
                  <a:rPr lang="en-US" altLang="zh-CN" sz="1200" b="1" dirty="0"/>
                  <a:t>0</a:t>
                </a:r>
              </a:p>
              <a:p>
                <a:pPr marL="0" marR="0" lvl="0" indent="0" algn="l"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sSub>
                      <m:sSubPr>
                        <m:ctrlPr>
                          <a:rPr lang="zh-CN" altLang="en-US" sz="1200" i="1" smtClean="0">
                            <a:solidFill>
                              <a:srgbClr val="00FFFF"/>
                            </a:solidFill>
                            <a:latin typeface="Cambria Math" panose="02040503050406030204" pitchFamily="18" charset="0"/>
                          </a:rPr>
                        </m:ctrlPr>
                      </m:sSubPr>
                      <m:e>
                        <m:r>
                          <a:rPr lang="zh-CN" altLang="en-US" sz="1200" i="1">
                            <a:solidFill>
                              <a:srgbClr val="00FFFF"/>
                            </a:solidFill>
                            <a:latin typeface="Cambria Math" panose="02040503050406030204" pitchFamily="18" charset="0"/>
                          </a:rPr>
                          <m:t>𝒦</m:t>
                        </m:r>
                      </m:e>
                      <m:sub>
                        <m:r>
                          <a:rPr lang="zh-CN" altLang="en-US" sz="1200" i="1">
                            <a:solidFill>
                              <a:srgbClr val="00FFFF"/>
                            </a:solidFill>
                            <a:latin typeface="Cambria Math" panose="02040503050406030204" pitchFamily="18" charset="0"/>
                          </a:rPr>
                          <m:t>∞</m:t>
                        </m:r>
                      </m:sub>
                    </m:sSub>
                  </m:oMath>
                </a14:m>
                <a:r>
                  <a:rPr lang="zh-CN" altLang="en-US" b="1" dirty="0"/>
                  <a:t>类函数：</a:t>
                </a:r>
                <a:r>
                  <a:rPr lang="zh-CN" altLang="en-US" sz="1200" b="1" dirty="0">
                    <a:solidFill>
                      <a:srgbClr val="FFFF00"/>
                    </a:solidFill>
                  </a:rPr>
                  <a:t>严格递增</a:t>
                </a:r>
                <a:r>
                  <a:rPr lang="zh-CN" altLang="en-US" sz="1200" b="1" dirty="0"/>
                  <a:t>且在</a:t>
                </a:r>
                <a:r>
                  <a:rPr lang="en-US" altLang="zh-CN" sz="1200" b="1" dirty="0"/>
                  <a:t>0</a:t>
                </a:r>
                <a:r>
                  <a:rPr lang="zh-CN" altLang="en-US" sz="1200" b="1" dirty="0"/>
                  <a:t>点取</a:t>
                </a:r>
                <a:r>
                  <a:rPr lang="en-US" altLang="zh-CN" sz="1200" b="1" dirty="0"/>
                  <a:t>0</a:t>
                </a:r>
                <a:r>
                  <a:rPr lang="zh-CN" altLang="en-US" sz="1200" b="1" dirty="0"/>
                  <a:t>且自变量无穷时函数无穷</a:t>
                </a:r>
                <a:endParaRPr lang="en-US" altLang="zh-CN" sz="1200" b="1" dirty="0"/>
              </a:p>
              <a:p>
                <a:endParaRPr lang="zh-CN" altLang="en-US" dirty="0"/>
              </a:p>
            </p:txBody>
          </p:sp>
        </mc:Choice>
        <mc:Fallback xmlns="">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i="0">
                    <a:solidFill>
                      <a:srgbClr val="00FFFF"/>
                    </a:solidFill>
                    <a:latin typeface="Cambria Math" panose="02040503050406030204" pitchFamily="18" charset="0"/>
                  </a:rPr>
                  <a:t>𝒦</a:t>
                </a:r>
                <a:r>
                  <a:rPr lang="zh-CN" altLang="en-US" b="1" dirty="0"/>
                  <a:t>类函数：</a:t>
                </a:r>
                <a:r>
                  <a:rPr lang="zh-CN" altLang="en-US" sz="1200" b="1" dirty="0">
                    <a:solidFill>
                      <a:srgbClr val="FFFF00"/>
                    </a:solidFill>
                  </a:rPr>
                  <a:t>严格递增</a:t>
                </a:r>
                <a:r>
                  <a:rPr lang="zh-CN" altLang="en-US" sz="1200" b="1" dirty="0"/>
                  <a:t>且在</a:t>
                </a:r>
                <a:r>
                  <a:rPr lang="en-US" altLang="zh-CN" sz="1200" b="1" dirty="0"/>
                  <a:t>0</a:t>
                </a:r>
                <a:r>
                  <a:rPr lang="zh-CN" altLang="en-US" sz="1200" b="1" dirty="0"/>
                  <a:t>点取</a:t>
                </a:r>
                <a:r>
                  <a:rPr lang="en-US" altLang="zh-CN" sz="1200" b="1" dirty="0"/>
                  <a:t>0</a:t>
                </a: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i="0">
                    <a:solidFill>
                      <a:srgbClr val="00FFFF"/>
                    </a:solidFill>
                    <a:latin typeface="Cambria Math" panose="02040503050406030204" pitchFamily="18" charset="0"/>
                  </a:rPr>
                  <a:t>𝒦_∞</a:t>
                </a:r>
                <a:r>
                  <a:rPr lang="zh-CN" altLang="en-US" b="1" dirty="0"/>
                  <a:t>类函数：</a:t>
                </a:r>
                <a:r>
                  <a:rPr lang="zh-CN" altLang="en-US" sz="1200" b="1" dirty="0">
                    <a:solidFill>
                      <a:srgbClr val="FFFF00"/>
                    </a:solidFill>
                  </a:rPr>
                  <a:t>严格递增</a:t>
                </a:r>
                <a:r>
                  <a:rPr lang="zh-CN" altLang="en-US" sz="1200" b="1" dirty="0"/>
                  <a:t>且在</a:t>
                </a:r>
                <a:r>
                  <a:rPr lang="en-US" altLang="zh-CN" sz="1200" b="1" dirty="0"/>
                  <a:t>0</a:t>
                </a:r>
                <a:r>
                  <a:rPr lang="zh-CN" altLang="en-US" sz="1200" b="1" dirty="0"/>
                  <a:t>点取</a:t>
                </a:r>
                <a:r>
                  <a:rPr lang="en-US" altLang="zh-CN" sz="1200" b="1" dirty="0"/>
                  <a:t>0</a:t>
                </a:r>
                <a:r>
                  <a:rPr lang="zh-CN" altLang="en-US" sz="1200" b="1" dirty="0"/>
                  <a:t>且自变量无穷才函数无穷</a:t>
                </a:r>
                <a:endParaRPr lang="en-US" altLang="zh-CN" sz="1200" b="1" dirty="0"/>
              </a:p>
              <a:p>
                <a:endParaRPr lang="zh-CN" altLang="en-US" dirty="0"/>
              </a:p>
            </p:txBody>
          </p:sp>
        </mc:Fallback>
      </mc:AlternateContent>
      <p:sp>
        <p:nvSpPr>
          <p:cNvPr id="4" name="灯片编号占位符 3"/>
          <p:cNvSpPr>
            <a:spLocks noGrp="1"/>
          </p:cNvSpPr>
          <p:nvPr>
            <p:ph type="sldNum" sz="quarter" idx="10"/>
          </p:nvPr>
        </p:nvSpPr>
        <p:spPr/>
        <p:txBody>
          <a:bodyPr/>
          <a:lstStyle/>
          <a:p>
            <a:fld id="{2963FE79-6D02-4A35-A819-1E84485359B5}" type="slidenum">
              <a:rPr lang="zh-CN" altLang="en-US" smtClean="0"/>
              <a:t>29</a:t>
            </a:fld>
            <a:endParaRPr lang="zh-CN" altLang="en-US"/>
          </a:p>
        </p:txBody>
      </p:sp>
    </p:spTree>
    <p:extLst>
      <p:ext uri="{BB962C8B-B14F-4D97-AF65-F5344CB8AC3E}">
        <p14:creationId xmlns:p14="http://schemas.microsoft.com/office/powerpoint/2010/main" val="1808217209"/>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r>
                      <a:rPr lang="zh-CN" altLang="en-US" sz="1200" b="0" i="1" smtClean="0">
                        <a:solidFill>
                          <a:srgbClr val="00FFFF"/>
                        </a:solidFill>
                        <a:latin typeface="Cambria Math" panose="02040503050406030204" pitchFamily="18" charset="0"/>
                      </a:rPr>
                      <m:t>𝒦</m:t>
                    </m:r>
                  </m:oMath>
                </a14:m>
                <a:r>
                  <a:rPr lang="zh-CN" altLang="en-US" b="0" dirty="0"/>
                  <a:t>类函数：</a:t>
                </a:r>
                <a:r>
                  <a:rPr lang="zh-CN" altLang="en-US" sz="1200" b="0" dirty="0">
                    <a:solidFill>
                      <a:srgbClr val="FFFF00"/>
                    </a:solidFill>
                  </a:rPr>
                  <a:t>严格递增</a:t>
                </a:r>
                <a:r>
                  <a:rPr lang="zh-CN" altLang="en-US" sz="1200" b="0" dirty="0"/>
                  <a:t>且在</a:t>
                </a:r>
                <a:r>
                  <a:rPr lang="en-US" altLang="zh-CN" sz="1200" b="0" dirty="0"/>
                  <a:t>0</a:t>
                </a:r>
                <a:r>
                  <a:rPr lang="zh-CN" altLang="en-US" sz="1200" b="0" dirty="0"/>
                  <a:t>点取</a:t>
                </a:r>
                <a:r>
                  <a:rPr lang="en-US" altLang="zh-CN" sz="1200" b="0" dirty="0"/>
                  <a:t>0</a:t>
                </a:r>
              </a:p>
              <a:p>
                <a:pPr marL="0" marR="0" lvl="0" indent="0" algn="l"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sSub>
                      <m:sSubPr>
                        <m:ctrlPr>
                          <a:rPr lang="zh-CN" altLang="en-US" sz="1200" b="0" i="1" smtClean="0">
                            <a:solidFill>
                              <a:srgbClr val="00FFFF"/>
                            </a:solidFill>
                            <a:latin typeface="Cambria Math" panose="02040503050406030204" pitchFamily="18" charset="0"/>
                          </a:rPr>
                        </m:ctrlPr>
                      </m:sSubPr>
                      <m:e>
                        <m:r>
                          <a:rPr lang="zh-CN" altLang="en-US" sz="1200" b="0" i="1">
                            <a:solidFill>
                              <a:srgbClr val="00FFFF"/>
                            </a:solidFill>
                            <a:latin typeface="Cambria Math" panose="02040503050406030204" pitchFamily="18" charset="0"/>
                          </a:rPr>
                          <m:t>𝒦</m:t>
                        </m:r>
                      </m:e>
                      <m:sub>
                        <m:r>
                          <a:rPr lang="zh-CN" altLang="en-US" sz="1200" b="0" i="1">
                            <a:solidFill>
                              <a:srgbClr val="00FFFF"/>
                            </a:solidFill>
                            <a:latin typeface="Cambria Math" panose="02040503050406030204" pitchFamily="18" charset="0"/>
                          </a:rPr>
                          <m:t>∞</m:t>
                        </m:r>
                      </m:sub>
                    </m:sSub>
                  </m:oMath>
                </a14:m>
                <a:r>
                  <a:rPr lang="zh-CN" altLang="en-US" b="0" dirty="0"/>
                  <a:t>类函数：</a:t>
                </a:r>
                <a:r>
                  <a:rPr lang="zh-CN" altLang="en-US" sz="1200" b="0" dirty="0">
                    <a:solidFill>
                      <a:srgbClr val="FFFF00"/>
                    </a:solidFill>
                  </a:rPr>
                  <a:t>严格递增</a:t>
                </a:r>
                <a:r>
                  <a:rPr lang="zh-CN" altLang="en-US" sz="1200" b="0" dirty="0"/>
                  <a:t>且在</a:t>
                </a:r>
                <a:r>
                  <a:rPr lang="en-US" altLang="zh-CN" sz="1200" b="0" dirty="0"/>
                  <a:t>0</a:t>
                </a:r>
                <a:r>
                  <a:rPr lang="zh-CN" altLang="en-US" sz="1200" b="0" dirty="0"/>
                  <a:t>点取</a:t>
                </a:r>
                <a:r>
                  <a:rPr lang="en-US" altLang="zh-CN" sz="1200" b="0" dirty="0"/>
                  <a:t>0</a:t>
                </a:r>
                <a:r>
                  <a:rPr lang="zh-CN" altLang="en-US" sz="1200" b="0" dirty="0"/>
                  <a:t>且自变量无穷才函数无穷</a:t>
                </a:r>
                <a:endParaRPr lang="en-US" altLang="zh-CN" sz="1200" b="0" dirty="0"/>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b="0" dirty="0"/>
                  <a:t>正定函数被</a:t>
                </a:r>
                <a14:m>
                  <m:oMath xmlns:m="http://schemas.openxmlformats.org/officeDocument/2006/math">
                    <m:r>
                      <a:rPr lang="zh-CN" altLang="en-US" sz="1200" b="0" i="1" smtClean="0">
                        <a:solidFill>
                          <a:srgbClr val="00FFFF"/>
                        </a:solidFill>
                        <a:latin typeface="Cambria Math" panose="02040503050406030204" pitchFamily="18" charset="0"/>
                      </a:rPr>
                      <m:t>𝒦</m:t>
                    </m:r>
                  </m:oMath>
                </a14:m>
                <a:r>
                  <a:rPr lang="zh-CN" altLang="en-US" b="0" dirty="0"/>
                  <a:t>类函数约束</a:t>
                </a:r>
              </a:p>
            </p:txBody>
          </p:sp>
        </mc:Choice>
        <mc:Fallback xmlns="">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i="0">
                    <a:solidFill>
                      <a:srgbClr val="00FFFF"/>
                    </a:solidFill>
                    <a:latin typeface="Cambria Math" panose="02040503050406030204" pitchFamily="18" charset="0"/>
                  </a:rPr>
                  <a:t>𝒦</a:t>
                </a:r>
                <a:r>
                  <a:rPr lang="zh-CN" altLang="en-US" b="1" dirty="0"/>
                  <a:t>类函数：</a:t>
                </a:r>
                <a:r>
                  <a:rPr lang="zh-CN" altLang="en-US" sz="1200" b="1" dirty="0">
                    <a:solidFill>
                      <a:srgbClr val="FFFF00"/>
                    </a:solidFill>
                  </a:rPr>
                  <a:t>严格递增</a:t>
                </a:r>
                <a:r>
                  <a:rPr lang="zh-CN" altLang="en-US" sz="1200" b="1" dirty="0"/>
                  <a:t>且在</a:t>
                </a:r>
                <a:r>
                  <a:rPr lang="en-US" altLang="zh-CN" sz="1200" b="1" dirty="0"/>
                  <a:t>0</a:t>
                </a:r>
                <a:r>
                  <a:rPr lang="zh-CN" altLang="en-US" sz="1200" b="1" dirty="0"/>
                  <a:t>点取</a:t>
                </a:r>
                <a:r>
                  <a:rPr lang="en-US" altLang="zh-CN" sz="1200" b="1" dirty="0"/>
                  <a:t>0</a:t>
                </a: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i="0">
                    <a:solidFill>
                      <a:srgbClr val="00FFFF"/>
                    </a:solidFill>
                    <a:latin typeface="Cambria Math" panose="02040503050406030204" pitchFamily="18" charset="0"/>
                  </a:rPr>
                  <a:t>𝒦_∞</a:t>
                </a:r>
                <a:r>
                  <a:rPr lang="zh-CN" altLang="en-US" b="1" dirty="0"/>
                  <a:t>类函数：</a:t>
                </a:r>
                <a:r>
                  <a:rPr lang="zh-CN" altLang="en-US" sz="1200" b="1" dirty="0">
                    <a:solidFill>
                      <a:srgbClr val="FFFF00"/>
                    </a:solidFill>
                  </a:rPr>
                  <a:t>严格递增</a:t>
                </a:r>
                <a:r>
                  <a:rPr lang="zh-CN" altLang="en-US" sz="1200" b="1" dirty="0"/>
                  <a:t>且在</a:t>
                </a:r>
                <a:r>
                  <a:rPr lang="en-US" altLang="zh-CN" sz="1200" b="1" dirty="0"/>
                  <a:t>0</a:t>
                </a:r>
                <a:r>
                  <a:rPr lang="zh-CN" altLang="en-US" sz="1200" b="1" dirty="0"/>
                  <a:t>点取</a:t>
                </a:r>
                <a:r>
                  <a:rPr lang="en-US" altLang="zh-CN" sz="1200" b="1" dirty="0"/>
                  <a:t>0</a:t>
                </a:r>
                <a:r>
                  <a:rPr lang="zh-CN" altLang="en-US" sz="1200" b="1" dirty="0"/>
                  <a:t>且自变量无穷才函数无穷</a:t>
                </a:r>
                <a:endParaRPr lang="en-US" altLang="zh-CN" sz="1200" b="1" dirty="0"/>
              </a:p>
              <a:p>
                <a:endParaRPr lang="zh-CN" altLang="en-US" dirty="0"/>
              </a:p>
            </p:txBody>
          </p:sp>
        </mc:Fallback>
      </mc:AlternateContent>
      <p:sp>
        <p:nvSpPr>
          <p:cNvPr id="4" name="灯片编号占位符 3"/>
          <p:cNvSpPr>
            <a:spLocks noGrp="1"/>
          </p:cNvSpPr>
          <p:nvPr>
            <p:ph type="sldNum" sz="quarter" idx="10"/>
          </p:nvPr>
        </p:nvSpPr>
        <p:spPr/>
        <p:txBody>
          <a:bodyPr/>
          <a:lstStyle/>
          <a:p>
            <a:fld id="{2963FE79-6D02-4A35-A819-1E84485359B5}" type="slidenum">
              <a:rPr lang="zh-CN" altLang="en-US" smtClean="0"/>
              <a:t>30</a:t>
            </a:fld>
            <a:endParaRPr lang="zh-CN" altLang="en-US"/>
          </a:p>
        </p:txBody>
      </p:sp>
    </p:spTree>
    <p:extLst>
      <p:ext uri="{BB962C8B-B14F-4D97-AF65-F5344CB8AC3E}">
        <p14:creationId xmlns:p14="http://schemas.microsoft.com/office/powerpoint/2010/main" val="844710194"/>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r>
                      <a:rPr lang="zh-CN" altLang="en-US" sz="1200" i="1" smtClean="0">
                        <a:solidFill>
                          <a:srgbClr val="00FFFF"/>
                        </a:solidFill>
                        <a:latin typeface="Cambria Math" panose="02040503050406030204" pitchFamily="18" charset="0"/>
                      </a:rPr>
                      <m:t>𝒦</m:t>
                    </m:r>
                  </m:oMath>
                </a14:m>
                <a:r>
                  <a:rPr lang="zh-CN" altLang="en-US" b="1" dirty="0"/>
                  <a:t>类函数：</a:t>
                </a:r>
                <a:r>
                  <a:rPr lang="zh-CN" altLang="en-US" sz="1200" b="1" dirty="0">
                    <a:solidFill>
                      <a:srgbClr val="FFFF00"/>
                    </a:solidFill>
                  </a:rPr>
                  <a:t>严格递增</a:t>
                </a:r>
                <a:r>
                  <a:rPr lang="zh-CN" altLang="en-US" sz="1200" b="1" dirty="0"/>
                  <a:t>且在</a:t>
                </a:r>
                <a:r>
                  <a:rPr lang="en-US" altLang="zh-CN" sz="1200" b="1" dirty="0"/>
                  <a:t>0</a:t>
                </a:r>
                <a:r>
                  <a:rPr lang="zh-CN" altLang="en-US" sz="1200" b="1" dirty="0"/>
                  <a:t>点取</a:t>
                </a:r>
                <a:r>
                  <a:rPr lang="en-US" altLang="zh-CN" sz="1200" b="1" dirty="0"/>
                  <a:t>0</a:t>
                </a:r>
              </a:p>
              <a:p>
                <a:pPr marL="0" marR="0" lvl="0" indent="0" algn="l"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sSub>
                      <m:sSubPr>
                        <m:ctrlPr>
                          <a:rPr lang="zh-CN" altLang="en-US" sz="1200" i="1" smtClean="0">
                            <a:solidFill>
                              <a:srgbClr val="00FFFF"/>
                            </a:solidFill>
                            <a:latin typeface="Cambria Math" panose="02040503050406030204" pitchFamily="18" charset="0"/>
                          </a:rPr>
                        </m:ctrlPr>
                      </m:sSubPr>
                      <m:e>
                        <m:r>
                          <a:rPr lang="zh-CN" altLang="en-US" sz="1200" i="1">
                            <a:solidFill>
                              <a:srgbClr val="00FFFF"/>
                            </a:solidFill>
                            <a:latin typeface="Cambria Math" panose="02040503050406030204" pitchFamily="18" charset="0"/>
                          </a:rPr>
                          <m:t>𝒦</m:t>
                        </m:r>
                      </m:e>
                      <m:sub>
                        <m:r>
                          <a:rPr lang="zh-CN" altLang="en-US" sz="1200" i="1">
                            <a:solidFill>
                              <a:srgbClr val="00FFFF"/>
                            </a:solidFill>
                            <a:latin typeface="Cambria Math" panose="02040503050406030204" pitchFamily="18" charset="0"/>
                          </a:rPr>
                          <m:t>∞</m:t>
                        </m:r>
                      </m:sub>
                    </m:sSub>
                  </m:oMath>
                </a14:m>
                <a:r>
                  <a:rPr lang="zh-CN" altLang="en-US" b="1" dirty="0"/>
                  <a:t>类函数：</a:t>
                </a:r>
                <a:r>
                  <a:rPr lang="zh-CN" altLang="en-US" sz="1200" b="1" dirty="0">
                    <a:solidFill>
                      <a:srgbClr val="FFFF00"/>
                    </a:solidFill>
                  </a:rPr>
                  <a:t>严格递增</a:t>
                </a:r>
                <a:r>
                  <a:rPr lang="zh-CN" altLang="en-US" sz="1200" b="1" dirty="0"/>
                  <a:t>且在</a:t>
                </a:r>
                <a:r>
                  <a:rPr lang="en-US" altLang="zh-CN" sz="1200" b="1" dirty="0"/>
                  <a:t>0</a:t>
                </a:r>
                <a:r>
                  <a:rPr lang="zh-CN" altLang="en-US" sz="1200" b="1" dirty="0"/>
                  <a:t>点取</a:t>
                </a:r>
                <a:r>
                  <a:rPr lang="en-US" altLang="zh-CN" sz="1200" b="1" dirty="0"/>
                  <a:t>0</a:t>
                </a:r>
                <a:r>
                  <a:rPr lang="zh-CN" altLang="en-US" sz="1200" b="1" dirty="0"/>
                  <a:t>且自变量无穷才函数无穷</a:t>
                </a:r>
                <a:endParaRPr lang="en-US" altLang="zh-CN" sz="1200" b="1" dirty="0"/>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b="1" dirty="0"/>
                  <a:t>正定函数被</a:t>
                </a:r>
                <a14:m>
                  <m:oMath xmlns:m="http://schemas.openxmlformats.org/officeDocument/2006/math">
                    <m:r>
                      <a:rPr lang="zh-CN" altLang="en-US" sz="1200" i="1" smtClean="0">
                        <a:solidFill>
                          <a:srgbClr val="00FFFF"/>
                        </a:solidFill>
                        <a:latin typeface="Cambria Math" panose="02040503050406030204" pitchFamily="18" charset="0"/>
                      </a:rPr>
                      <m:t>𝒦</m:t>
                    </m:r>
                  </m:oMath>
                </a14:m>
                <a:r>
                  <a:rPr lang="zh-CN" altLang="en-US" b="1" dirty="0"/>
                  <a:t>类函数压制</a:t>
                </a:r>
                <a:endParaRPr lang="zh-CN" altLang="en-US" dirty="0"/>
              </a:p>
            </p:txBody>
          </p:sp>
        </mc:Choice>
        <mc:Fallback xmlns="">
          <p:sp>
            <p:nvSpPr>
              <p:cNvPr id="3" name="备注占位符 2"/>
              <p:cNvSpPr>
                <a:spLocks noGrp="1"/>
              </p:cNvSpPr>
              <p:nvPr>
                <p:ph type="body" idx="1"/>
              </p:nvPr>
            </p:nvSpPr>
            <p:spPr/>
            <p:txBody>
              <a:bodyPr/>
              <a:lstStyle/>
              <a:p>
                <a:r>
                  <a:rPr lang="zh-CN" altLang="en-US" dirty="0"/>
                  <a:t>李雅普诺夫稳定、一致稳定</a:t>
                </a:r>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i="0">
                    <a:solidFill>
                      <a:srgbClr val="00FFFF"/>
                    </a:solidFill>
                    <a:latin typeface="Cambria Math" panose="02040503050406030204" pitchFamily="18" charset="0"/>
                  </a:rPr>
                  <a:t>𝒦</a:t>
                </a:r>
                <a:r>
                  <a:rPr lang="zh-CN" altLang="en-US" b="1" dirty="0"/>
                  <a:t>类函数：</a:t>
                </a:r>
                <a:r>
                  <a:rPr lang="zh-CN" altLang="en-US" sz="1200" b="1" dirty="0">
                    <a:solidFill>
                      <a:srgbClr val="FFFF00"/>
                    </a:solidFill>
                  </a:rPr>
                  <a:t>严格递增</a:t>
                </a:r>
                <a:r>
                  <a:rPr lang="zh-CN" altLang="en-US" sz="1200" b="1" dirty="0"/>
                  <a:t>且在</a:t>
                </a:r>
                <a:r>
                  <a:rPr lang="en-US" altLang="zh-CN" sz="1200" b="1" dirty="0"/>
                  <a:t>0</a:t>
                </a:r>
                <a:r>
                  <a:rPr lang="zh-CN" altLang="en-US" sz="1200" b="1" dirty="0"/>
                  <a:t>点取</a:t>
                </a:r>
                <a:r>
                  <a:rPr lang="en-US" altLang="zh-CN" sz="1200" b="1" dirty="0"/>
                  <a:t>0</a:t>
                </a: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i="0">
                    <a:solidFill>
                      <a:srgbClr val="00FFFF"/>
                    </a:solidFill>
                    <a:latin typeface="Cambria Math" panose="02040503050406030204" pitchFamily="18" charset="0"/>
                  </a:rPr>
                  <a:t>𝒦_∞</a:t>
                </a:r>
                <a:r>
                  <a:rPr lang="zh-CN" altLang="en-US" b="1" dirty="0"/>
                  <a:t>类函数：</a:t>
                </a:r>
                <a:r>
                  <a:rPr lang="zh-CN" altLang="en-US" sz="1200" b="1" dirty="0">
                    <a:solidFill>
                      <a:srgbClr val="FFFF00"/>
                    </a:solidFill>
                  </a:rPr>
                  <a:t>严格递增</a:t>
                </a:r>
                <a:r>
                  <a:rPr lang="zh-CN" altLang="en-US" sz="1200" b="1" dirty="0"/>
                  <a:t>且在</a:t>
                </a:r>
                <a:r>
                  <a:rPr lang="en-US" altLang="zh-CN" sz="1200" b="1" dirty="0"/>
                  <a:t>0</a:t>
                </a:r>
                <a:r>
                  <a:rPr lang="zh-CN" altLang="en-US" sz="1200" b="1" dirty="0"/>
                  <a:t>点取</a:t>
                </a:r>
                <a:r>
                  <a:rPr lang="en-US" altLang="zh-CN" sz="1200" b="1" dirty="0"/>
                  <a:t>0</a:t>
                </a:r>
                <a:r>
                  <a:rPr lang="zh-CN" altLang="en-US" sz="1200" b="1" dirty="0"/>
                  <a:t>且自变量无穷才函数无穷</a:t>
                </a:r>
                <a:endParaRPr lang="en-US" altLang="zh-CN" sz="1200" b="1" dirty="0"/>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b="1" dirty="0"/>
                  <a:t>正定函数被</a:t>
                </a:r>
                <a:r>
                  <a:rPr lang="zh-CN" altLang="en-US" sz="1200" i="0">
                    <a:solidFill>
                      <a:srgbClr val="00FFFF"/>
                    </a:solidFill>
                    <a:latin typeface="Cambria Math" panose="02040503050406030204" pitchFamily="18" charset="0"/>
                  </a:rPr>
                  <a:t>𝒦</a:t>
                </a:r>
                <a:r>
                  <a:rPr lang="zh-CN" altLang="en-US" b="1" dirty="0"/>
                  <a:t>类函数压制</a:t>
                </a:r>
                <a:endParaRPr lang="zh-CN" altLang="en-US" dirty="0"/>
              </a:p>
            </p:txBody>
          </p:sp>
        </mc:Fallback>
      </mc:AlternateContent>
      <p:sp>
        <p:nvSpPr>
          <p:cNvPr id="4" name="灯片编号占位符 3"/>
          <p:cNvSpPr>
            <a:spLocks noGrp="1"/>
          </p:cNvSpPr>
          <p:nvPr>
            <p:ph type="sldNum" sz="quarter" idx="10"/>
          </p:nvPr>
        </p:nvSpPr>
        <p:spPr/>
        <p:txBody>
          <a:bodyPr/>
          <a:lstStyle/>
          <a:p>
            <a:fld id="{2963FE79-6D02-4A35-A819-1E84485359B5}" type="slidenum">
              <a:rPr lang="zh-CN" altLang="en-US" smtClean="0"/>
              <a:t>31</a:t>
            </a:fld>
            <a:endParaRPr lang="zh-CN" altLang="en-US"/>
          </a:p>
        </p:txBody>
      </p:sp>
    </p:spTree>
    <p:extLst>
      <p:ext uri="{BB962C8B-B14F-4D97-AF65-F5344CB8AC3E}">
        <p14:creationId xmlns:p14="http://schemas.microsoft.com/office/powerpoint/2010/main" val="844710194"/>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备注占位符 2"/>
              <p:cNvSpPr>
                <a:spLocks noGrp="1"/>
              </p:cNvSpPr>
              <p:nvPr>
                <p:ph type="body" idx="1"/>
              </p:nvPr>
            </p:nvSpPr>
            <p:spPr/>
            <p:txBody>
              <a:bodyPr/>
              <a:lstStyle/>
              <a:p>
                <a:r>
                  <a:rPr lang="zh-CN" altLang="en-US" sz="1200" b="1" dirty="0">
                    <a:solidFill>
                      <a:schemeClr val="bg1"/>
                    </a:solidFill>
                    <a:latin typeface="Times New Roman" pitchFamily="18" charset="0"/>
                    <a:cs typeface="Times New Roman" pitchFamily="18" charset="0"/>
                  </a:rPr>
                  <a:t>证明？稳定性的定义</a:t>
                </a:r>
                <a:r>
                  <a:rPr lang="en-US" altLang="zh-CN" sz="1200" b="1" dirty="0">
                    <a:solidFill>
                      <a:schemeClr val="bg1"/>
                    </a:solidFill>
                    <a:latin typeface="Times New Roman" pitchFamily="18" charset="0"/>
                    <a:cs typeface="Times New Roman" pitchFamily="18" charset="0"/>
                  </a:rPr>
                  <a:t>+</a:t>
                </a:r>
                <a:r>
                  <a:rPr lang="zh-CN" altLang="en-US" sz="1200" b="1" dirty="0">
                    <a:solidFill>
                      <a:schemeClr val="bg1"/>
                    </a:solidFill>
                    <a:latin typeface="Times New Roman" pitchFamily="18" charset="0"/>
                    <a:cs typeface="Times New Roman" pitchFamily="18" charset="0"/>
                  </a:rPr>
                  <a:t>比较函数（自学）</a:t>
                </a:r>
                <a:endParaRPr lang="en-US" altLang="zh-CN" sz="1200" b="1" dirty="0">
                  <a:solidFill>
                    <a:schemeClr val="bg1"/>
                  </a:solidFill>
                  <a:latin typeface="Times New Roman" pitchFamily="18" charset="0"/>
                  <a:cs typeface="Times New Roman" pitchFamily="18" charset="0"/>
                </a:endParaRPr>
              </a:p>
              <a:p>
                <a:r>
                  <a:rPr lang="zh-CN" altLang="en-US" sz="1200" b="1" dirty="0">
                    <a:solidFill>
                      <a:schemeClr val="bg1"/>
                    </a:solidFill>
                    <a:latin typeface="Times New Roman" pitchFamily="18" charset="0"/>
                    <a:cs typeface="Times New Roman" pitchFamily="18" charset="0"/>
                  </a:rPr>
                  <a:t>证明思想：类比自治系统</a:t>
                </a:r>
                <a:r>
                  <a:rPr lang="en-US" altLang="zh-CN" sz="1200" b="1" dirty="0" err="1">
                    <a:solidFill>
                      <a:schemeClr val="bg1"/>
                    </a:solidFill>
                    <a:latin typeface="Times New Roman" pitchFamily="18" charset="0"/>
                    <a:cs typeface="Times New Roman" pitchFamily="18" charset="0"/>
                  </a:rPr>
                  <a:t>Lypaunov</a:t>
                </a:r>
                <a:r>
                  <a:rPr lang="zh-CN" altLang="en-US" sz="1200" b="1" dirty="0">
                    <a:solidFill>
                      <a:schemeClr val="bg1"/>
                    </a:solidFill>
                    <a:latin typeface="Times New Roman" pitchFamily="18" charset="0"/>
                    <a:cs typeface="Times New Roman" pitchFamily="18" charset="0"/>
                  </a:rPr>
                  <a:t>稳定性判定定理的证明</a:t>
                </a:r>
                <a:endParaRPr lang="en-US" altLang="zh-CN" sz="1200" b="1" dirty="0">
                  <a:solidFill>
                    <a:schemeClr val="bg1"/>
                  </a:solidFill>
                  <a:latin typeface="Times New Roman" pitchFamily="18" charset="0"/>
                  <a:cs typeface="Times New Roman" pitchFamily="18" charset="0"/>
                </a:endParaRPr>
              </a:p>
              <a:p>
                <a:r>
                  <a:rPr lang="en-US" altLang="zh-CN" sz="1200" b="1" dirty="0">
                    <a:solidFill>
                      <a:schemeClr val="bg1"/>
                    </a:solidFill>
                    <a:latin typeface="Times New Roman" pitchFamily="18" charset="0"/>
                    <a:cs typeface="Times New Roman" pitchFamily="18" charset="0"/>
                  </a:rPr>
                  <a:t>Hasan Khalil, Nonlinear Systems, 3</a:t>
                </a:r>
                <a:r>
                  <a:rPr lang="en-US" altLang="zh-CN" sz="1200" b="1" baseline="30000" dirty="0">
                    <a:solidFill>
                      <a:schemeClr val="bg1"/>
                    </a:solidFill>
                    <a:latin typeface="Times New Roman" pitchFamily="18" charset="0"/>
                    <a:cs typeface="Times New Roman" pitchFamily="18" charset="0"/>
                  </a:rPr>
                  <a:t>rd</a:t>
                </a:r>
                <a:r>
                  <a:rPr lang="en-US" altLang="zh-CN" sz="1200" b="1" dirty="0">
                    <a:solidFill>
                      <a:schemeClr val="bg1"/>
                    </a:solidFill>
                    <a:latin typeface="Times New Roman" pitchFamily="18" charset="0"/>
                    <a:cs typeface="Times New Roman" pitchFamily="18" charset="0"/>
                  </a:rPr>
                  <a:t> ed., Chapter 4.8</a:t>
                </a:r>
                <a:endParaRPr lang="zh-CN" altLang="en-US" sz="1200" b="1" dirty="0">
                  <a:solidFill>
                    <a:schemeClr val="bg1"/>
                  </a:solidFill>
                  <a:latin typeface="Times New Roman" pitchFamily="18" charset="0"/>
                  <a:cs typeface="Times New Roman"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r>
                      <a:rPr lang="zh-CN" altLang="en-US" sz="1200" i="1" smtClean="0">
                        <a:solidFill>
                          <a:srgbClr val="00FFFF"/>
                        </a:solidFill>
                        <a:latin typeface="Cambria Math" panose="02040503050406030204" pitchFamily="18" charset="0"/>
                      </a:rPr>
                      <m:t>𝒦</m:t>
                    </m:r>
                  </m:oMath>
                </a14:m>
                <a:r>
                  <a:rPr lang="zh-CN" altLang="en-US" b="1" dirty="0"/>
                  <a:t>类函数：</a:t>
                </a:r>
                <a:r>
                  <a:rPr lang="zh-CN" altLang="en-US" sz="1200" b="1" dirty="0">
                    <a:solidFill>
                      <a:srgbClr val="FFFF00"/>
                    </a:solidFill>
                  </a:rPr>
                  <a:t>严格递增</a:t>
                </a:r>
                <a:r>
                  <a:rPr lang="zh-CN" altLang="en-US" sz="1200" b="1" dirty="0"/>
                  <a:t>且在</a:t>
                </a:r>
                <a:r>
                  <a:rPr lang="en-US" altLang="zh-CN" sz="1200" b="1" dirty="0"/>
                  <a:t>0</a:t>
                </a:r>
                <a:r>
                  <a:rPr lang="zh-CN" altLang="en-US" sz="1200" b="1" dirty="0"/>
                  <a:t>点取</a:t>
                </a:r>
                <a:r>
                  <a:rPr lang="en-US" altLang="zh-CN" sz="1200" b="1" dirty="0"/>
                  <a:t>0</a:t>
                </a:r>
              </a:p>
              <a:p>
                <a:pPr marL="0" marR="0" lvl="0" indent="0" algn="l"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sSub>
                      <m:sSubPr>
                        <m:ctrlPr>
                          <a:rPr lang="zh-CN" altLang="en-US" sz="1200" i="1" smtClean="0">
                            <a:solidFill>
                              <a:srgbClr val="00FFFF"/>
                            </a:solidFill>
                            <a:latin typeface="Cambria Math" panose="02040503050406030204" pitchFamily="18" charset="0"/>
                          </a:rPr>
                        </m:ctrlPr>
                      </m:sSubPr>
                      <m:e>
                        <m:r>
                          <a:rPr lang="zh-CN" altLang="en-US" sz="1200" i="1">
                            <a:solidFill>
                              <a:srgbClr val="00FFFF"/>
                            </a:solidFill>
                            <a:latin typeface="Cambria Math" panose="02040503050406030204" pitchFamily="18" charset="0"/>
                          </a:rPr>
                          <m:t>𝒦</m:t>
                        </m:r>
                      </m:e>
                      <m:sub>
                        <m:r>
                          <a:rPr lang="zh-CN" altLang="en-US" sz="1200" i="1">
                            <a:solidFill>
                              <a:srgbClr val="00FFFF"/>
                            </a:solidFill>
                            <a:latin typeface="Cambria Math" panose="02040503050406030204" pitchFamily="18" charset="0"/>
                          </a:rPr>
                          <m:t>∞</m:t>
                        </m:r>
                      </m:sub>
                    </m:sSub>
                  </m:oMath>
                </a14:m>
                <a:r>
                  <a:rPr lang="zh-CN" altLang="en-US" b="1" dirty="0"/>
                  <a:t>类函数：</a:t>
                </a:r>
                <a:r>
                  <a:rPr lang="zh-CN" altLang="en-US" sz="1200" b="1" dirty="0">
                    <a:solidFill>
                      <a:srgbClr val="FFFF00"/>
                    </a:solidFill>
                  </a:rPr>
                  <a:t>严格递增</a:t>
                </a:r>
                <a:r>
                  <a:rPr lang="zh-CN" altLang="en-US" sz="1200" b="1" dirty="0"/>
                  <a:t>且在</a:t>
                </a:r>
                <a:r>
                  <a:rPr lang="en-US" altLang="zh-CN" sz="1200" b="1" dirty="0"/>
                  <a:t>0</a:t>
                </a:r>
                <a:r>
                  <a:rPr lang="zh-CN" altLang="en-US" sz="1200" b="1" dirty="0"/>
                  <a:t>点取</a:t>
                </a:r>
                <a:r>
                  <a:rPr lang="en-US" altLang="zh-CN" sz="1200" b="1" dirty="0"/>
                  <a:t>0</a:t>
                </a:r>
                <a:r>
                  <a:rPr lang="zh-CN" altLang="en-US" sz="1200" b="1" dirty="0"/>
                  <a:t>且自变量无穷才函数无穷</a:t>
                </a:r>
                <a:endParaRPr lang="en-US" altLang="zh-CN" sz="1200" b="1" dirty="0"/>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b="1" dirty="0"/>
                  <a:t>正定函数被</a:t>
                </a:r>
                <a14:m>
                  <m:oMath xmlns:m="http://schemas.openxmlformats.org/officeDocument/2006/math">
                    <m:r>
                      <a:rPr lang="zh-CN" altLang="en-US" sz="1200" i="1" smtClean="0">
                        <a:solidFill>
                          <a:srgbClr val="00FFFF"/>
                        </a:solidFill>
                        <a:latin typeface="Cambria Math" panose="02040503050406030204" pitchFamily="18" charset="0"/>
                      </a:rPr>
                      <m:t>𝒦</m:t>
                    </m:r>
                  </m:oMath>
                </a14:m>
                <a:r>
                  <a:rPr lang="zh-CN" altLang="en-US" b="1" dirty="0"/>
                  <a:t>类函数压制</a:t>
                </a:r>
                <a:endParaRPr lang="zh-CN" altLang="en-US" dirty="0"/>
              </a:p>
            </p:txBody>
          </p:sp>
        </mc:Choice>
        <mc:Fallback xmlns="">
          <p:sp>
            <p:nvSpPr>
              <p:cNvPr id="3" name="备注占位符 2"/>
              <p:cNvSpPr>
                <a:spLocks noGrp="1"/>
              </p:cNvSpPr>
              <p:nvPr>
                <p:ph type="body" idx="1"/>
              </p:nvPr>
            </p:nvSpPr>
            <p:spPr/>
            <p:txBody>
              <a:bodyPr/>
              <a:lstStyle/>
              <a:p>
                <a:r>
                  <a:rPr lang="zh-CN" altLang="en-US" dirty="0"/>
                  <a:t>李雅普诺夫稳定、一致稳定</a:t>
                </a:r>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i="0">
                    <a:solidFill>
                      <a:srgbClr val="00FFFF"/>
                    </a:solidFill>
                    <a:latin typeface="Cambria Math" panose="02040503050406030204" pitchFamily="18" charset="0"/>
                  </a:rPr>
                  <a:t>𝒦</a:t>
                </a:r>
                <a:r>
                  <a:rPr lang="zh-CN" altLang="en-US" b="1" dirty="0"/>
                  <a:t>类函数：</a:t>
                </a:r>
                <a:r>
                  <a:rPr lang="zh-CN" altLang="en-US" sz="1200" b="1" dirty="0">
                    <a:solidFill>
                      <a:srgbClr val="FFFF00"/>
                    </a:solidFill>
                  </a:rPr>
                  <a:t>严格递增</a:t>
                </a:r>
                <a:r>
                  <a:rPr lang="zh-CN" altLang="en-US" sz="1200" b="1" dirty="0"/>
                  <a:t>且在</a:t>
                </a:r>
                <a:r>
                  <a:rPr lang="en-US" altLang="zh-CN" sz="1200" b="1" dirty="0"/>
                  <a:t>0</a:t>
                </a:r>
                <a:r>
                  <a:rPr lang="zh-CN" altLang="en-US" sz="1200" b="1" dirty="0"/>
                  <a:t>点取</a:t>
                </a:r>
                <a:r>
                  <a:rPr lang="en-US" altLang="zh-CN" sz="1200" b="1" dirty="0"/>
                  <a:t>0</a:t>
                </a: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i="0">
                    <a:solidFill>
                      <a:srgbClr val="00FFFF"/>
                    </a:solidFill>
                    <a:latin typeface="Cambria Math" panose="02040503050406030204" pitchFamily="18" charset="0"/>
                  </a:rPr>
                  <a:t>𝒦_∞</a:t>
                </a:r>
                <a:r>
                  <a:rPr lang="zh-CN" altLang="en-US" b="1" dirty="0"/>
                  <a:t>类函数：</a:t>
                </a:r>
                <a:r>
                  <a:rPr lang="zh-CN" altLang="en-US" sz="1200" b="1" dirty="0">
                    <a:solidFill>
                      <a:srgbClr val="FFFF00"/>
                    </a:solidFill>
                  </a:rPr>
                  <a:t>严格递增</a:t>
                </a:r>
                <a:r>
                  <a:rPr lang="zh-CN" altLang="en-US" sz="1200" b="1" dirty="0"/>
                  <a:t>且在</a:t>
                </a:r>
                <a:r>
                  <a:rPr lang="en-US" altLang="zh-CN" sz="1200" b="1" dirty="0"/>
                  <a:t>0</a:t>
                </a:r>
                <a:r>
                  <a:rPr lang="zh-CN" altLang="en-US" sz="1200" b="1" dirty="0"/>
                  <a:t>点取</a:t>
                </a:r>
                <a:r>
                  <a:rPr lang="en-US" altLang="zh-CN" sz="1200" b="1" dirty="0"/>
                  <a:t>0</a:t>
                </a:r>
                <a:r>
                  <a:rPr lang="zh-CN" altLang="en-US" sz="1200" b="1" dirty="0"/>
                  <a:t>且自变量无穷才函数无穷</a:t>
                </a:r>
                <a:endParaRPr lang="en-US" altLang="zh-CN" sz="1200" b="1" dirty="0"/>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b="1" dirty="0"/>
                  <a:t>正定函数被</a:t>
                </a:r>
                <a:r>
                  <a:rPr lang="zh-CN" altLang="en-US" sz="1200" i="0">
                    <a:solidFill>
                      <a:srgbClr val="00FFFF"/>
                    </a:solidFill>
                    <a:latin typeface="Cambria Math" panose="02040503050406030204" pitchFamily="18" charset="0"/>
                  </a:rPr>
                  <a:t>𝒦</a:t>
                </a:r>
                <a:r>
                  <a:rPr lang="zh-CN" altLang="en-US" b="1" dirty="0"/>
                  <a:t>类函数压制</a:t>
                </a:r>
                <a:endParaRPr lang="zh-CN" altLang="en-US" dirty="0"/>
              </a:p>
            </p:txBody>
          </p:sp>
        </mc:Fallback>
      </mc:AlternateContent>
      <p:sp>
        <p:nvSpPr>
          <p:cNvPr id="4" name="灯片编号占位符 3"/>
          <p:cNvSpPr>
            <a:spLocks noGrp="1"/>
          </p:cNvSpPr>
          <p:nvPr>
            <p:ph type="sldNum" sz="quarter" idx="10"/>
          </p:nvPr>
        </p:nvSpPr>
        <p:spPr/>
        <p:txBody>
          <a:bodyPr/>
          <a:lstStyle/>
          <a:p>
            <a:fld id="{2963FE79-6D02-4A35-A819-1E84485359B5}" type="slidenum">
              <a:rPr lang="zh-CN" altLang="en-US" smtClean="0"/>
              <a:t>32</a:t>
            </a:fld>
            <a:endParaRPr lang="zh-CN" altLang="en-US"/>
          </a:p>
        </p:txBody>
      </p:sp>
    </p:spTree>
    <p:extLst>
      <p:ext uri="{BB962C8B-B14F-4D97-AF65-F5344CB8AC3E}">
        <p14:creationId xmlns:p14="http://schemas.microsoft.com/office/powerpoint/2010/main" val="3498386083"/>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b="0" i="0" kern="1200" dirty="0">
                <a:solidFill>
                  <a:schemeClr val="tx1"/>
                </a:solidFill>
                <a:effectLst/>
                <a:latin typeface="+mn-lt"/>
                <a:ea typeface="+mn-ea"/>
                <a:cs typeface="+mn-cs"/>
              </a:rPr>
              <a:t>唐</a:t>
            </a:r>
            <a:r>
              <a:rPr lang="en-US" altLang="zh-CN" sz="1200" b="0" i="0" kern="1200" dirty="0">
                <a:solidFill>
                  <a:schemeClr val="tx1"/>
                </a:solidFill>
                <a:effectLst/>
                <a:latin typeface="+mn-lt"/>
                <a:ea typeface="+mn-ea"/>
                <a:cs typeface="+mn-cs"/>
              </a:rPr>
              <a:t>·</a:t>
            </a:r>
            <a:r>
              <a:rPr lang="zh-CN" altLang="en-US" sz="1200" b="0" i="0" kern="1200" dirty="0">
                <a:solidFill>
                  <a:schemeClr val="tx1"/>
                </a:solidFill>
                <a:effectLst/>
                <a:latin typeface="+mn-lt"/>
                <a:ea typeface="+mn-ea"/>
                <a:cs typeface="+mn-cs"/>
              </a:rPr>
              <a:t>罽宾</a:t>
            </a:r>
            <a:r>
              <a:rPr lang="en-US" altLang="zh-CN" sz="1200" b="0" i="0" kern="1200" dirty="0">
                <a:solidFill>
                  <a:schemeClr val="tx1"/>
                </a:solidFill>
                <a:effectLst/>
                <a:latin typeface="+mn-lt"/>
                <a:ea typeface="+mn-ea"/>
                <a:cs typeface="+mn-cs"/>
              </a:rPr>
              <a:t>《</a:t>
            </a:r>
            <a:r>
              <a:rPr lang="zh-CN" altLang="en-US" sz="1200" b="0" i="0" kern="1200" dirty="0">
                <a:solidFill>
                  <a:schemeClr val="tx1"/>
                </a:solidFill>
                <a:effectLst/>
                <a:latin typeface="+mn-lt"/>
                <a:ea typeface="+mn-ea"/>
                <a:cs typeface="+mn-cs"/>
              </a:rPr>
              <a:t>圆觉经</a:t>
            </a:r>
            <a:r>
              <a:rPr lang="en-US" altLang="zh-CN" sz="1200" b="0" i="0" kern="1200" dirty="0">
                <a:solidFill>
                  <a:schemeClr val="tx1"/>
                </a:solidFill>
                <a:effectLst/>
                <a:latin typeface="+mn-lt"/>
                <a:ea typeface="+mn-ea"/>
                <a:cs typeface="+mn-cs"/>
              </a:rPr>
              <a:t>》</a:t>
            </a:r>
            <a:r>
              <a:rPr lang="zh-CN" altLang="en-US" sz="1200" b="0" i="0" kern="1200" dirty="0">
                <a:solidFill>
                  <a:schemeClr val="tx1"/>
                </a:solidFill>
                <a:effectLst/>
                <a:latin typeface="+mn-lt"/>
                <a:ea typeface="+mn-ea"/>
                <a:cs typeface="+mn-cs"/>
              </a:rPr>
              <a:t>卷上：“不即不离，无缚无脱”。</a:t>
            </a:r>
            <a:endParaRPr lang="zh-CN" altLang="en-US" dirty="0"/>
          </a:p>
        </p:txBody>
      </p:sp>
      <p:sp>
        <p:nvSpPr>
          <p:cNvPr id="4" name="页脚占位符 3"/>
          <p:cNvSpPr>
            <a:spLocks noGrp="1"/>
          </p:cNvSpPr>
          <p:nvPr>
            <p:ph type="ftr" sz="quarter" idx="10"/>
          </p:nvPr>
        </p:nvSpPr>
        <p:spPr/>
        <p:txBody>
          <a:bodyPr/>
          <a:lstStyle/>
          <a:p>
            <a:endParaRPr lang="zh-CN" altLang="en-US"/>
          </a:p>
        </p:txBody>
      </p:sp>
      <p:sp>
        <p:nvSpPr>
          <p:cNvPr id="5" name="灯片编号占位符 4"/>
          <p:cNvSpPr>
            <a:spLocks noGrp="1"/>
          </p:cNvSpPr>
          <p:nvPr>
            <p:ph type="sldNum" sz="quarter" idx="11"/>
          </p:nvPr>
        </p:nvSpPr>
        <p:spPr/>
        <p:txBody>
          <a:bodyPr/>
          <a:lstStyle/>
          <a:p>
            <a:fld id="{2963FE79-6D02-4A35-A819-1E84485359B5}" type="slidenum">
              <a:rPr lang="zh-CN" altLang="en-US" smtClean="0"/>
              <a:t>33</a:t>
            </a:fld>
            <a:endParaRPr lang="zh-CN" altLang="en-US"/>
          </a:p>
        </p:txBody>
      </p:sp>
    </p:spTree>
    <p:extLst>
      <p:ext uri="{BB962C8B-B14F-4D97-AF65-F5344CB8AC3E}">
        <p14:creationId xmlns:p14="http://schemas.microsoft.com/office/powerpoint/2010/main" val="961951189"/>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页脚占位符 3"/>
          <p:cNvSpPr>
            <a:spLocks noGrp="1"/>
          </p:cNvSpPr>
          <p:nvPr>
            <p:ph type="ftr" sz="quarter" idx="10"/>
          </p:nvPr>
        </p:nvSpPr>
        <p:spPr/>
        <p:txBody>
          <a:bodyPr/>
          <a:lstStyle/>
          <a:p>
            <a:endParaRPr lang="zh-CN" altLang="en-US"/>
          </a:p>
        </p:txBody>
      </p:sp>
      <p:sp>
        <p:nvSpPr>
          <p:cNvPr id="5" name="灯片编号占位符 4"/>
          <p:cNvSpPr>
            <a:spLocks noGrp="1"/>
          </p:cNvSpPr>
          <p:nvPr>
            <p:ph type="sldNum" sz="quarter" idx="11"/>
          </p:nvPr>
        </p:nvSpPr>
        <p:spPr/>
        <p:txBody>
          <a:bodyPr/>
          <a:lstStyle/>
          <a:p>
            <a:fld id="{2963FE79-6D02-4A35-A819-1E84485359B5}" type="slidenum">
              <a:rPr lang="zh-CN" altLang="en-US" smtClean="0"/>
              <a:t>34</a:t>
            </a:fld>
            <a:endParaRPr lang="zh-CN" altLang="en-US"/>
          </a:p>
        </p:txBody>
      </p:sp>
    </p:spTree>
    <p:extLst>
      <p:ext uri="{BB962C8B-B14F-4D97-AF65-F5344CB8AC3E}">
        <p14:creationId xmlns:p14="http://schemas.microsoft.com/office/powerpoint/2010/main" val="3454845164"/>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r>
                      <a:rPr lang="zh-CN" altLang="en-US" sz="1200" i="1" smtClean="0">
                        <a:solidFill>
                          <a:srgbClr val="00FFFF"/>
                        </a:solidFill>
                        <a:latin typeface="Cambria Math" panose="02040503050406030204" pitchFamily="18" charset="0"/>
                      </a:rPr>
                      <m:t>𝒦</m:t>
                    </m:r>
                  </m:oMath>
                </a14:m>
                <a:r>
                  <a:rPr lang="zh-CN" altLang="en-US" b="1" dirty="0"/>
                  <a:t>类函数：</a:t>
                </a:r>
                <a:r>
                  <a:rPr lang="zh-CN" altLang="en-US" sz="1200" b="1" dirty="0">
                    <a:solidFill>
                      <a:srgbClr val="FFFF00"/>
                    </a:solidFill>
                  </a:rPr>
                  <a:t>严格递增</a:t>
                </a:r>
                <a:r>
                  <a:rPr lang="zh-CN" altLang="en-US" sz="1200" b="1" dirty="0"/>
                  <a:t>且在</a:t>
                </a:r>
                <a:r>
                  <a:rPr lang="en-US" altLang="zh-CN" sz="1200" b="1" dirty="0"/>
                  <a:t>0</a:t>
                </a:r>
                <a:r>
                  <a:rPr lang="zh-CN" altLang="en-US" sz="1200" b="1" dirty="0"/>
                  <a:t>点取</a:t>
                </a:r>
                <a:r>
                  <a:rPr lang="en-US" altLang="zh-CN" sz="1200" b="1" dirty="0"/>
                  <a:t>0</a:t>
                </a:r>
              </a:p>
              <a:p>
                <a:pPr marL="0" marR="0" lvl="0" indent="0" algn="l"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sSub>
                      <m:sSubPr>
                        <m:ctrlPr>
                          <a:rPr lang="zh-CN" altLang="en-US" sz="1200" i="1" smtClean="0">
                            <a:solidFill>
                              <a:srgbClr val="00FFFF"/>
                            </a:solidFill>
                            <a:latin typeface="Cambria Math" panose="02040503050406030204" pitchFamily="18" charset="0"/>
                          </a:rPr>
                        </m:ctrlPr>
                      </m:sSubPr>
                      <m:e>
                        <m:r>
                          <a:rPr lang="zh-CN" altLang="en-US" sz="1200" i="1">
                            <a:solidFill>
                              <a:srgbClr val="00FFFF"/>
                            </a:solidFill>
                            <a:latin typeface="Cambria Math" panose="02040503050406030204" pitchFamily="18" charset="0"/>
                          </a:rPr>
                          <m:t>𝒦</m:t>
                        </m:r>
                      </m:e>
                      <m:sub>
                        <m:r>
                          <a:rPr lang="zh-CN" altLang="en-US" sz="1200" i="1">
                            <a:solidFill>
                              <a:srgbClr val="00FFFF"/>
                            </a:solidFill>
                            <a:latin typeface="Cambria Math" panose="02040503050406030204" pitchFamily="18" charset="0"/>
                          </a:rPr>
                          <m:t>∞</m:t>
                        </m:r>
                      </m:sub>
                    </m:sSub>
                  </m:oMath>
                </a14:m>
                <a:r>
                  <a:rPr lang="zh-CN" altLang="en-US" b="1" dirty="0"/>
                  <a:t>类函数：</a:t>
                </a:r>
                <a:r>
                  <a:rPr lang="zh-CN" altLang="en-US" sz="1200" b="1" dirty="0">
                    <a:solidFill>
                      <a:srgbClr val="FFFF00"/>
                    </a:solidFill>
                  </a:rPr>
                  <a:t>严格递增</a:t>
                </a:r>
                <a:r>
                  <a:rPr lang="zh-CN" altLang="en-US" sz="1200" b="1" dirty="0"/>
                  <a:t>且在</a:t>
                </a:r>
                <a:r>
                  <a:rPr lang="en-US" altLang="zh-CN" sz="1200" b="1" dirty="0"/>
                  <a:t>0</a:t>
                </a:r>
                <a:r>
                  <a:rPr lang="zh-CN" altLang="en-US" sz="1200" b="1" dirty="0"/>
                  <a:t>点取</a:t>
                </a:r>
                <a:r>
                  <a:rPr lang="en-US" altLang="zh-CN" sz="1200" b="1" dirty="0"/>
                  <a:t>0</a:t>
                </a:r>
                <a:r>
                  <a:rPr lang="zh-CN" altLang="en-US" sz="1200" b="1" dirty="0"/>
                  <a:t>且自变量无穷才函数无穷</a:t>
                </a:r>
                <a:endParaRPr lang="en-US" altLang="zh-CN" sz="1200" b="1" dirty="0"/>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b="1" dirty="0"/>
                  <a:t>正定函数被</a:t>
                </a:r>
                <a14:m>
                  <m:oMath xmlns:m="http://schemas.openxmlformats.org/officeDocument/2006/math">
                    <m:r>
                      <a:rPr lang="zh-CN" altLang="en-US" sz="1200" i="1" smtClean="0">
                        <a:solidFill>
                          <a:srgbClr val="00FFFF"/>
                        </a:solidFill>
                        <a:latin typeface="Cambria Math" panose="02040503050406030204" pitchFamily="18" charset="0"/>
                      </a:rPr>
                      <m:t>𝒦</m:t>
                    </m:r>
                  </m:oMath>
                </a14:m>
                <a:r>
                  <a:rPr lang="zh-CN" altLang="en-US" b="1" dirty="0"/>
                  <a:t>类函数压制</a:t>
                </a:r>
                <a:endParaRPr lang="zh-CN" altLang="en-US" dirty="0"/>
              </a:p>
            </p:txBody>
          </p:sp>
        </mc:Choice>
        <mc:Fallback xmlns="">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i="0">
                    <a:solidFill>
                      <a:srgbClr val="00FFFF"/>
                    </a:solidFill>
                    <a:latin typeface="Cambria Math" panose="02040503050406030204" pitchFamily="18" charset="0"/>
                  </a:rPr>
                  <a:t>𝒦</a:t>
                </a:r>
                <a:r>
                  <a:rPr lang="zh-CN" altLang="en-US" b="1" dirty="0"/>
                  <a:t>类函数：</a:t>
                </a:r>
                <a:r>
                  <a:rPr lang="zh-CN" altLang="en-US" sz="1200" b="1" dirty="0">
                    <a:solidFill>
                      <a:srgbClr val="FFFF00"/>
                    </a:solidFill>
                  </a:rPr>
                  <a:t>严格递增</a:t>
                </a:r>
                <a:r>
                  <a:rPr lang="zh-CN" altLang="en-US" sz="1200" b="1" dirty="0"/>
                  <a:t>且在</a:t>
                </a:r>
                <a:r>
                  <a:rPr lang="en-US" altLang="zh-CN" sz="1200" b="1" dirty="0"/>
                  <a:t>0</a:t>
                </a:r>
                <a:r>
                  <a:rPr lang="zh-CN" altLang="en-US" sz="1200" b="1" dirty="0"/>
                  <a:t>点取</a:t>
                </a:r>
                <a:r>
                  <a:rPr lang="en-US" altLang="zh-CN" sz="1200" b="1" dirty="0"/>
                  <a:t>0</a:t>
                </a: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i="0">
                    <a:solidFill>
                      <a:srgbClr val="00FFFF"/>
                    </a:solidFill>
                    <a:latin typeface="Cambria Math" panose="02040503050406030204" pitchFamily="18" charset="0"/>
                  </a:rPr>
                  <a:t>𝒦_∞</a:t>
                </a:r>
                <a:r>
                  <a:rPr lang="zh-CN" altLang="en-US" b="1" dirty="0"/>
                  <a:t>类函数：</a:t>
                </a:r>
                <a:r>
                  <a:rPr lang="zh-CN" altLang="en-US" sz="1200" b="1" dirty="0">
                    <a:solidFill>
                      <a:srgbClr val="FFFF00"/>
                    </a:solidFill>
                  </a:rPr>
                  <a:t>严格递增</a:t>
                </a:r>
                <a:r>
                  <a:rPr lang="zh-CN" altLang="en-US" sz="1200" b="1" dirty="0"/>
                  <a:t>且在</a:t>
                </a:r>
                <a:r>
                  <a:rPr lang="en-US" altLang="zh-CN" sz="1200" b="1" dirty="0"/>
                  <a:t>0</a:t>
                </a:r>
                <a:r>
                  <a:rPr lang="zh-CN" altLang="en-US" sz="1200" b="1" dirty="0"/>
                  <a:t>点取</a:t>
                </a:r>
                <a:r>
                  <a:rPr lang="en-US" altLang="zh-CN" sz="1200" b="1" dirty="0"/>
                  <a:t>0</a:t>
                </a:r>
                <a:r>
                  <a:rPr lang="zh-CN" altLang="en-US" sz="1200" b="1" dirty="0"/>
                  <a:t>且自变量无穷才函数无穷</a:t>
                </a:r>
                <a:endParaRPr lang="en-US" altLang="zh-CN" sz="1200" b="1" dirty="0"/>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b="1" dirty="0"/>
                  <a:t>正定函数被</a:t>
                </a:r>
                <a:r>
                  <a:rPr lang="zh-CN" altLang="en-US" sz="1200" i="0">
                    <a:solidFill>
                      <a:srgbClr val="00FFFF"/>
                    </a:solidFill>
                    <a:latin typeface="Cambria Math" panose="02040503050406030204" pitchFamily="18" charset="0"/>
                  </a:rPr>
                  <a:t>𝒦</a:t>
                </a:r>
                <a:r>
                  <a:rPr lang="zh-CN" altLang="en-US" b="1" dirty="0"/>
                  <a:t>类函数压制</a:t>
                </a:r>
                <a:endParaRPr lang="zh-CN" altLang="en-US" dirty="0"/>
              </a:p>
            </p:txBody>
          </p:sp>
        </mc:Fallback>
      </mc:AlternateContent>
      <p:sp>
        <p:nvSpPr>
          <p:cNvPr id="4" name="页脚占位符 3"/>
          <p:cNvSpPr>
            <a:spLocks noGrp="1"/>
          </p:cNvSpPr>
          <p:nvPr>
            <p:ph type="ftr" sz="quarter" idx="4"/>
          </p:nvPr>
        </p:nvSpPr>
        <p:spPr/>
        <p:txBody>
          <a:bodyPr/>
          <a:lstStyle/>
          <a:p>
            <a:endParaRPr lang="zh-CN" altLang="en-US"/>
          </a:p>
        </p:txBody>
      </p:sp>
      <p:sp>
        <p:nvSpPr>
          <p:cNvPr id="5" name="灯片编号占位符 4"/>
          <p:cNvSpPr>
            <a:spLocks noGrp="1"/>
          </p:cNvSpPr>
          <p:nvPr>
            <p:ph type="sldNum" sz="quarter" idx="5"/>
          </p:nvPr>
        </p:nvSpPr>
        <p:spPr/>
        <p:txBody>
          <a:bodyPr/>
          <a:lstStyle/>
          <a:p>
            <a:fld id="{2963FE79-6D02-4A35-A819-1E84485359B5}" type="slidenum">
              <a:rPr lang="zh-CN" altLang="en-US" smtClean="0"/>
              <a:t>35</a:t>
            </a:fld>
            <a:endParaRPr lang="zh-CN" altLang="en-US"/>
          </a:p>
        </p:txBody>
      </p:sp>
    </p:spTree>
    <p:extLst>
      <p:ext uri="{BB962C8B-B14F-4D97-AF65-F5344CB8AC3E}">
        <p14:creationId xmlns:p14="http://schemas.microsoft.com/office/powerpoint/2010/main" val="2464699300"/>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非一致稳定，因不满足渐进收敛</a:t>
            </a:r>
            <a:endParaRPr lang="en-US" altLang="zh-CN" dirty="0"/>
          </a:p>
          <a:p>
            <a:r>
              <a:rPr lang="zh-CN" altLang="en-US" dirty="0"/>
              <a:t>满足</a:t>
            </a:r>
            <a:r>
              <a:rPr lang="en-US" altLang="zh-CN" dirty="0" err="1"/>
              <a:t>Lypaunov</a:t>
            </a:r>
            <a:r>
              <a:rPr lang="zh-CN" altLang="en-US" dirty="0"/>
              <a:t>稳定，只是稳定域越来越小</a:t>
            </a:r>
          </a:p>
        </p:txBody>
      </p:sp>
      <p:sp>
        <p:nvSpPr>
          <p:cNvPr id="4" name="页脚占位符 3"/>
          <p:cNvSpPr>
            <a:spLocks noGrp="1"/>
          </p:cNvSpPr>
          <p:nvPr>
            <p:ph type="ftr" sz="quarter" idx="4"/>
          </p:nvPr>
        </p:nvSpPr>
        <p:spPr/>
        <p:txBody>
          <a:bodyPr/>
          <a:lstStyle/>
          <a:p>
            <a:endParaRPr lang="zh-CN" altLang="en-US"/>
          </a:p>
        </p:txBody>
      </p:sp>
      <p:sp>
        <p:nvSpPr>
          <p:cNvPr id="5" name="灯片编号占位符 4"/>
          <p:cNvSpPr>
            <a:spLocks noGrp="1"/>
          </p:cNvSpPr>
          <p:nvPr>
            <p:ph type="sldNum" sz="quarter" idx="5"/>
          </p:nvPr>
        </p:nvSpPr>
        <p:spPr/>
        <p:txBody>
          <a:bodyPr/>
          <a:lstStyle/>
          <a:p>
            <a:fld id="{2963FE79-6D02-4A35-A819-1E84485359B5}" type="slidenum">
              <a:rPr lang="zh-CN" altLang="en-US" smtClean="0"/>
              <a:t>36</a:t>
            </a:fld>
            <a:endParaRPr lang="zh-CN" altLang="en-US"/>
          </a:p>
        </p:txBody>
      </p:sp>
    </p:spTree>
    <p:extLst>
      <p:ext uri="{BB962C8B-B14F-4D97-AF65-F5344CB8AC3E}">
        <p14:creationId xmlns:p14="http://schemas.microsoft.com/office/powerpoint/2010/main" val="585356589"/>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证明可以使用比较引理：通过比较微分方程右端直接判断系统稳定性</a:t>
            </a:r>
          </a:p>
        </p:txBody>
      </p:sp>
      <p:sp>
        <p:nvSpPr>
          <p:cNvPr id="4" name="灯片编号占位符 3"/>
          <p:cNvSpPr>
            <a:spLocks noGrp="1"/>
          </p:cNvSpPr>
          <p:nvPr>
            <p:ph type="sldNum" sz="quarter" idx="10"/>
          </p:nvPr>
        </p:nvSpPr>
        <p:spPr/>
        <p:txBody>
          <a:bodyPr/>
          <a:lstStyle/>
          <a:p>
            <a:fld id="{2963FE79-6D02-4A35-A819-1E84485359B5}" type="slidenum">
              <a:rPr lang="zh-CN" altLang="en-US" smtClean="0"/>
              <a:t>37</a:t>
            </a:fld>
            <a:endParaRPr lang="zh-CN" altLang="en-US"/>
          </a:p>
        </p:txBody>
      </p:sp>
    </p:spTree>
    <p:extLst>
      <p:ext uri="{BB962C8B-B14F-4D97-AF65-F5344CB8AC3E}">
        <p14:creationId xmlns:p14="http://schemas.microsoft.com/office/powerpoint/2010/main" val="844710194"/>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考察，</a:t>
            </a:r>
            <a:r>
              <a:rPr lang="en-US" altLang="zh-CN" dirty="0"/>
              <a:t>[x_1,x_2]=0</a:t>
            </a:r>
            <a:r>
              <a:rPr lang="zh-CN" altLang="en-US" dirty="0"/>
              <a:t>，</a:t>
            </a:r>
            <a:r>
              <a:rPr lang="en-US" altLang="zh-CN" dirty="0"/>
              <a:t>x_1=inf</a:t>
            </a:r>
            <a:r>
              <a:rPr lang="zh-CN" altLang="en-US" dirty="0"/>
              <a:t>，</a:t>
            </a:r>
            <a:r>
              <a:rPr lang="en-US" altLang="zh-CN" dirty="0"/>
              <a:t>x_2=inf</a:t>
            </a:r>
            <a:r>
              <a:rPr lang="zh-CN" altLang="en-US" dirty="0"/>
              <a:t>：</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正定</a:t>
            </a:r>
            <a:r>
              <a:rPr lang="zh-CN" altLang="en-US" sz="1800" dirty="0">
                <a:effectLst/>
                <a:latin typeface="Times New Roman" panose="02020603050405020304" pitchFamily="18" charset="0"/>
                <a:ea typeface="宋体" panose="02010600030101010101" pitchFamily="2" charset="-122"/>
                <a:cs typeface="Times New Roman" panose="02020603050405020304" pitchFamily="18" charset="0"/>
              </a:rPr>
              <a:t>、</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渐减、径向无界</a:t>
            </a:r>
            <a:r>
              <a:rPr lang="zh-CN" altLang="en-US" sz="1800" dirty="0">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W_1=x_1^2+x_2^2? W_2=x_1^2+2*x_2^2?</a:t>
            </a:r>
          </a:p>
          <a:p>
            <a:r>
              <a:rPr lang="zh-CN" altLang="en-US" sz="1800" dirty="0">
                <a:effectLst/>
                <a:latin typeface="Times New Roman" panose="02020603050405020304" pitchFamily="18" charset="0"/>
                <a:ea typeface="宋体" panose="02010600030101010101" pitchFamily="2" charset="-122"/>
                <a:cs typeface="Times New Roman" panose="02020603050405020304" pitchFamily="18" charset="0"/>
              </a:rPr>
              <a:t>寻找，导函数的不等式上界：动能，</a:t>
            </a:r>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W_3=-1/2x_1^2-1/2x_2^2?</a:t>
            </a:r>
          </a:p>
          <a:p>
            <a:r>
              <a:rPr lang="zh-CN" altLang="en-US" sz="1800" dirty="0">
                <a:effectLst/>
                <a:latin typeface="Times New Roman" panose="02020603050405020304" pitchFamily="18" charset="0"/>
                <a:ea typeface="宋体" panose="02010600030101010101" pitchFamily="2" charset="-122"/>
                <a:cs typeface="Times New Roman" panose="02020603050405020304" pitchFamily="18" charset="0"/>
              </a:rPr>
              <a:t>结论：</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全局一致</a:t>
            </a:r>
            <a:r>
              <a:rPr lang="zh-CN" altLang="en-US" sz="1800" dirty="0">
                <a:effectLst/>
                <a:latin typeface="Times New Roman" panose="02020603050405020304" pitchFamily="18" charset="0"/>
                <a:ea typeface="宋体" panose="02010600030101010101" pitchFamily="2" charset="-122"/>
                <a:cs typeface="Times New Roman" panose="02020603050405020304" pitchFamily="18" charset="0"/>
              </a:rPr>
              <a:t>渐进</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稳定</a:t>
            </a:r>
            <a:r>
              <a:rPr lang="zh-CN" altLang="en-US" sz="1800" dirty="0">
                <a:effectLst/>
                <a:latin typeface="Times New Roman" panose="02020603050405020304" pitchFamily="18" charset="0"/>
                <a:ea typeface="宋体" panose="02010600030101010101" pitchFamily="2" charset="-122"/>
                <a:cs typeface="Times New Roman" panose="02020603050405020304" pitchFamily="18" charset="0"/>
              </a:rPr>
              <a:t>、</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全局指数稳定</a:t>
            </a:r>
            <a:r>
              <a:rPr lang="zh-CN" altLang="en-US" sz="1800" dirty="0">
                <a:effectLst/>
                <a:latin typeface="Times New Roman" panose="02020603050405020304" pitchFamily="18" charset="0"/>
                <a:ea typeface="宋体" panose="02010600030101010101" pitchFamily="2" charset="-122"/>
                <a:cs typeface="Times New Roman" panose="02020603050405020304" pitchFamily="18" charset="0"/>
              </a:rPr>
              <a:t>（寻找一个</a:t>
            </a:r>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t</a:t>
            </a:r>
            <a:r>
              <a:rPr lang="zh-CN" altLang="en-US" sz="1800" dirty="0">
                <a:effectLst/>
                <a:latin typeface="Times New Roman" panose="02020603050405020304" pitchFamily="18" charset="0"/>
                <a:ea typeface="宋体" panose="02010600030101010101" pitchFamily="2" charset="-122"/>
                <a:cs typeface="Times New Roman" panose="02020603050405020304" pitchFamily="18" charset="0"/>
              </a:rPr>
              <a:t>的指数函数？还是某种形式的</a:t>
            </a:r>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W_3</a:t>
            </a:r>
            <a:r>
              <a:rPr lang="zh-CN" altLang="en-US" sz="1800" dirty="0">
                <a:effectLst/>
                <a:latin typeface="Times New Roman" panose="02020603050405020304" pitchFamily="18" charset="0"/>
                <a:ea typeface="宋体" panose="02010600030101010101" pitchFamily="2" charset="-122"/>
                <a:cs typeface="Times New Roman" panose="02020603050405020304" pitchFamily="18" charset="0"/>
              </a:rPr>
              <a:t>本身就是）</a:t>
            </a:r>
            <a:endParaRPr lang="zh-CN" altLang="en-US" dirty="0"/>
          </a:p>
        </p:txBody>
      </p:sp>
      <p:sp>
        <p:nvSpPr>
          <p:cNvPr id="4" name="灯片编号占位符 3"/>
          <p:cNvSpPr>
            <a:spLocks noGrp="1"/>
          </p:cNvSpPr>
          <p:nvPr>
            <p:ph type="sldNum" sz="quarter" idx="10"/>
          </p:nvPr>
        </p:nvSpPr>
        <p:spPr/>
        <p:txBody>
          <a:bodyPr/>
          <a:lstStyle/>
          <a:p>
            <a:fld id="{2963FE79-6D02-4A35-A819-1E84485359B5}" type="slidenum">
              <a:rPr lang="zh-CN" altLang="en-US" smtClean="0"/>
              <a:t>38</a:t>
            </a:fld>
            <a:endParaRPr lang="zh-CN" altLang="en-US"/>
          </a:p>
        </p:txBody>
      </p:sp>
    </p:spTree>
    <p:extLst>
      <p:ext uri="{BB962C8B-B14F-4D97-AF65-F5344CB8AC3E}">
        <p14:creationId xmlns:p14="http://schemas.microsoft.com/office/powerpoint/2010/main" val="844710194"/>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2963FE79-6D02-4A35-A819-1E84485359B5}" type="slidenum">
              <a:rPr lang="zh-CN" altLang="en-US" smtClean="0"/>
              <a:t>39</a:t>
            </a:fld>
            <a:endParaRPr lang="zh-CN" altLang="en-US"/>
          </a:p>
        </p:txBody>
      </p:sp>
    </p:spTree>
    <p:extLst>
      <p:ext uri="{BB962C8B-B14F-4D97-AF65-F5344CB8AC3E}">
        <p14:creationId xmlns:p14="http://schemas.microsoft.com/office/powerpoint/2010/main" val="1453306445"/>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逆定理初心是探索李雅普诺夫函数的构造方法，但尚未实现。</a:t>
            </a:r>
          </a:p>
          <a:p>
            <a:endParaRPr lang="zh-CN" altLang="en-US" dirty="0"/>
          </a:p>
        </p:txBody>
      </p:sp>
      <p:sp>
        <p:nvSpPr>
          <p:cNvPr id="4" name="灯片编号占位符 3"/>
          <p:cNvSpPr>
            <a:spLocks noGrp="1"/>
          </p:cNvSpPr>
          <p:nvPr>
            <p:ph type="sldNum" sz="quarter" idx="10"/>
          </p:nvPr>
        </p:nvSpPr>
        <p:spPr/>
        <p:txBody>
          <a:bodyPr/>
          <a:lstStyle/>
          <a:p>
            <a:fld id="{2963FE79-6D02-4A35-A819-1E84485359B5}" type="slidenum">
              <a:rPr lang="zh-CN" altLang="en-US" smtClean="0"/>
              <a:t>40</a:t>
            </a:fld>
            <a:endParaRPr lang="zh-CN" altLang="en-US"/>
          </a:p>
        </p:txBody>
      </p:sp>
      <p:sp>
        <p:nvSpPr>
          <p:cNvPr id="5" name="页脚占位符 4"/>
          <p:cNvSpPr>
            <a:spLocks noGrp="1"/>
          </p:cNvSpPr>
          <p:nvPr>
            <p:ph type="ftr" sz="quarter" idx="11"/>
          </p:nvPr>
        </p:nvSpPr>
        <p:spPr/>
        <p:txBody>
          <a:bodyPr/>
          <a:lstStyle/>
          <a:p>
            <a:endParaRPr lang="zh-CN" altLang="en-US"/>
          </a:p>
        </p:txBody>
      </p:sp>
    </p:spTree>
    <p:extLst>
      <p:ext uri="{BB962C8B-B14F-4D97-AF65-F5344CB8AC3E}">
        <p14:creationId xmlns:p14="http://schemas.microsoft.com/office/powerpoint/2010/main" val="3437047546"/>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一致渐进稳定的逆定理</a:t>
            </a:r>
            <a:endParaRPr lang="en-US" altLang="zh-CN" dirty="0"/>
          </a:p>
          <a:p>
            <a:r>
              <a:rPr lang="zh-CN" altLang="en-US" dirty="0"/>
              <a:t>指数稳定的逆定理</a:t>
            </a:r>
          </a:p>
        </p:txBody>
      </p:sp>
      <p:sp>
        <p:nvSpPr>
          <p:cNvPr id="4" name="灯片编号占位符 3"/>
          <p:cNvSpPr>
            <a:spLocks noGrp="1"/>
          </p:cNvSpPr>
          <p:nvPr>
            <p:ph type="sldNum" sz="quarter" idx="10"/>
          </p:nvPr>
        </p:nvSpPr>
        <p:spPr/>
        <p:txBody>
          <a:bodyPr/>
          <a:lstStyle/>
          <a:p>
            <a:fld id="{2963FE79-6D02-4A35-A819-1E84485359B5}" type="slidenum">
              <a:rPr lang="zh-CN" altLang="en-US" smtClean="0"/>
              <a:t>41</a:t>
            </a:fld>
            <a:endParaRPr lang="zh-CN" altLang="en-US"/>
          </a:p>
        </p:txBody>
      </p:sp>
    </p:spTree>
    <p:extLst>
      <p:ext uri="{BB962C8B-B14F-4D97-AF65-F5344CB8AC3E}">
        <p14:creationId xmlns:p14="http://schemas.microsoft.com/office/powerpoint/2010/main" val="844710194"/>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2963FE79-6D02-4A35-A819-1E84485359B5}" type="slidenum">
              <a:rPr lang="zh-CN" altLang="en-US" smtClean="0"/>
              <a:t>42</a:t>
            </a:fld>
            <a:endParaRPr lang="zh-CN" altLang="en-US"/>
          </a:p>
        </p:txBody>
      </p:sp>
    </p:spTree>
    <p:extLst>
      <p:ext uri="{BB962C8B-B14F-4D97-AF65-F5344CB8AC3E}">
        <p14:creationId xmlns:p14="http://schemas.microsoft.com/office/powerpoint/2010/main" val="844710194"/>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2963FE79-6D02-4A35-A819-1E84485359B5}" type="slidenum">
              <a:rPr lang="zh-CN" altLang="en-US" smtClean="0"/>
              <a:t>43</a:t>
            </a:fld>
            <a:endParaRPr lang="zh-CN" altLang="en-US"/>
          </a:p>
        </p:txBody>
      </p:sp>
    </p:spTree>
    <p:extLst>
      <p:ext uri="{BB962C8B-B14F-4D97-AF65-F5344CB8AC3E}">
        <p14:creationId xmlns:p14="http://schemas.microsoft.com/office/powerpoint/2010/main" val="844710194"/>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2963FE79-6D02-4A35-A819-1E84485359B5}" type="slidenum">
              <a:rPr lang="zh-CN" altLang="en-US" smtClean="0"/>
              <a:t>44</a:t>
            </a:fld>
            <a:endParaRPr lang="zh-CN" altLang="en-US"/>
          </a:p>
        </p:txBody>
      </p:sp>
    </p:spTree>
    <p:extLst>
      <p:ext uri="{BB962C8B-B14F-4D97-AF65-F5344CB8AC3E}">
        <p14:creationId xmlns:p14="http://schemas.microsoft.com/office/powerpoint/2010/main" val="844710194"/>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2963FE79-6D02-4A35-A819-1E84485359B5}" type="slidenum">
              <a:rPr lang="zh-CN" altLang="en-US" smtClean="0"/>
              <a:t>45</a:t>
            </a:fld>
            <a:endParaRPr lang="zh-CN" altLang="en-US"/>
          </a:p>
        </p:txBody>
      </p:sp>
    </p:spTree>
    <p:extLst>
      <p:ext uri="{BB962C8B-B14F-4D97-AF65-F5344CB8AC3E}">
        <p14:creationId xmlns:p14="http://schemas.microsoft.com/office/powerpoint/2010/main" val="844710194"/>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Taro </a:t>
            </a:r>
            <a:r>
              <a:rPr lang="en-US" altLang="zh-CN" dirty="0" err="1"/>
              <a:t>Yoshizawa</a:t>
            </a:r>
            <a:r>
              <a:rPr lang="en-US" altLang="zh-CN" dirty="0"/>
              <a:t> = </a:t>
            </a:r>
            <a:r>
              <a:rPr lang="zh-CN" altLang="en-US" dirty="0"/>
              <a:t>吉泽太郎（</a:t>
            </a:r>
            <a:r>
              <a:rPr lang="en-US" altLang="zh-CN" dirty="0"/>
              <a:t>19190818-19961007</a:t>
            </a:r>
            <a:r>
              <a:rPr lang="zh-CN" altLang="en-US" dirty="0"/>
              <a:t>），日本东北大学教授。</a:t>
            </a:r>
            <a:endParaRPr lang="en-US" altLang="zh-CN" dirty="0"/>
          </a:p>
          <a:p>
            <a:r>
              <a:rPr lang="zh-CN" altLang="en-US" dirty="0"/>
              <a:t>李雅普诺夫方法的优势之一：不需要求解轨迹，所以适用于复杂系统稳定性判定</a:t>
            </a:r>
          </a:p>
        </p:txBody>
      </p:sp>
      <p:sp>
        <p:nvSpPr>
          <p:cNvPr id="4" name="灯片编号占位符 3"/>
          <p:cNvSpPr>
            <a:spLocks noGrp="1"/>
          </p:cNvSpPr>
          <p:nvPr>
            <p:ph type="sldNum" sz="quarter" idx="10"/>
          </p:nvPr>
        </p:nvSpPr>
        <p:spPr/>
        <p:txBody>
          <a:bodyPr/>
          <a:lstStyle/>
          <a:p>
            <a:fld id="{2963FE79-6D02-4A35-A819-1E84485359B5}" type="slidenum">
              <a:rPr lang="zh-CN" altLang="en-US" smtClean="0"/>
              <a:t>46</a:t>
            </a:fld>
            <a:endParaRPr lang="zh-CN" altLang="en-US"/>
          </a:p>
        </p:txBody>
      </p:sp>
    </p:spTree>
    <p:extLst>
      <p:ext uri="{BB962C8B-B14F-4D97-AF65-F5344CB8AC3E}">
        <p14:creationId xmlns:p14="http://schemas.microsoft.com/office/powerpoint/2010/main" val="3219559953"/>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B5BA8A-B950-75CD-FD7C-72E02844A49F}"/>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D783B084-1D91-AF91-B4CD-02583488E5A3}"/>
              </a:ext>
            </a:extLst>
          </p:cNvPr>
          <p:cNvSpPr>
            <a:spLocks noGrp="1" noRot="1" noChangeAspect="1"/>
          </p:cNvSpPr>
          <p:nvPr>
            <p:ph type="sldImg"/>
          </p:nvPr>
        </p:nvSpPr>
        <p:spPr>
          <a:xfrm>
            <a:off x="992188" y="768350"/>
            <a:ext cx="5114925" cy="3836988"/>
          </a:xfrm>
        </p:spPr>
      </p:sp>
      <p:sp>
        <p:nvSpPr>
          <p:cNvPr id="3" name="备注占位符 2">
            <a:extLst>
              <a:ext uri="{FF2B5EF4-FFF2-40B4-BE49-F238E27FC236}">
                <a16:creationId xmlns:a16="http://schemas.microsoft.com/office/drawing/2014/main" id="{EB62CA73-8416-0D51-EA9F-FE59A247A839}"/>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75C8A6FE-FB20-09E7-6124-A9A125ED30B0}"/>
              </a:ext>
            </a:extLst>
          </p:cNvPr>
          <p:cNvSpPr>
            <a:spLocks noGrp="1"/>
          </p:cNvSpPr>
          <p:nvPr>
            <p:ph type="sldNum" sz="quarter" idx="5"/>
          </p:nvPr>
        </p:nvSpPr>
        <p:spPr/>
        <p:txBody>
          <a:bodyPr/>
          <a:lstStyle/>
          <a:p>
            <a:fld id="{2963FE79-6D02-4A35-A819-1E84485359B5}" type="slidenum">
              <a:rPr lang="zh-CN" altLang="en-US" smtClean="0"/>
              <a:t>50</a:t>
            </a:fld>
            <a:endParaRPr lang="zh-CN" altLang="en-US"/>
          </a:p>
        </p:txBody>
      </p:sp>
    </p:spTree>
    <p:extLst>
      <p:ext uri="{BB962C8B-B14F-4D97-AF65-F5344CB8AC3E}">
        <p14:creationId xmlns:p14="http://schemas.microsoft.com/office/powerpoint/2010/main" val="2994072715"/>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85E17A-2706-5393-6614-5BA2AE9A726C}"/>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119315BD-446D-6E02-29AC-3FE3BFF7F8F1}"/>
              </a:ext>
            </a:extLst>
          </p:cNvPr>
          <p:cNvSpPr>
            <a:spLocks noGrp="1" noRot="1" noChangeAspect="1"/>
          </p:cNvSpPr>
          <p:nvPr>
            <p:ph type="sldImg"/>
          </p:nvPr>
        </p:nvSpPr>
        <p:spPr>
          <a:xfrm>
            <a:off x="992188" y="768350"/>
            <a:ext cx="5114925" cy="3836988"/>
          </a:xfrm>
        </p:spPr>
      </p:sp>
      <p:sp>
        <p:nvSpPr>
          <p:cNvPr id="3" name="备注占位符 2">
            <a:extLst>
              <a:ext uri="{FF2B5EF4-FFF2-40B4-BE49-F238E27FC236}">
                <a16:creationId xmlns:a16="http://schemas.microsoft.com/office/drawing/2014/main" id="{E0FF249C-EA00-CD3C-ED55-26F6852443B2}"/>
              </a:ext>
            </a:extLst>
          </p:cNvPr>
          <p:cNvSpPr>
            <a:spLocks noGrp="1"/>
          </p:cNvSpPr>
          <p:nvPr>
            <p:ph type="body" idx="1"/>
          </p:nvPr>
        </p:nvSpPr>
        <p:spPr/>
        <p:txBody>
          <a:bodyPr/>
          <a:lstStyle/>
          <a:p>
            <a:r>
              <a:rPr lang="en-US" altLang="zh-CN" dirty="0"/>
              <a:t>[0,-3,2;3,0,-1;-2,1,0]</a:t>
            </a:r>
            <a:endParaRPr lang="zh-CN" altLang="en-US" dirty="0"/>
          </a:p>
        </p:txBody>
      </p:sp>
      <p:sp>
        <p:nvSpPr>
          <p:cNvPr id="4" name="灯片编号占位符 3">
            <a:extLst>
              <a:ext uri="{FF2B5EF4-FFF2-40B4-BE49-F238E27FC236}">
                <a16:creationId xmlns:a16="http://schemas.microsoft.com/office/drawing/2014/main" id="{348D4FA2-38CD-D488-B081-C79443236AD3}"/>
              </a:ext>
            </a:extLst>
          </p:cNvPr>
          <p:cNvSpPr>
            <a:spLocks noGrp="1"/>
          </p:cNvSpPr>
          <p:nvPr>
            <p:ph type="sldNum" sz="quarter" idx="5"/>
          </p:nvPr>
        </p:nvSpPr>
        <p:spPr/>
        <p:txBody>
          <a:bodyPr/>
          <a:lstStyle/>
          <a:p>
            <a:fld id="{2963FE79-6D02-4A35-A819-1E84485359B5}" type="slidenum">
              <a:rPr lang="zh-CN" altLang="en-US" smtClean="0"/>
              <a:t>51</a:t>
            </a:fld>
            <a:endParaRPr lang="zh-CN" altLang="en-US"/>
          </a:p>
        </p:txBody>
      </p:sp>
    </p:spTree>
    <p:extLst>
      <p:ext uri="{BB962C8B-B14F-4D97-AF65-F5344CB8AC3E}">
        <p14:creationId xmlns:p14="http://schemas.microsoft.com/office/powerpoint/2010/main" val="3590732072"/>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4</a:t>
            </a:r>
            <a:r>
              <a:rPr lang="zh-CN" altLang="en-US" dirty="0"/>
              <a:t>：变化：引入辅助函数：</a:t>
            </a:r>
            <a:r>
              <a:rPr lang="en-US" altLang="zh-CN" dirty="0"/>
              <a:t>K</a:t>
            </a:r>
            <a:r>
              <a:rPr lang="zh-CN" altLang="en-US" dirty="0"/>
              <a:t>类函数</a:t>
            </a:r>
            <a:endParaRPr lang="en-US" altLang="zh-CN" dirty="0"/>
          </a:p>
        </p:txBody>
      </p:sp>
      <p:sp>
        <p:nvSpPr>
          <p:cNvPr id="4" name="灯片编号占位符 3"/>
          <p:cNvSpPr>
            <a:spLocks noGrp="1"/>
          </p:cNvSpPr>
          <p:nvPr>
            <p:ph type="sldNum" sz="quarter" idx="10"/>
          </p:nvPr>
        </p:nvSpPr>
        <p:spPr/>
        <p:txBody>
          <a:bodyPr/>
          <a:lstStyle/>
          <a:p>
            <a:fld id="{2963FE79-6D02-4A35-A819-1E84485359B5}" type="slidenum">
              <a:rPr lang="zh-CN" altLang="en-US" smtClean="0"/>
              <a:t>52</a:t>
            </a:fld>
            <a:endParaRPr lang="zh-CN" altLang="en-US"/>
          </a:p>
        </p:txBody>
      </p:sp>
    </p:spTree>
    <p:extLst>
      <p:ext uri="{BB962C8B-B14F-4D97-AF65-F5344CB8AC3E}">
        <p14:creationId xmlns:p14="http://schemas.microsoft.com/office/powerpoint/2010/main" val="2441058472"/>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5105FD-C0E2-0E8B-6F6A-6079E436FBF1}"/>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C4E29A97-F5DB-76A1-A134-5D01F379BE51}"/>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17424F5B-A615-6132-3DCF-AA2DF129EF69}"/>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D130A289-46E2-21F7-8D1B-59C0360EAC89}"/>
              </a:ext>
            </a:extLst>
          </p:cNvPr>
          <p:cNvSpPr>
            <a:spLocks noGrp="1"/>
          </p:cNvSpPr>
          <p:nvPr>
            <p:ph type="sldNum" sz="quarter" idx="10"/>
          </p:nvPr>
        </p:nvSpPr>
        <p:spPr/>
        <p:txBody>
          <a:bodyPr/>
          <a:lstStyle/>
          <a:p>
            <a:fld id="{2963FE79-6D02-4A35-A819-1E84485359B5}" type="slidenum">
              <a:rPr lang="zh-CN" altLang="en-US" smtClean="0"/>
              <a:t>53</a:t>
            </a:fld>
            <a:endParaRPr lang="zh-CN" altLang="en-US"/>
          </a:p>
        </p:txBody>
      </p:sp>
    </p:spTree>
    <p:extLst>
      <p:ext uri="{BB962C8B-B14F-4D97-AF65-F5344CB8AC3E}">
        <p14:creationId xmlns:p14="http://schemas.microsoft.com/office/powerpoint/2010/main" val="1386219788"/>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2963FE79-6D02-4A35-A819-1E84485359B5}" type="slidenum">
              <a:rPr lang="zh-CN" altLang="en-US" smtClean="0"/>
              <a:t>54</a:t>
            </a:fld>
            <a:endParaRPr lang="zh-CN" altLang="en-US"/>
          </a:p>
        </p:txBody>
      </p:sp>
    </p:spTree>
    <p:extLst>
      <p:ext uri="{BB962C8B-B14F-4D97-AF65-F5344CB8AC3E}">
        <p14:creationId xmlns:p14="http://schemas.microsoft.com/office/powerpoint/2010/main" val="162668571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2963FE79-6D02-4A35-A819-1E84485359B5}" type="slidenum">
              <a:rPr lang="zh-CN" altLang="en-US" smtClean="0"/>
              <a:t>55</a:t>
            </a:fld>
            <a:endParaRPr lang="zh-CN" altLang="en-US"/>
          </a:p>
        </p:txBody>
      </p:sp>
    </p:spTree>
    <p:extLst>
      <p:ext uri="{BB962C8B-B14F-4D97-AF65-F5344CB8AC3E}">
        <p14:creationId xmlns:p14="http://schemas.microsoft.com/office/powerpoint/2010/main" val="1609630140"/>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2963FE79-6D02-4A35-A819-1E84485359B5}" type="slidenum">
              <a:rPr lang="zh-CN" altLang="en-US" smtClean="0"/>
              <a:t>56</a:t>
            </a:fld>
            <a:endParaRPr lang="zh-CN" altLang="en-US"/>
          </a:p>
        </p:txBody>
      </p:sp>
    </p:spTree>
    <p:extLst>
      <p:ext uri="{BB962C8B-B14F-4D97-AF65-F5344CB8AC3E}">
        <p14:creationId xmlns:p14="http://schemas.microsoft.com/office/powerpoint/2010/main" val="2456720125"/>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B0667D-FBB1-EF19-2D07-4EA34471676D}"/>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3C4660AD-B968-0D2E-5024-39E73B5FE7E4}"/>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4F5EDB17-D926-9676-F2AC-0E2F172CD4C2}"/>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734FDF22-1C22-F013-F293-9AA8EFF99B26}"/>
              </a:ext>
            </a:extLst>
          </p:cNvPr>
          <p:cNvSpPr>
            <a:spLocks noGrp="1"/>
          </p:cNvSpPr>
          <p:nvPr>
            <p:ph type="sldNum" sz="quarter" idx="5"/>
          </p:nvPr>
        </p:nvSpPr>
        <p:spPr/>
        <p:txBody>
          <a:bodyPr/>
          <a:lstStyle/>
          <a:p>
            <a:fld id="{2963FE79-6D02-4A35-A819-1E84485359B5}" type="slidenum">
              <a:rPr lang="zh-CN" altLang="en-US" smtClean="0"/>
              <a:t>57</a:t>
            </a:fld>
            <a:endParaRPr lang="zh-CN" altLang="en-US"/>
          </a:p>
        </p:txBody>
      </p:sp>
    </p:spTree>
    <p:extLst>
      <p:ext uri="{BB962C8B-B14F-4D97-AF65-F5344CB8AC3E}">
        <p14:creationId xmlns:p14="http://schemas.microsoft.com/office/powerpoint/2010/main" val="392418580"/>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F697F4-837F-4AB7-B6A2-6DF9334CD6DD}"/>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C3093BA0-59C5-CD1D-C70D-A534DC25C3FB}"/>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99D16359-372F-D4DD-4AA4-6B36B1A5E0A6}"/>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1AAB7F5F-A037-081F-9E16-86DF83B4F00A}"/>
              </a:ext>
            </a:extLst>
          </p:cNvPr>
          <p:cNvSpPr>
            <a:spLocks noGrp="1"/>
          </p:cNvSpPr>
          <p:nvPr>
            <p:ph type="sldNum" sz="quarter" idx="5"/>
          </p:nvPr>
        </p:nvSpPr>
        <p:spPr/>
        <p:txBody>
          <a:bodyPr/>
          <a:lstStyle/>
          <a:p>
            <a:fld id="{2963FE79-6D02-4A35-A819-1E84485359B5}" type="slidenum">
              <a:rPr lang="zh-CN" altLang="en-US" smtClean="0"/>
              <a:t>58</a:t>
            </a:fld>
            <a:endParaRPr lang="zh-CN" altLang="en-US"/>
          </a:p>
        </p:txBody>
      </p:sp>
    </p:spTree>
    <p:extLst>
      <p:ext uri="{BB962C8B-B14F-4D97-AF65-F5344CB8AC3E}">
        <p14:creationId xmlns:p14="http://schemas.microsoft.com/office/powerpoint/2010/main" val="3709297636"/>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2C3A3E-77B9-E7A3-7623-95591591F454}"/>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A1BA740B-15ED-32A0-C8FD-315F97C33E92}"/>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2FF22B51-4B69-AB7B-1374-7CC2F3B5D6B4}"/>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40BB8AA0-F7B3-EAE0-6E65-1B931BFFB129}"/>
              </a:ext>
            </a:extLst>
          </p:cNvPr>
          <p:cNvSpPr>
            <a:spLocks noGrp="1"/>
          </p:cNvSpPr>
          <p:nvPr>
            <p:ph type="sldNum" sz="quarter" idx="5"/>
          </p:nvPr>
        </p:nvSpPr>
        <p:spPr/>
        <p:txBody>
          <a:bodyPr/>
          <a:lstStyle/>
          <a:p>
            <a:fld id="{2963FE79-6D02-4A35-A819-1E84485359B5}" type="slidenum">
              <a:rPr lang="zh-CN" altLang="en-US" smtClean="0"/>
              <a:t>59</a:t>
            </a:fld>
            <a:endParaRPr lang="zh-CN" altLang="en-US"/>
          </a:p>
        </p:txBody>
      </p:sp>
    </p:spTree>
    <p:extLst>
      <p:ext uri="{BB962C8B-B14F-4D97-AF65-F5344CB8AC3E}">
        <p14:creationId xmlns:p14="http://schemas.microsoft.com/office/powerpoint/2010/main" val="2096513159"/>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FAAA65-9B27-41EA-E584-8F8EE2103017}"/>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27407A35-003E-29EC-3C92-ADB5196C9B0C}"/>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BF9DAFE9-46BA-5E9F-32E6-4700C1D1138C}"/>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0BC958BA-4855-E553-C538-2A5C65F0B3D3}"/>
              </a:ext>
            </a:extLst>
          </p:cNvPr>
          <p:cNvSpPr>
            <a:spLocks noGrp="1"/>
          </p:cNvSpPr>
          <p:nvPr>
            <p:ph type="sldNum" sz="quarter" idx="5"/>
          </p:nvPr>
        </p:nvSpPr>
        <p:spPr/>
        <p:txBody>
          <a:bodyPr/>
          <a:lstStyle/>
          <a:p>
            <a:fld id="{2963FE79-6D02-4A35-A819-1E84485359B5}" type="slidenum">
              <a:rPr lang="zh-CN" altLang="en-US" smtClean="0"/>
              <a:t>60</a:t>
            </a:fld>
            <a:endParaRPr lang="zh-CN" altLang="en-US"/>
          </a:p>
        </p:txBody>
      </p:sp>
    </p:spTree>
    <p:extLst>
      <p:ext uri="{BB962C8B-B14F-4D97-AF65-F5344CB8AC3E}">
        <p14:creationId xmlns:p14="http://schemas.microsoft.com/office/powerpoint/2010/main" val="424940057"/>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557CA5-F79D-4205-0DF9-5BB612B37C1C}"/>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4A1C84E0-293F-EBE3-6C0B-9BE25BA7BF86}"/>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62B312A9-6F14-E9D7-5DBB-6D925A4FD283}"/>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1CB33DC6-A067-9737-2516-177177AFA0A9}"/>
              </a:ext>
            </a:extLst>
          </p:cNvPr>
          <p:cNvSpPr>
            <a:spLocks noGrp="1"/>
          </p:cNvSpPr>
          <p:nvPr>
            <p:ph type="sldNum" sz="quarter" idx="5"/>
          </p:nvPr>
        </p:nvSpPr>
        <p:spPr/>
        <p:txBody>
          <a:bodyPr/>
          <a:lstStyle/>
          <a:p>
            <a:fld id="{2963FE79-6D02-4A35-A819-1E84485359B5}" type="slidenum">
              <a:rPr lang="zh-CN" altLang="en-US" smtClean="0"/>
              <a:t>61</a:t>
            </a:fld>
            <a:endParaRPr lang="zh-CN" altLang="en-US"/>
          </a:p>
        </p:txBody>
      </p:sp>
    </p:spTree>
    <p:extLst>
      <p:ext uri="{BB962C8B-B14F-4D97-AF65-F5344CB8AC3E}">
        <p14:creationId xmlns:p14="http://schemas.microsoft.com/office/powerpoint/2010/main" val="3012735643"/>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1C968A-9DAA-D89E-0BC6-70591D91B5EC}"/>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951ADB09-C0C2-7EC4-8F8D-D186FF83F822}"/>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50F82663-C9D7-76C6-F8D9-15891A76150A}"/>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D73A2818-BD0B-6A0B-C7C7-87D1AF93B817}"/>
              </a:ext>
            </a:extLst>
          </p:cNvPr>
          <p:cNvSpPr>
            <a:spLocks noGrp="1"/>
          </p:cNvSpPr>
          <p:nvPr>
            <p:ph type="sldNum" sz="quarter" idx="5"/>
          </p:nvPr>
        </p:nvSpPr>
        <p:spPr/>
        <p:txBody>
          <a:bodyPr/>
          <a:lstStyle/>
          <a:p>
            <a:fld id="{2963FE79-6D02-4A35-A819-1E84485359B5}" type="slidenum">
              <a:rPr lang="zh-CN" altLang="en-US" smtClean="0"/>
              <a:t>62</a:t>
            </a:fld>
            <a:endParaRPr lang="zh-CN" altLang="en-US"/>
          </a:p>
        </p:txBody>
      </p:sp>
    </p:spTree>
    <p:extLst>
      <p:ext uri="{BB962C8B-B14F-4D97-AF65-F5344CB8AC3E}">
        <p14:creationId xmlns:p14="http://schemas.microsoft.com/office/powerpoint/2010/main" val="1453044282"/>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50DDF5-541D-A89A-6801-37043491FE50}"/>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7CE90E2A-E34B-F121-6D73-F1E06C4B749E}"/>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E094171F-20D5-22F6-04C0-893A20B62628}"/>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CF214AF9-2636-88EF-B205-90365A3BB986}"/>
              </a:ext>
            </a:extLst>
          </p:cNvPr>
          <p:cNvSpPr>
            <a:spLocks noGrp="1"/>
          </p:cNvSpPr>
          <p:nvPr>
            <p:ph type="sldNum" sz="quarter" idx="5"/>
          </p:nvPr>
        </p:nvSpPr>
        <p:spPr/>
        <p:txBody>
          <a:bodyPr/>
          <a:lstStyle/>
          <a:p>
            <a:fld id="{2963FE79-6D02-4A35-A819-1E84485359B5}" type="slidenum">
              <a:rPr lang="zh-CN" altLang="en-US" smtClean="0"/>
              <a:t>63</a:t>
            </a:fld>
            <a:endParaRPr lang="zh-CN" altLang="en-US"/>
          </a:p>
        </p:txBody>
      </p:sp>
    </p:spTree>
    <p:extLst>
      <p:ext uri="{BB962C8B-B14F-4D97-AF65-F5344CB8AC3E}">
        <p14:creationId xmlns:p14="http://schemas.microsoft.com/office/powerpoint/2010/main" val="1374922498"/>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965790-33CA-0A6F-E2A4-ABB6951240FB}"/>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4BE64152-21BF-FE9A-A4B3-E1B69D834F7D}"/>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A3B55E8B-BEA0-DE5C-E950-7EE51A4E727D}"/>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60FD47D3-3C97-82C1-E2F7-0BCEBDCBA0CF}"/>
              </a:ext>
            </a:extLst>
          </p:cNvPr>
          <p:cNvSpPr>
            <a:spLocks noGrp="1"/>
          </p:cNvSpPr>
          <p:nvPr>
            <p:ph type="sldNum" sz="quarter" idx="5"/>
          </p:nvPr>
        </p:nvSpPr>
        <p:spPr/>
        <p:txBody>
          <a:bodyPr/>
          <a:lstStyle/>
          <a:p>
            <a:fld id="{2963FE79-6D02-4A35-A819-1E84485359B5}" type="slidenum">
              <a:rPr lang="zh-CN" altLang="en-US" smtClean="0"/>
              <a:t>64</a:t>
            </a:fld>
            <a:endParaRPr lang="zh-CN" altLang="en-US"/>
          </a:p>
        </p:txBody>
      </p:sp>
    </p:spTree>
    <p:extLst>
      <p:ext uri="{BB962C8B-B14F-4D97-AF65-F5344CB8AC3E}">
        <p14:creationId xmlns:p14="http://schemas.microsoft.com/office/powerpoint/2010/main" val="352287796"/>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8EE8CD-CFA8-9282-E12F-30079AF7AEAC}"/>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C2291827-143B-96A8-15A0-32113D77A2EF}"/>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454480FF-B8D8-5348-B998-C9F8CCEE0AD4}"/>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2C37A832-A97E-8980-9ABA-042C3EF0D69A}"/>
              </a:ext>
            </a:extLst>
          </p:cNvPr>
          <p:cNvSpPr>
            <a:spLocks noGrp="1"/>
          </p:cNvSpPr>
          <p:nvPr>
            <p:ph type="sldNum" sz="quarter" idx="5"/>
          </p:nvPr>
        </p:nvSpPr>
        <p:spPr/>
        <p:txBody>
          <a:bodyPr/>
          <a:lstStyle/>
          <a:p>
            <a:fld id="{2963FE79-6D02-4A35-A819-1E84485359B5}" type="slidenum">
              <a:rPr lang="zh-CN" altLang="en-US" smtClean="0"/>
              <a:t>65</a:t>
            </a:fld>
            <a:endParaRPr lang="zh-CN" altLang="en-US"/>
          </a:p>
        </p:txBody>
      </p:sp>
    </p:spTree>
    <p:extLst>
      <p:ext uri="{BB962C8B-B14F-4D97-AF65-F5344CB8AC3E}">
        <p14:creationId xmlns:p14="http://schemas.microsoft.com/office/powerpoint/2010/main" val="2228595545"/>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1E5174-95EE-FCAB-6FD9-65C842EE8E51}"/>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DADDDC14-CEB8-3AF7-8431-ACB3230DF209}"/>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B73F0855-3D85-68A8-B016-33B975F7974F}"/>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C0B9A7F3-53A9-CC61-494D-60509A63C8AE}"/>
              </a:ext>
            </a:extLst>
          </p:cNvPr>
          <p:cNvSpPr>
            <a:spLocks noGrp="1"/>
          </p:cNvSpPr>
          <p:nvPr>
            <p:ph type="sldNum" sz="quarter" idx="5"/>
          </p:nvPr>
        </p:nvSpPr>
        <p:spPr/>
        <p:txBody>
          <a:bodyPr/>
          <a:lstStyle/>
          <a:p>
            <a:fld id="{2963FE79-6D02-4A35-A819-1E84485359B5}" type="slidenum">
              <a:rPr lang="zh-CN" altLang="en-US" smtClean="0"/>
              <a:t>66</a:t>
            </a:fld>
            <a:endParaRPr lang="zh-CN" altLang="en-US"/>
          </a:p>
        </p:txBody>
      </p:sp>
    </p:spTree>
    <p:extLst>
      <p:ext uri="{BB962C8B-B14F-4D97-AF65-F5344CB8AC3E}">
        <p14:creationId xmlns:p14="http://schemas.microsoft.com/office/powerpoint/2010/main" val="204643887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BCE3F8-9A29-6827-50CB-B5D24A404420}"/>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4EDA5F8F-3D1A-DD55-45BB-3A66272925A8}"/>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EAC59EDF-A5C3-9E3B-8236-DDC704D4D4D4}"/>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BB499391-8252-B203-B500-7CB1588AFEF1}"/>
              </a:ext>
            </a:extLst>
          </p:cNvPr>
          <p:cNvSpPr>
            <a:spLocks noGrp="1"/>
          </p:cNvSpPr>
          <p:nvPr>
            <p:ph type="sldNum" sz="quarter" idx="5"/>
          </p:nvPr>
        </p:nvSpPr>
        <p:spPr/>
        <p:txBody>
          <a:bodyPr/>
          <a:lstStyle/>
          <a:p>
            <a:fld id="{2963FE79-6D02-4A35-A819-1E84485359B5}" type="slidenum">
              <a:rPr lang="zh-CN" altLang="en-US" smtClean="0"/>
              <a:t>67</a:t>
            </a:fld>
            <a:endParaRPr lang="zh-CN" altLang="en-US"/>
          </a:p>
        </p:txBody>
      </p:sp>
    </p:spTree>
    <p:extLst>
      <p:ext uri="{BB962C8B-B14F-4D97-AF65-F5344CB8AC3E}">
        <p14:creationId xmlns:p14="http://schemas.microsoft.com/office/powerpoint/2010/main" val="864736627"/>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0CA254-CB89-1B00-032C-5C11159F2ABF}"/>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3CFA851D-97ED-4A07-9936-EAD8C4BB1A05}"/>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0959ADAD-E0DF-E38C-E5D8-D86D0B06B50C}"/>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519395AE-E1D2-7DB2-509F-1614989678CB}"/>
              </a:ext>
            </a:extLst>
          </p:cNvPr>
          <p:cNvSpPr>
            <a:spLocks noGrp="1"/>
          </p:cNvSpPr>
          <p:nvPr>
            <p:ph type="sldNum" sz="quarter" idx="5"/>
          </p:nvPr>
        </p:nvSpPr>
        <p:spPr/>
        <p:txBody>
          <a:bodyPr/>
          <a:lstStyle/>
          <a:p>
            <a:fld id="{2963FE79-6D02-4A35-A819-1E84485359B5}" type="slidenum">
              <a:rPr lang="zh-CN" altLang="en-US" smtClean="0"/>
              <a:t>68</a:t>
            </a:fld>
            <a:endParaRPr lang="zh-CN" altLang="en-US"/>
          </a:p>
        </p:txBody>
      </p:sp>
    </p:spTree>
    <p:extLst>
      <p:ext uri="{BB962C8B-B14F-4D97-AF65-F5344CB8AC3E}">
        <p14:creationId xmlns:p14="http://schemas.microsoft.com/office/powerpoint/2010/main" val="4017154113"/>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19D414-2D65-22CF-6145-E4AD6C37FC3A}"/>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F78147E8-D87C-9A62-115C-AE7AC537EF8E}"/>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80ADDEB8-33D2-FA2F-7875-9786874DA0C1}"/>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AE64D4BE-AC46-9EEE-FD88-F41A5B2019E1}"/>
              </a:ext>
            </a:extLst>
          </p:cNvPr>
          <p:cNvSpPr>
            <a:spLocks noGrp="1"/>
          </p:cNvSpPr>
          <p:nvPr>
            <p:ph type="sldNum" sz="quarter" idx="5"/>
          </p:nvPr>
        </p:nvSpPr>
        <p:spPr/>
        <p:txBody>
          <a:bodyPr/>
          <a:lstStyle/>
          <a:p>
            <a:fld id="{2963FE79-6D02-4A35-A819-1E84485359B5}" type="slidenum">
              <a:rPr lang="zh-CN" altLang="en-US" smtClean="0"/>
              <a:t>69</a:t>
            </a:fld>
            <a:endParaRPr lang="zh-CN" altLang="en-US"/>
          </a:p>
        </p:txBody>
      </p:sp>
    </p:spTree>
    <p:extLst>
      <p:ext uri="{BB962C8B-B14F-4D97-AF65-F5344CB8AC3E}">
        <p14:creationId xmlns:p14="http://schemas.microsoft.com/office/powerpoint/2010/main" val="358388385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853D33-CF61-24C4-6E4B-2A715A385645}"/>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D4035CBF-358F-F85C-9900-496D2807FBED}"/>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D0D63A6B-79C2-F510-CF91-6500D0E46433}"/>
              </a:ext>
            </a:extLst>
          </p:cNvPr>
          <p:cNvSpPr>
            <a:spLocks noGrp="1"/>
          </p:cNvSpPr>
          <p:nvPr>
            <p:ph type="body" idx="1"/>
          </p:nvPr>
        </p:nvSpPr>
        <p:spPr/>
        <p:txBody>
          <a:bodyPr/>
          <a:lstStyle/>
          <a:p>
            <a:endParaRPr lang="zh-CN" altLang="en-US" sz="1800" dirty="0"/>
          </a:p>
        </p:txBody>
      </p:sp>
      <p:sp>
        <p:nvSpPr>
          <p:cNvPr id="4" name="灯片编号占位符 3">
            <a:extLst>
              <a:ext uri="{FF2B5EF4-FFF2-40B4-BE49-F238E27FC236}">
                <a16:creationId xmlns:a16="http://schemas.microsoft.com/office/drawing/2014/main" id="{564F57F7-1512-1761-344F-FE5B439D3F28}"/>
              </a:ext>
            </a:extLst>
          </p:cNvPr>
          <p:cNvSpPr>
            <a:spLocks noGrp="1"/>
          </p:cNvSpPr>
          <p:nvPr>
            <p:ph type="sldNum" sz="quarter" idx="5"/>
          </p:nvPr>
        </p:nvSpPr>
        <p:spPr/>
        <p:txBody>
          <a:bodyPr/>
          <a:lstStyle/>
          <a:p>
            <a:fld id="{2963FE79-6D02-4A35-A819-1E84485359B5}" type="slidenum">
              <a:rPr lang="zh-CN" altLang="en-US" smtClean="0"/>
              <a:t>70</a:t>
            </a:fld>
            <a:endParaRPr lang="zh-CN" altLang="en-US"/>
          </a:p>
        </p:txBody>
      </p:sp>
    </p:spTree>
    <p:extLst>
      <p:ext uri="{BB962C8B-B14F-4D97-AF65-F5344CB8AC3E}">
        <p14:creationId xmlns:p14="http://schemas.microsoft.com/office/powerpoint/2010/main" val="174242941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9B9930-E83A-8BF2-092B-21D419E63D99}"/>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7A2A242D-6935-CE00-6032-7F932BAC86E5}"/>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95D66BEF-80CE-5E12-B46C-F5A76E77A348}"/>
              </a:ext>
            </a:extLst>
          </p:cNvPr>
          <p:cNvSpPr>
            <a:spLocks noGrp="1"/>
          </p:cNvSpPr>
          <p:nvPr>
            <p:ph type="body" idx="1"/>
          </p:nvPr>
        </p:nvSpPr>
        <p:spPr/>
        <p:txBody>
          <a:bodyPr/>
          <a:lstStyle/>
          <a:p>
            <a:endParaRPr lang="zh-CN" altLang="en-US" sz="1800" dirty="0"/>
          </a:p>
        </p:txBody>
      </p:sp>
      <p:sp>
        <p:nvSpPr>
          <p:cNvPr id="4" name="灯片编号占位符 3">
            <a:extLst>
              <a:ext uri="{FF2B5EF4-FFF2-40B4-BE49-F238E27FC236}">
                <a16:creationId xmlns:a16="http://schemas.microsoft.com/office/drawing/2014/main" id="{C555D67D-B68A-B363-933B-C866B4B614A0}"/>
              </a:ext>
            </a:extLst>
          </p:cNvPr>
          <p:cNvSpPr>
            <a:spLocks noGrp="1"/>
          </p:cNvSpPr>
          <p:nvPr>
            <p:ph type="sldNum" sz="quarter" idx="5"/>
          </p:nvPr>
        </p:nvSpPr>
        <p:spPr/>
        <p:txBody>
          <a:bodyPr/>
          <a:lstStyle/>
          <a:p>
            <a:fld id="{2963FE79-6D02-4A35-A819-1E84485359B5}" type="slidenum">
              <a:rPr lang="zh-CN" altLang="en-US" smtClean="0"/>
              <a:t>71</a:t>
            </a:fld>
            <a:endParaRPr lang="zh-CN" altLang="en-US"/>
          </a:p>
        </p:txBody>
      </p:sp>
    </p:spTree>
    <p:extLst>
      <p:ext uri="{BB962C8B-B14F-4D97-AF65-F5344CB8AC3E}">
        <p14:creationId xmlns:p14="http://schemas.microsoft.com/office/powerpoint/2010/main" val="3961792126"/>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sz="1800" dirty="0"/>
          </a:p>
        </p:txBody>
      </p:sp>
      <p:sp>
        <p:nvSpPr>
          <p:cNvPr id="4" name="灯片编号占位符 3"/>
          <p:cNvSpPr>
            <a:spLocks noGrp="1"/>
          </p:cNvSpPr>
          <p:nvPr>
            <p:ph type="sldNum" sz="quarter" idx="5"/>
          </p:nvPr>
        </p:nvSpPr>
        <p:spPr/>
        <p:txBody>
          <a:bodyPr/>
          <a:lstStyle/>
          <a:p>
            <a:fld id="{2963FE79-6D02-4A35-A819-1E84485359B5}" type="slidenum">
              <a:rPr lang="zh-CN" altLang="en-US" smtClean="0"/>
              <a:t>72</a:t>
            </a:fld>
            <a:endParaRPr lang="zh-CN" altLang="en-US"/>
          </a:p>
        </p:txBody>
      </p:sp>
    </p:spTree>
    <p:extLst>
      <p:ext uri="{BB962C8B-B14F-4D97-AF65-F5344CB8AC3E}">
        <p14:creationId xmlns:p14="http://schemas.microsoft.com/office/powerpoint/2010/main" val="179253397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2963FE79-6D02-4A35-A819-1E84485359B5}" type="slidenum">
              <a:rPr lang="zh-CN" altLang="en-US" smtClean="0"/>
              <a:t>73</a:t>
            </a:fld>
            <a:endParaRPr lang="zh-CN" altLang="en-US"/>
          </a:p>
        </p:txBody>
      </p:sp>
    </p:spTree>
    <p:extLst>
      <p:ext uri="{BB962C8B-B14F-4D97-AF65-F5344CB8AC3E}">
        <p14:creationId xmlns:p14="http://schemas.microsoft.com/office/powerpoint/2010/main" val="3164813048"/>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sz="1800" dirty="0"/>
          </a:p>
        </p:txBody>
      </p:sp>
      <p:sp>
        <p:nvSpPr>
          <p:cNvPr id="4" name="灯片编号占位符 3"/>
          <p:cNvSpPr>
            <a:spLocks noGrp="1"/>
          </p:cNvSpPr>
          <p:nvPr>
            <p:ph type="sldNum" sz="quarter" idx="5"/>
          </p:nvPr>
        </p:nvSpPr>
        <p:spPr/>
        <p:txBody>
          <a:bodyPr/>
          <a:lstStyle/>
          <a:p>
            <a:fld id="{2963FE79-6D02-4A35-A819-1E84485359B5}" type="slidenum">
              <a:rPr lang="zh-CN" altLang="en-US" smtClean="0"/>
              <a:t>74</a:t>
            </a:fld>
            <a:endParaRPr lang="zh-CN" altLang="en-US"/>
          </a:p>
        </p:txBody>
      </p:sp>
    </p:spTree>
    <p:extLst>
      <p:ext uri="{BB962C8B-B14F-4D97-AF65-F5344CB8AC3E}">
        <p14:creationId xmlns:p14="http://schemas.microsoft.com/office/powerpoint/2010/main" val="3565491252"/>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114103-567B-0540-62C8-DE4C27F24FCC}"/>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B612C78F-C79E-EC23-FFA4-328B944FD88B}"/>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CF5E77FF-3B06-5837-9F63-F51BB8E9626E}"/>
              </a:ext>
            </a:extLst>
          </p:cNvPr>
          <p:cNvSpPr>
            <a:spLocks noGrp="1"/>
          </p:cNvSpPr>
          <p:nvPr>
            <p:ph type="body" idx="1"/>
          </p:nvPr>
        </p:nvSpPr>
        <p:spPr/>
        <p:txBody>
          <a:bodyPr/>
          <a:lstStyle/>
          <a:p>
            <a:endParaRPr lang="zh-CN" altLang="en-US" sz="1800" dirty="0"/>
          </a:p>
        </p:txBody>
      </p:sp>
      <p:sp>
        <p:nvSpPr>
          <p:cNvPr id="4" name="灯片编号占位符 3">
            <a:extLst>
              <a:ext uri="{FF2B5EF4-FFF2-40B4-BE49-F238E27FC236}">
                <a16:creationId xmlns:a16="http://schemas.microsoft.com/office/drawing/2014/main" id="{C728C301-87DD-7D3C-5333-82FCF088A1B6}"/>
              </a:ext>
            </a:extLst>
          </p:cNvPr>
          <p:cNvSpPr>
            <a:spLocks noGrp="1"/>
          </p:cNvSpPr>
          <p:nvPr>
            <p:ph type="sldNum" sz="quarter" idx="5"/>
          </p:nvPr>
        </p:nvSpPr>
        <p:spPr/>
        <p:txBody>
          <a:bodyPr/>
          <a:lstStyle/>
          <a:p>
            <a:fld id="{2963FE79-6D02-4A35-A819-1E84485359B5}" type="slidenum">
              <a:rPr lang="zh-CN" altLang="en-US" smtClean="0"/>
              <a:t>75</a:t>
            </a:fld>
            <a:endParaRPr lang="zh-CN" altLang="en-US"/>
          </a:p>
        </p:txBody>
      </p:sp>
    </p:spTree>
    <p:extLst>
      <p:ext uri="{BB962C8B-B14F-4D97-AF65-F5344CB8AC3E}">
        <p14:creationId xmlns:p14="http://schemas.microsoft.com/office/powerpoint/2010/main" val="3431060795"/>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232E5F-D901-CA5C-667C-5BEEFBFC56BC}"/>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D5EA6C77-4295-43BE-66F7-6002E4B48818}"/>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A03DC790-435F-2446-17E6-61F55E95181B}"/>
              </a:ext>
            </a:extLst>
          </p:cNvPr>
          <p:cNvSpPr>
            <a:spLocks noGrp="1"/>
          </p:cNvSpPr>
          <p:nvPr>
            <p:ph type="body" idx="1"/>
          </p:nvPr>
        </p:nvSpPr>
        <p:spPr/>
        <p:txBody>
          <a:bodyPr/>
          <a:lstStyle/>
          <a:p>
            <a:endParaRPr lang="zh-CN" altLang="en-US" sz="1800" dirty="0"/>
          </a:p>
        </p:txBody>
      </p:sp>
      <p:sp>
        <p:nvSpPr>
          <p:cNvPr id="4" name="灯片编号占位符 3">
            <a:extLst>
              <a:ext uri="{FF2B5EF4-FFF2-40B4-BE49-F238E27FC236}">
                <a16:creationId xmlns:a16="http://schemas.microsoft.com/office/drawing/2014/main" id="{4FD72CD9-634D-0F38-3A59-86E9D35CD2ED}"/>
              </a:ext>
            </a:extLst>
          </p:cNvPr>
          <p:cNvSpPr>
            <a:spLocks noGrp="1"/>
          </p:cNvSpPr>
          <p:nvPr>
            <p:ph type="sldNum" sz="quarter" idx="5"/>
          </p:nvPr>
        </p:nvSpPr>
        <p:spPr/>
        <p:txBody>
          <a:bodyPr/>
          <a:lstStyle/>
          <a:p>
            <a:fld id="{2963FE79-6D02-4A35-A819-1E84485359B5}" type="slidenum">
              <a:rPr lang="zh-CN" altLang="en-US" smtClean="0"/>
              <a:t>76</a:t>
            </a:fld>
            <a:endParaRPr lang="zh-CN" altLang="en-US"/>
          </a:p>
        </p:txBody>
      </p:sp>
    </p:spTree>
    <p:extLst>
      <p:ext uri="{BB962C8B-B14F-4D97-AF65-F5344CB8AC3E}">
        <p14:creationId xmlns:p14="http://schemas.microsoft.com/office/powerpoint/2010/main" val="1484790550"/>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980555-329B-9C3B-938F-7F5FC2391B3E}"/>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CE8C789E-5CAB-12E2-8E6B-8F8BE4CCA40F}"/>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08457FBE-BDE9-3C13-95E1-EB2E25D08D5A}"/>
              </a:ext>
            </a:extLst>
          </p:cNvPr>
          <p:cNvSpPr>
            <a:spLocks noGrp="1"/>
          </p:cNvSpPr>
          <p:nvPr>
            <p:ph type="body" idx="1"/>
          </p:nvPr>
        </p:nvSpPr>
        <p:spPr/>
        <p:txBody>
          <a:bodyPr/>
          <a:lstStyle/>
          <a:p>
            <a:endParaRPr lang="zh-CN" altLang="en-US" sz="1800" dirty="0"/>
          </a:p>
        </p:txBody>
      </p:sp>
      <p:sp>
        <p:nvSpPr>
          <p:cNvPr id="4" name="灯片编号占位符 3">
            <a:extLst>
              <a:ext uri="{FF2B5EF4-FFF2-40B4-BE49-F238E27FC236}">
                <a16:creationId xmlns:a16="http://schemas.microsoft.com/office/drawing/2014/main" id="{D78F98F4-913C-7C69-1CEA-BD084F9E905D}"/>
              </a:ext>
            </a:extLst>
          </p:cNvPr>
          <p:cNvSpPr>
            <a:spLocks noGrp="1"/>
          </p:cNvSpPr>
          <p:nvPr>
            <p:ph type="sldNum" sz="quarter" idx="5"/>
          </p:nvPr>
        </p:nvSpPr>
        <p:spPr/>
        <p:txBody>
          <a:bodyPr/>
          <a:lstStyle/>
          <a:p>
            <a:fld id="{2963FE79-6D02-4A35-A819-1E84485359B5}" type="slidenum">
              <a:rPr lang="zh-CN" altLang="en-US" smtClean="0"/>
              <a:t>77</a:t>
            </a:fld>
            <a:endParaRPr lang="zh-CN" altLang="en-US"/>
          </a:p>
        </p:txBody>
      </p:sp>
    </p:spTree>
    <p:extLst>
      <p:ext uri="{BB962C8B-B14F-4D97-AF65-F5344CB8AC3E}">
        <p14:creationId xmlns:p14="http://schemas.microsoft.com/office/powerpoint/2010/main" val="1067635100"/>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12E20B-2DE3-2830-FF51-8D666C729CF4}"/>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511C18ED-864C-4456-BF25-AF52C421E8CA}"/>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4A83540B-9E83-1DEC-F876-3887587B6C44}"/>
              </a:ext>
            </a:extLst>
          </p:cNvPr>
          <p:cNvSpPr>
            <a:spLocks noGrp="1"/>
          </p:cNvSpPr>
          <p:nvPr>
            <p:ph type="body" idx="1"/>
          </p:nvPr>
        </p:nvSpPr>
        <p:spPr/>
        <p:txBody>
          <a:bodyPr/>
          <a:lstStyle/>
          <a:p>
            <a:endParaRPr lang="zh-CN" altLang="en-US" sz="1800" dirty="0"/>
          </a:p>
        </p:txBody>
      </p:sp>
      <p:sp>
        <p:nvSpPr>
          <p:cNvPr id="4" name="灯片编号占位符 3">
            <a:extLst>
              <a:ext uri="{FF2B5EF4-FFF2-40B4-BE49-F238E27FC236}">
                <a16:creationId xmlns:a16="http://schemas.microsoft.com/office/drawing/2014/main" id="{EE486BAA-429E-70A4-D2D1-8DF094A522A9}"/>
              </a:ext>
            </a:extLst>
          </p:cNvPr>
          <p:cNvSpPr>
            <a:spLocks noGrp="1"/>
          </p:cNvSpPr>
          <p:nvPr>
            <p:ph type="sldNum" sz="quarter" idx="5"/>
          </p:nvPr>
        </p:nvSpPr>
        <p:spPr/>
        <p:txBody>
          <a:bodyPr/>
          <a:lstStyle/>
          <a:p>
            <a:fld id="{2963FE79-6D02-4A35-A819-1E84485359B5}" type="slidenum">
              <a:rPr lang="zh-CN" altLang="en-US" smtClean="0"/>
              <a:t>78</a:t>
            </a:fld>
            <a:endParaRPr lang="zh-CN" altLang="en-US"/>
          </a:p>
        </p:txBody>
      </p:sp>
    </p:spTree>
    <p:extLst>
      <p:ext uri="{BB962C8B-B14F-4D97-AF65-F5344CB8AC3E}">
        <p14:creationId xmlns:p14="http://schemas.microsoft.com/office/powerpoint/2010/main" val="6250750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3BA5E2-DB16-4848-B35E-00456486990E}"/>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039F90EF-3667-8A91-BF0E-0C6727693FA1}"/>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25F06394-61E0-1A8B-2C8B-9F707BBC8166}"/>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F4589A72-21D4-CE92-EE5C-4D36FA4ADDDE}"/>
              </a:ext>
            </a:extLst>
          </p:cNvPr>
          <p:cNvSpPr>
            <a:spLocks noGrp="1"/>
          </p:cNvSpPr>
          <p:nvPr>
            <p:ph type="sldNum" sz="quarter" idx="5"/>
          </p:nvPr>
        </p:nvSpPr>
        <p:spPr/>
        <p:txBody>
          <a:bodyPr/>
          <a:lstStyle/>
          <a:p>
            <a:fld id="{2963FE79-6D02-4A35-A819-1E84485359B5}" type="slidenum">
              <a:rPr lang="zh-CN" altLang="en-US" smtClean="0"/>
              <a:t>79</a:t>
            </a:fld>
            <a:endParaRPr lang="zh-CN" altLang="en-US"/>
          </a:p>
        </p:txBody>
      </p:sp>
    </p:spTree>
    <p:extLst>
      <p:ext uri="{BB962C8B-B14F-4D97-AF65-F5344CB8AC3E}">
        <p14:creationId xmlns:p14="http://schemas.microsoft.com/office/powerpoint/2010/main" val="682407742"/>
      </p:ext>
    </p:extLst>
  </p:cSld>
  <p:clrMapOvr>
    <a:masterClrMapping/>
  </p:clrMapOvr>
</p:notes>
</file>

<file path=ppt/slideLayouts/_rels/slideLayout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bg>
      <p:bgRef idx="1002">
        <a:schemeClr val="bg2"/>
      </p:bgRef>
    </p:bg>
    <p:spTree>
      <p:nvGrpSpPr>
        <p:cNvPr id="1" name=""/>
        <p:cNvGrpSpPr/>
        <p:nvPr/>
      </p:nvGrpSpPr>
      <p:grpSpPr>
        <a:xfrm>
          <a:off x="0" y="0"/>
          <a:ext cx="0" cy="0"/>
          <a:chOff x="0" y="0"/>
          <a:chExt cx="0" cy="0"/>
        </a:xfrm>
      </p:grpSpPr>
      <p:sp>
        <p:nvSpPr>
          <p:cNvPr id="9" name="矩形 8"/>
          <p:cNvSpPr/>
          <p:nvPr/>
        </p:nvSpPr>
        <p:spPr bwMode="ltGray">
          <a:xfrm>
            <a:off x="0" y="0"/>
            <a:ext cx="9143999" cy="4437112"/>
          </a:xfrm>
          <a:prstGeom prst="rect">
            <a:avLst/>
          </a:prstGeom>
          <a:solidFill>
            <a:srgbClr val="000000"/>
          </a:solidFill>
          <a:ln w="48000" cap="flat" cmpd="thickThin"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dirty="0"/>
          </a:p>
        </p:txBody>
      </p:sp>
      <p:sp>
        <p:nvSpPr>
          <p:cNvPr id="2" name="标题 1"/>
          <p:cNvSpPr>
            <a:spLocks noGrp="1"/>
          </p:cNvSpPr>
          <p:nvPr>
            <p:ph type="ctrTitle"/>
          </p:nvPr>
        </p:nvSpPr>
        <p:spPr>
          <a:xfrm>
            <a:off x="685800" y="1844824"/>
            <a:ext cx="8077200" cy="1169296"/>
          </a:xfrm>
        </p:spPr>
        <p:txBody>
          <a:bodyPr vert="horz" lIns="91440" tIns="0" rIns="45720" bIns="0" rtlCol="0" anchor="t">
            <a:normAutofit/>
            <a:scene3d>
              <a:camera prst="orthographicFront"/>
              <a:lightRig rig="threePt" dir="t">
                <a:rot lat="0" lon="0" rev="4800000"/>
              </a:lightRig>
            </a:scene3d>
            <a:sp3d prstMaterial="matte">
              <a:bevelT w="50800" h="10160"/>
            </a:sp3d>
          </a:bodyPr>
          <a:lstStyle>
            <a:lvl1pPr algn="ctr">
              <a:defRPr sz="4700" b="1">
                <a:solidFill>
                  <a:srgbClr val="FFC000"/>
                </a:solidFill>
                <a:latin typeface="Times New Roman" pitchFamily="18" charset="0"/>
                <a:cs typeface="Times New Roman" pitchFamily="18" charset="0"/>
              </a:defRPr>
            </a:lvl1pPr>
            <a:extLst/>
          </a:lstStyle>
          <a:p>
            <a:r>
              <a:rPr kumimoji="0" lang="zh-CN" altLang="en-US" dirty="0"/>
              <a:t>单击此处编辑母版标题样式</a:t>
            </a:r>
            <a:endParaRPr kumimoji="0" lang="en-US" dirty="0"/>
          </a:p>
        </p:txBody>
      </p:sp>
      <p:sp>
        <p:nvSpPr>
          <p:cNvPr id="3" name="副标题 2"/>
          <p:cNvSpPr>
            <a:spLocks noGrp="1"/>
          </p:cNvSpPr>
          <p:nvPr>
            <p:ph type="subTitle" idx="1"/>
          </p:nvPr>
        </p:nvSpPr>
        <p:spPr>
          <a:xfrm>
            <a:off x="685800" y="3356992"/>
            <a:ext cx="8077200" cy="792088"/>
          </a:xfrm>
        </p:spPr>
        <p:txBody>
          <a:bodyPr lIns="118872" tIns="0" rIns="45720" bIns="0" anchor="b">
            <a:normAutofit/>
          </a:bodyPr>
          <a:lstStyle>
            <a:lvl1pPr marL="0" indent="0" algn="ctr">
              <a:buNone/>
              <a:defRPr sz="2800" b="1">
                <a:solidFill>
                  <a:srgbClr val="FFFFFF"/>
                </a:solidFill>
                <a:latin typeface="Times New Roman" pitchFamily="18" charset="0"/>
                <a:cs typeface="Times New Roman" pitchFamily="18"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extLst/>
          </a:lstStyle>
          <a:p>
            <a:r>
              <a:rPr kumimoji="0" lang="zh-CN" altLang="en-US" dirty="0"/>
              <a:t>单击此处编辑母版副标题样式</a:t>
            </a:r>
            <a:endParaRPr kumimoji="0" lang="en-US" dirty="0"/>
          </a:p>
        </p:txBody>
      </p:sp>
      <p:sp>
        <p:nvSpPr>
          <p:cNvPr id="10" name="矩形 9"/>
          <p:cNvSpPr/>
          <p:nvPr/>
        </p:nvSpPr>
        <p:spPr bwMode="invGray">
          <a:xfrm>
            <a:off x="0" y="4437112"/>
            <a:ext cx="9144000" cy="45720"/>
          </a:xfrm>
          <a:prstGeom prst="rect">
            <a:avLst/>
          </a:prstGeom>
          <a:solidFill>
            <a:srgbClr val="FFFFFF"/>
          </a:solidFill>
          <a:ln w="48000" cap="flat" cmpd="thickThin" algn="ctr">
            <a:noFill/>
            <a:prstDash val="solid"/>
          </a:ln>
          <a:effectLst>
            <a:outerShdw blurRad="31750" dist="10160" dir="5400000" algn="tl" rotWithShape="0">
              <a:srgbClr val="000000">
                <a:alpha val="60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pic>
        <p:nvPicPr>
          <p:cNvPr id="7" name="图片 6"/>
          <p:cNvPicPr>
            <a:picLocks noChangeAspect="1"/>
          </p:cNvPicPr>
          <p:nvPr userDrawn="1"/>
        </p:nvPicPr>
        <p:blipFill>
          <a:blip r:embed="rId2" cstate="print">
            <a:extLst>
              <a:ext uri="{BEBA8EAE-BF5A-486C-A8C5-ECC9F3942E4B}">
                <a14:imgProps xmlns:a14="http://schemas.microsoft.com/office/drawing/2010/main">
                  <a14:imgLayer r:embed="rId3">
                    <a14:imgEffect>
                      <a14:brightnessContrast bright="40000" contrast="40000"/>
                    </a14:imgEffect>
                  </a14:imgLayer>
                </a14:imgProps>
              </a:ext>
              <a:ext uri="{28A0092B-C50C-407E-A947-70E740481C1C}">
                <a14:useLocalDpi xmlns:a14="http://schemas.microsoft.com/office/drawing/2010/main" val="0"/>
              </a:ext>
            </a:extLst>
          </a:blip>
          <a:stretch>
            <a:fillRect/>
          </a:stretch>
        </p:blipFill>
        <p:spPr>
          <a:xfrm>
            <a:off x="3541576" y="4608512"/>
            <a:ext cx="2060848" cy="2060848"/>
          </a:xfrm>
          <a:prstGeom prst="rect">
            <a:avLst/>
          </a:prstGeom>
        </p:spPr>
      </p:pic>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155448"/>
            <a:ext cx="8229600" cy="720000"/>
          </a:xfrm>
        </p:spPr>
        <p:txBody>
          <a:bodyPr/>
          <a:lstStyle>
            <a:lvl1pPr>
              <a:defRPr>
                <a:solidFill>
                  <a:srgbClr val="FFC000"/>
                </a:solidFill>
              </a:defRPr>
            </a:lvl1pPr>
            <a:extLst/>
          </a:lstStyle>
          <a:p>
            <a:r>
              <a:rPr kumimoji="0" lang="zh-CN" altLang="en-US"/>
              <a:t>单击此处编辑母版标题样式</a:t>
            </a:r>
            <a:endParaRPr kumimoji="0" lang="en-US"/>
          </a:p>
        </p:txBody>
      </p:sp>
      <p:sp>
        <p:nvSpPr>
          <p:cNvPr id="3" name="内容占位符 2"/>
          <p:cNvSpPr>
            <a:spLocks noGrp="1"/>
          </p:cNvSpPr>
          <p:nvPr>
            <p:ph idx="1"/>
          </p:nvPr>
        </p:nvSpPr>
        <p:spPr/>
        <p:txBody>
          <a:bodyPr/>
          <a:lstStyle/>
          <a:p>
            <a:pPr lvl="0" eaLnBrk="1" latinLnBrk="0" hangingPunct="1"/>
            <a:r>
              <a:rPr lang="zh-CN" altLang="en-US" dirty="0"/>
              <a:t>单击此处编辑母版文本样式</a:t>
            </a:r>
          </a:p>
          <a:p>
            <a:pPr lvl="1" eaLnBrk="1" latinLnBrk="0" hangingPunct="1"/>
            <a:r>
              <a:rPr lang="zh-CN" altLang="en-US" dirty="0"/>
              <a:t>第二级</a:t>
            </a:r>
          </a:p>
          <a:p>
            <a:pPr lvl="2" eaLnBrk="1" latinLnBrk="0" hangingPunct="1"/>
            <a:r>
              <a:rPr lang="zh-CN" altLang="en-US" dirty="0"/>
              <a:t>第三级</a:t>
            </a:r>
          </a:p>
          <a:p>
            <a:pPr lvl="3" eaLnBrk="1" latinLnBrk="0" hangingPunct="1"/>
            <a:r>
              <a:rPr lang="zh-CN" altLang="en-US" dirty="0"/>
              <a:t>第四级</a:t>
            </a:r>
          </a:p>
          <a:p>
            <a:pPr lvl="4" eaLnBrk="1" latinLnBrk="0" hangingPunct="1"/>
            <a:r>
              <a:rPr lang="zh-CN" altLang="en-US" dirty="0"/>
              <a:t>第五级</a:t>
            </a:r>
            <a:endParaRPr kumimoji="0" lang="en-US" dirty="0"/>
          </a:p>
        </p:txBody>
      </p:sp>
      <p:sp>
        <p:nvSpPr>
          <p:cNvPr id="5" name="页脚占位符 4"/>
          <p:cNvSpPr>
            <a:spLocks noGrp="1"/>
          </p:cNvSpPr>
          <p:nvPr>
            <p:ph type="ftr" sz="quarter" idx="11"/>
          </p:nvPr>
        </p:nvSpPr>
        <p:spPr/>
        <p:txBody>
          <a:bodyPr/>
          <a:lstStyle>
            <a:lvl1pPr>
              <a:defRPr>
                <a:solidFill>
                  <a:srgbClr val="07FFF9"/>
                </a:solidFill>
              </a:defRPr>
            </a:lvl1pPr>
          </a:lstStyle>
          <a:p>
            <a:endParaRPr lang="zh-CN" altLang="en-US" dirty="0"/>
          </a:p>
        </p:txBody>
      </p:sp>
      <p:sp>
        <p:nvSpPr>
          <p:cNvPr id="6" name="灯片编号占位符 5"/>
          <p:cNvSpPr>
            <a:spLocks noGrp="1"/>
          </p:cNvSpPr>
          <p:nvPr>
            <p:ph type="sldNum" sz="quarter" idx="12"/>
          </p:nvPr>
        </p:nvSpPr>
        <p:spPr/>
        <p:txBody>
          <a:bodyPr/>
          <a:lstStyle>
            <a:lvl1pPr>
              <a:defRPr>
                <a:solidFill>
                  <a:schemeClr val="bg1"/>
                </a:solidFill>
              </a:defRPr>
            </a:lvl1pPr>
          </a:lstStyle>
          <a:p>
            <a:fld id="{58C210BB-F110-452C-89E7-9EA0A8D47DCE}" type="slidenum">
              <a:rPr lang="zh-CN" altLang="en-US" smtClean="0"/>
              <a:pPr/>
              <a:t>‹#›</a:t>
            </a:fld>
            <a:endParaRPr lang="zh-CN" alt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节标题">
    <p:bg>
      <p:bgRef idx="1002">
        <a:schemeClr val="bg2"/>
      </p:bgRef>
    </p:bg>
    <p:spTree>
      <p:nvGrpSpPr>
        <p:cNvPr id="1" name=""/>
        <p:cNvGrpSpPr/>
        <p:nvPr/>
      </p:nvGrpSpPr>
      <p:grpSpPr>
        <a:xfrm>
          <a:off x="0" y="0"/>
          <a:ext cx="0" cy="0"/>
          <a:chOff x="0" y="0"/>
          <a:chExt cx="0" cy="0"/>
        </a:xfrm>
      </p:grpSpPr>
      <p:sp>
        <p:nvSpPr>
          <p:cNvPr id="9" name="矩形 8"/>
          <p:cNvSpPr/>
          <p:nvPr/>
        </p:nvSpPr>
        <p:spPr bwMode="ltGray">
          <a:xfrm>
            <a:off x="0" y="1"/>
            <a:ext cx="9144000" cy="2602520"/>
          </a:xfrm>
          <a:prstGeom prst="rect">
            <a:avLst/>
          </a:prstGeom>
          <a:solidFill>
            <a:srgbClr val="000000"/>
          </a:solidFill>
          <a:ln w="48000" cap="flat" cmpd="thickThin"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12" name="矩形 11"/>
          <p:cNvSpPr/>
          <p:nvPr/>
        </p:nvSpPr>
        <p:spPr bwMode="invGray">
          <a:xfrm>
            <a:off x="0" y="2602520"/>
            <a:ext cx="9144000" cy="45720"/>
          </a:xfrm>
          <a:prstGeom prst="rect">
            <a:avLst/>
          </a:prstGeom>
          <a:solidFill>
            <a:srgbClr val="FFFFFF"/>
          </a:solidFill>
          <a:ln w="48000" cap="flat" cmpd="thickThin" algn="ctr">
            <a:noFill/>
            <a:prstDash val="solid"/>
          </a:ln>
          <a:effectLst>
            <a:outerShdw blurRad="31750" dist="10160" dir="5400000" algn="tl" rotWithShape="0">
              <a:srgbClr val="000000">
                <a:alpha val="60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2" name="标题 1"/>
          <p:cNvSpPr>
            <a:spLocks noGrp="1"/>
          </p:cNvSpPr>
          <p:nvPr>
            <p:ph type="title"/>
          </p:nvPr>
        </p:nvSpPr>
        <p:spPr>
          <a:xfrm>
            <a:off x="749808" y="118872"/>
            <a:ext cx="8013192" cy="1636776"/>
          </a:xfrm>
        </p:spPr>
        <p:txBody>
          <a:bodyPr vert="horz" lIns="91440" tIns="0" rIns="91440" bIns="0" rtlCol="0" anchor="b">
            <a:normAutofit/>
            <a:scene3d>
              <a:camera prst="orthographicFront"/>
              <a:lightRig rig="threePt" dir="t">
                <a:rot lat="0" lon="0" rev="4800000"/>
              </a:lightRig>
            </a:scene3d>
            <a:sp3d prstMaterial="matte">
              <a:bevelT w="50800" h="10160"/>
            </a:sp3d>
          </a:bodyPr>
          <a:lstStyle>
            <a:lvl1pPr algn="l">
              <a:defRPr sz="4700" b="1" cap="none" baseline="0"/>
            </a:lvl1pPr>
            <a:extLst/>
          </a:lstStyle>
          <a:p>
            <a:r>
              <a:rPr kumimoji="0" lang="zh-CN" altLang="en-US"/>
              <a:t>单击此处编辑母版标题样式</a:t>
            </a:r>
            <a:endParaRPr kumimoji="0" lang="en-US"/>
          </a:p>
        </p:txBody>
      </p:sp>
      <p:sp>
        <p:nvSpPr>
          <p:cNvPr id="3" name="文本占位符 2"/>
          <p:cNvSpPr>
            <a:spLocks noGrp="1"/>
          </p:cNvSpPr>
          <p:nvPr>
            <p:ph type="body" idx="1"/>
          </p:nvPr>
        </p:nvSpPr>
        <p:spPr>
          <a:xfrm>
            <a:off x="740664" y="1828800"/>
            <a:ext cx="8022336" cy="685800"/>
          </a:xfrm>
        </p:spPr>
        <p:txBody>
          <a:bodyPr lIns="146304" tIns="0" rIns="45720" bIns="0" anchor="t"/>
          <a:lstStyle>
            <a:lvl1pPr marL="0" indent="0">
              <a:buNone/>
              <a:defRPr sz="2000">
                <a:solidFill>
                  <a:srgbClr val="FFFFFF"/>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extLst/>
          </a:lstStyle>
          <a:p>
            <a:pPr lvl="0" eaLnBrk="1" latinLnBrk="0" hangingPunct="1"/>
            <a:r>
              <a:rPr kumimoji="0" lang="zh-CN" altLang="en-US"/>
              <a:t>单击此处编辑母版文本样式</a:t>
            </a:r>
          </a:p>
        </p:txBody>
      </p:sp>
      <p:sp>
        <p:nvSpPr>
          <p:cNvPr id="4" name="日期占位符 3"/>
          <p:cNvSpPr>
            <a:spLocks noGrp="1"/>
          </p:cNvSpPr>
          <p:nvPr>
            <p:ph type="dt" sz="half" idx="10"/>
          </p:nvPr>
        </p:nvSpPr>
        <p:spPr/>
        <p:txBody>
          <a:bodyPr/>
          <a:lstStyle>
            <a:lvl1pPr>
              <a:defRPr>
                <a:solidFill>
                  <a:schemeClr val="tx1"/>
                </a:solidFill>
              </a:defRPr>
            </a:lvl1pPr>
          </a:lstStyle>
          <a:p>
            <a:fld id="{1D72B6A6-F1F4-41E3-9B0B-B3E74F795D0E}" type="datetime1">
              <a:rPr lang="zh-CN" altLang="en-US" smtClean="0"/>
              <a:t>2026/3/30</a:t>
            </a:fld>
            <a:endParaRPr lang="zh-CN" altLang="en-US"/>
          </a:p>
        </p:txBody>
      </p:sp>
      <p:sp>
        <p:nvSpPr>
          <p:cNvPr id="5" name="页脚占位符 4"/>
          <p:cNvSpPr>
            <a:spLocks noGrp="1"/>
          </p:cNvSpPr>
          <p:nvPr>
            <p:ph type="ftr" sz="quarter" idx="11"/>
          </p:nvPr>
        </p:nvSpPr>
        <p:spPr/>
        <p:txBody>
          <a:bodyPr/>
          <a:lstStyle>
            <a:lvl1pPr>
              <a:defRPr>
                <a:solidFill>
                  <a:srgbClr val="07FFF9"/>
                </a:solidFill>
              </a:defRPr>
            </a:lvl1pPr>
          </a:lstStyle>
          <a:p>
            <a:r>
              <a:rPr lang="zh-CN" altLang="en-US" dirty="0"/>
              <a:t>与应用</a:t>
            </a:r>
          </a:p>
        </p:txBody>
      </p:sp>
      <p:sp>
        <p:nvSpPr>
          <p:cNvPr id="6" name="灯片编号占位符 5"/>
          <p:cNvSpPr>
            <a:spLocks noGrp="1"/>
          </p:cNvSpPr>
          <p:nvPr>
            <p:ph type="sldNum" sz="quarter" idx="12"/>
          </p:nvPr>
        </p:nvSpPr>
        <p:spPr/>
        <p:txBody>
          <a:bodyPr/>
          <a:lstStyle>
            <a:lvl1pPr>
              <a:defRPr>
                <a:solidFill>
                  <a:schemeClr val="tx1"/>
                </a:solidFill>
              </a:defRPr>
            </a:lvl1pPr>
          </a:lstStyle>
          <a:p>
            <a:fld id="{58C210BB-F110-452C-89E7-9EA0A8D47DCE}" type="slidenum">
              <a:rPr lang="zh-CN" altLang="en-US" smtClean="0"/>
              <a:pPr/>
              <a:t>‹#›</a:t>
            </a:fld>
            <a:endParaRPr lang="zh-CN" altLang="en-US" dirty="0"/>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0" lang="zh-CN" altLang="en-US"/>
              <a:t>单击此处编辑母版标题样式</a:t>
            </a:r>
            <a:endParaRPr kumimoji="0" lang="en-US"/>
          </a:p>
        </p:txBody>
      </p:sp>
      <p:sp>
        <p:nvSpPr>
          <p:cNvPr id="3" name="内容占位符 2"/>
          <p:cNvSpPr>
            <a:spLocks noGrp="1"/>
          </p:cNvSpPr>
          <p:nvPr>
            <p:ph sz="half" idx="1"/>
          </p:nvPr>
        </p:nvSpPr>
        <p:spPr>
          <a:xfrm>
            <a:off x="457200" y="1773936"/>
            <a:ext cx="4038600" cy="4623816"/>
          </a:xfrm>
        </p:spPr>
        <p:txBody>
          <a:bodyPr lIns="91440"/>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extLst/>
          </a:lstStyle>
          <a:p>
            <a:pPr lvl="0" eaLnBrk="1" latinLnBrk="0" hangingPunct="1"/>
            <a:r>
              <a:rPr lang="zh-CN" altLang="en-US"/>
              <a:t>单击此处编辑母版文本样式</a:t>
            </a:r>
          </a:p>
          <a:p>
            <a:pPr lvl="1" eaLnBrk="1" latinLnBrk="0" hangingPunct="1"/>
            <a:r>
              <a:rPr lang="zh-CN" altLang="en-US"/>
              <a:t>第二级</a:t>
            </a:r>
          </a:p>
          <a:p>
            <a:pPr lvl="2" eaLnBrk="1" latinLnBrk="0" hangingPunct="1"/>
            <a:r>
              <a:rPr lang="zh-CN" altLang="en-US"/>
              <a:t>第三级</a:t>
            </a:r>
          </a:p>
          <a:p>
            <a:pPr lvl="3" eaLnBrk="1" latinLnBrk="0" hangingPunct="1"/>
            <a:r>
              <a:rPr lang="zh-CN" altLang="en-US"/>
              <a:t>第四级</a:t>
            </a:r>
          </a:p>
          <a:p>
            <a:pPr lvl="4" eaLnBrk="1" latinLnBrk="0" hangingPunct="1"/>
            <a:r>
              <a:rPr lang="zh-CN" altLang="en-US"/>
              <a:t>第五级</a:t>
            </a:r>
            <a:endParaRPr kumimoji="0" lang="en-US"/>
          </a:p>
        </p:txBody>
      </p:sp>
      <p:sp>
        <p:nvSpPr>
          <p:cNvPr id="4" name="内容占位符 3"/>
          <p:cNvSpPr>
            <a:spLocks noGrp="1"/>
          </p:cNvSpPr>
          <p:nvPr>
            <p:ph sz="half" idx="2"/>
          </p:nvPr>
        </p:nvSpPr>
        <p:spPr>
          <a:xfrm>
            <a:off x="4648200" y="1773936"/>
            <a:ext cx="4038600" cy="4623816"/>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extLst/>
          </a:lstStyle>
          <a:p>
            <a:pPr lvl="0" eaLnBrk="1" latinLnBrk="0" hangingPunct="1"/>
            <a:r>
              <a:rPr lang="zh-CN" altLang="en-US"/>
              <a:t>单击此处编辑母版文本样式</a:t>
            </a:r>
          </a:p>
          <a:p>
            <a:pPr lvl="1" eaLnBrk="1" latinLnBrk="0" hangingPunct="1"/>
            <a:r>
              <a:rPr lang="zh-CN" altLang="en-US"/>
              <a:t>第二级</a:t>
            </a:r>
          </a:p>
          <a:p>
            <a:pPr lvl="2" eaLnBrk="1" latinLnBrk="0" hangingPunct="1"/>
            <a:r>
              <a:rPr lang="zh-CN" altLang="en-US"/>
              <a:t>第三级</a:t>
            </a:r>
          </a:p>
          <a:p>
            <a:pPr lvl="3" eaLnBrk="1" latinLnBrk="0" hangingPunct="1"/>
            <a:r>
              <a:rPr lang="zh-CN" altLang="en-US"/>
              <a:t>第四级</a:t>
            </a:r>
          </a:p>
          <a:p>
            <a:pPr lvl="4" eaLnBrk="1" latinLnBrk="0" hangingPunct="1"/>
            <a:r>
              <a:rPr lang="zh-CN" altLang="en-US"/>
              <a:t>第五级</a:t>
            </a:r>
            <a:endParaRPr kumimoji="0" lang="en-US"/>
          </a:p>
        </p:txBody>
      </p:sp>
      <p:sp>
        <p:nvSpPr>
          <p:cNvPr id="5" name="日期占位符 4"/>
          <p:cNvSpPr>
            <a:spLocks noGrp="1"/>
          </p:cNvSpPr>
          <p:nvPr>
            <p:ph type="dt" sz="half" idx="10"/>
          </p:nvPr>
        </p:nvSpPr>
        <p:spPr/>
        <p:txBody>
          <a:bodyPr/>
          <a:lstStyle/>
          <a:p>
            <a:fld id="{BD63FD2D-1AE1-4E58-A45E-74A873A16F99}" type="datetime1">
              <a:rPr lang="zh-CN" altLang="en-US" smtClean="0"/>
              <a:t>2026/3/30</a:t>
            </a:fld>
            <a:endParaRPr lang="zh-CN" altLang="en-US"/>
          </a:p>
        </p:txBody>
      </p:sp>
      <p:sp>
        <p:nvSpPr>
          <p:cNvPr id="6" name="页脚占位符 5"/>
          <p:cNvSpPr>
            <a:spLocks noGrp="1"/>
          </p:cNvSpPr>
          <p:nvPr>
            <p:ph type="ftr" sz="quarter" idx="11"/>
          </p:nvPr>
        </p:nvSpPr>
        <p:spPr/>
        <p:txBody>
          <a:bodyPr/>
          <a:lstStyle/>
          <a:p>
            <a:endParaRPr lang="zh-CN" altLang="en-US" dirty="0"/>
          </a:p>
        </p:txBody>
      </p:sp>
      <p:sp>
        <p:nvSpPr>
          <p:cNvPr id="7" name="灯片编号占位符 6"/>
          <p:cNvSpPr>
            <a:spLocks noGrp="1"/>
          </p:cNvSpPr>
          <p:nvPr>
            <p:ph type="sldNum" sz="quarter" idx="12"/>
          </p:nvPr>
        </p:nvSpPr>
        <p:spPr/>
        <p:txBody>
          <a:bodyPr/>
          <a:lstStyle/>
          <a:p>
            <a:fld id="{58C210BB-F110-452C-89E7-9EA0A8D47DCE}" type="slidenum">
              <a:rPr lang="zh-CN" altLang="en-US" smtClean="0"/>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extLst/>
          </a:lstStyle>
          <a:p>
            <a:r>
              <a:rPr kumimoji="0" lang="zh-CN" altLang="en-US"/>
              <a:t>单击此处编辑母版标题样式</a:t>
            </a:r>
            <a:endParaRPr kumimoji="0" lang="en-US"/>
          </a:p>
        </p:txBody>
      </p:sp>
      <p:sp>
        <p:nvSpPr>
          <p:cNvPr id="3" name="文本占位符 2"/>
          <p:cNvSpPr>
            <a:spLocks noGrp="1"/>
          </p:cNvSpPr>
          <p:nvPr>
            <p:ph type="body" idx="1"/>
          </p:nvPr>
        </p:nvSpPr>
        <p:spPr>
          <a:xfrm>
            <a:off x="457200" y="1698987"/>
            <a:ext cx="4040188" cy="715355"/>
          </a:xfrm>
        </p:spPr>
        <p:txBody>
          <a:bodyPr lIns="146304" anchor="ctr"/>
          <a:lstStyle>
            <a:lvl1pPr marL="0" indent="0">
              <a:buNone/>
              <a:defRPr sz="23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extLst/>
          </a:lstStyle>
          <a:p>
            <a:pPr lvl="0" eaLnBrk="1" latinLnBrk="0" hangingPunct="1"/>
            <a:r>
              <a:rPr kumimoji="0" lang="zh-CN" altLang="en-US"/>
              <a:t>单击此处编辑母版文本样式</a:t>
            </a:r>
          </a:p>
        </p:txBody>
      </p:sp>
      <p:sp>
        <p:nvSpPr>
          <p:cNvPr id="4" name="内容占位符 3"/>
          <p:cNvSpPr>
            <a:spLocks noGrp="1"/>
          </p:cNvSpPr>
          <p:nvPr>
            <p:ph sz="half" idx="2"/>
          </p:nvPr>
        </p:nvSpPr>
        <p:spPr>
          <a:xfrm>
            <a:off x="457200" y="2449512"/>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extLst/>
          </a:lstStyle>
          <a:p>
            <a:pPr lvl="0" eaLnBrk="1" latinLnBrk="0" hangingPunct="1"/>
            <a:r>
              <a:rPr lang="zh-CN" altLang="en-US"/>
              <a:t>单击此处编辑母版文本样式</a:t>
            </a:r>
          </a:p>
          <a:p>
            <a:pPr lvl="1" eaLnBrk="1" latinLnBrk="0" hangingPunct="1"/>
            <a:r>
              <a:rPr lang="zh-CN" altLang="en-US"/>
              <a:t>第二级</a:t>
            </a:r>
          </a:p>
          <a:p>
            <a:pPr lvl="2" eaLnBrk="1" latinLnBrk="0" hangingPunct="1"/>
            <a:r>
              <a:rPr lang="zh-CN" altLang="en-US"/>
              <a:t>第三级</a:t>
            </a:r>
          </a:p>
          <a:p>
            <a:pPr lvl="3" eaLnBrk="1" latinLnBrk="0" hangingPunct="1"/>
            <a:r>
              <a:rPr lang="zh-CN" altLang="en-US"/>
              <a:t>第四级</a:t>
            </a:r>
          </a:p>
          <a:p>
            <a:pPr lvl="4" eaLnBrk="1" latinLnBrk="0" hangingPunct="1"/>
            <a:r>
              <a:rPr lang="zh-CN" altLang="en-US"/>
              <a:t>第五级</a:t>
            </a:r>
            <a:endParaRPr kumimoji="0" lang="en-US"/>
          </a:p>
        </p:txBody>
      </p:sp>
      <p:sp>
        <p:nvSpPr>
          <p:cNvPr id="5" name="文本占位符 4"/>
          <p:cNvSpPr>
            <a:spLocks noGrp="1"/>
          </p:cNvSpPr>
          <p:nvPr>
            <p:ph type="body" sz="quarter" idx="3"/>
          </p:nvPr>
        </p:nvSpPr>
        <p:spPr>
          <a:xfrm>
            <a:off x="4645025" y="1698987"/>
            <a:ext cx="4041775" cy="715355"/>
          </a:xfrm>
        </p:spPr>
        <p:txBody>
          <a:bodyPr lIns="146304" anchor="ctr"/>
          <a:lstStyle>
            <a:lvl1pPr marL="0" indent="0">
              <a:buNone/>
              <a:defRPr sz="23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extLst/>
          </a:lstStyle>
          <a:p>
            <a:pPr lvl="0" eaLnBrk="1" latinLnBrk="0" hangingPunct="1"/>
            <a:r>
              <a:rPr kumimoji="0" lang="zh-CN" altLang="en-US"/>
              <a:t>单击此处编辑母版文本样式</a:t>
            </a:r>
          </a:p>
        </p:txBody>
      </p:sp>
      <p:sp>
        <p:nvSpPr>
          <p:cNvPr id="6" name="内容占位符 5"/>
          <p:cNvSpPr>
            <a:spLocks noGrp="1"/>
          </p:cNvSpPr>
          <p:nvPr>
            <p:ph sz="quarter" idx="4"/>
          </p:nvPr>
        </p:nvSpPr>
        <p:spPr>
          <a:xfrm>
            <a:off x="4645025" y="2449512"/>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extLst/>
          </a:lstStyle>
          <a:p>
            <a:pPr lvl="0" eaLnBrk="1" latinLnBrk="0" hangingPunct="1"/>
            <a:r>
              <a:rPr lang="zh-CN" altLang="en-US"/>
              <a:t>单击此处编辑母版文本样式</a:t>
            </a:r>
          </a:p>
          <a:p>
            <a:pPr lvl="1" eaLnBrk="1" latinLnBrk="0" hangingPunct="1"/>
            <a:r>
              <a:rPr lang="zh-CN" altLang="en-US"/>
              <a:t>第二级</a:t>
            </a:r>
          </a:p>
          <a:p>
            <a:pPr lvl="2" eaLnBrk="1" latinLnBrk="0" hangingPunct="1"/>
            <a:r>
              <a:rPr lang="zh-CN" altLang="en-US"/>
              <a:t>第三级</a:t>
            </a:r>
          </a:p>
          <a:p>
            <a:pPr lvl="3" eaLnBrk="1" latinLnBrk="0" hangingPunct="1"/>
            <a:r>
              <a:rPr lang="zh-CN" altLang="en-US"/>
              <a:t>第四级</a:t>
            </a:r>
          </a:p>
          <a:p>
            <a:pPr lvl="4" eaLnBrk="1" latinLnBrk="0" hangingPunct="1"/>
            <a:r>
              <a:rPr lang="zh-CN" altLang="en-US"/>
              <a:t>第五级</a:t>
            </a:r>
            <a:endParaRPr kumimoji="0" lang="en-US"/>
          </a:p>
        </p:txBody>
      </p:sp>
      <p:sp>
        <p:nvSpPr>
          <p:cNvPr id="7" name="日期占位符 6"/>
          <p:cNvSpPr>
            <a:spLocks noGrp="1"/>
          </p:cNvSpPr>
          <p:nvPr>
            <p:ph type="dt" sz="half" idx="10"/>
          </p:nvPr>
        </p:nvSpPr>
        <p:spPr/>
        <p:txBody>
          <a:bodyPr/>
          <a:lstStyle/>
          <a:p>
            <a:fld id="{4DEF522D-BA54-435B-ABDC-E19AC329F8DC}" type="datetime1">
              <a:rPr lang="zh-CN" altLang="en-US" smtClean="0"/>
              <a:t>2026/3/30</a:t>
            </a:fld>
            <a:endParaRPr lang="zh-CN" altLang="en-US"/>
          </a:p>
        </p:txBody>
      </p:sp>
      <p:sp>
        <p:nvSpPr>
          <p:cNvPr id="8" name="页脚占位符 7"/>
          <p:cNvSpPr>
            <a:spLocks noGrp="1"/>
          </p:cNvSpPr>
          <p:nvPr>
            <p:ph type="ftr" sz="quarter" idx="11"/>
          </p:nvPr>
        </p:nvSpPr>
        <p:spPr/>
        <p:txBody>
          <a:bodyPr/>
          <a:lstStyle/>
          <a:p>
            <a:endParaRPr lang="zh-CN" altLang="en-US" dirty="0"/>
          </a:p>
        </p:txBody>
      </p:sp>
      <p:sp>
        <p:nvSpPr>
          <p:cNvPr id="9" name="灯片编号占位符 8"/>
          <p:cNvSpPr>
            <a:spLocks noGrp="1"/>
          </p:cNvSpPr>
          <p:nvPr>
            <p:ph type="sldNum" sz="quarter" idx="12"/>
          </p:nvPr>
        </p:nvSpPr>
        <p:spPr/>
        <p:txBody>
          <a:bodyPr/>
          <a:lstStyle/>
          <a:p>
            <a:fld id="{58C210BB-F110-452C-89E7-9EA0A8D47DCE}" type="slidenum">
              <a:rPr lang="zh-CN" altLang="en-US" smtClean="0"/>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0" lang="zh-CN" altLang="en-US"/>
              <a:t>单击此处编辑母版标题样式</a:t>
            </a:r>
            <a:endParaRPr kumimoji="0" lang="en-US"/>
          </a:p>
        </p:txBody>
      </p:sp>
      <p:sp>
        <p:nvSpPr>
          <p:cNvPr id="3" name="日期占位符 2"/>
          <p:cNvSpPr>
            <a:spLocks noGrp="1"/>
          </p:cNvSpPr>
          <p:nvPr>
            <p:ph type="dt" sz="half" idx="10"/>
          </p:nvPr>
        </p:nvSpPr>
        <p:spPr/>
        <p:txBody>
          <a:bodyPr/>
          <a:lstStyle/>
          <a:p>
            <a:fld id="{B9F9CCF5-6866-4464-A7BF-2ACA4A205394}" type="datetime1">
              <a:rPr lang="zh-CN" altLang="en-US" smtClean="0"/>
              <a:t>2026/3/30</a:t>
            </a:fld>
            <a:endParaRPr lang="zh-CN" altLang="en-US"/>
          </a:p>
        </p:txBody>
      </p:sp>
      <p:sp>
        <p:nvSpPr>
          <p:cNvPr id="4" name="页脚占位符 3"/>
          <p:cNvSpPr>
            <a:spLocks noGrp="1"/>
          </p:cNvSpPr>
          <p:nvPr>
            <p:ph type="ftr" sz="quarter" idx="11"/>
          </p:nvPr>
        </p:nvSpPr>
        <p:spPr/>
        <p:txBody>
          <a:bodyPr/>
          <a:lstStyle/>
          <a:p>
            <a:endParaRPr lang="zh-CN" altLang="en-US" dirty="0"/>
          </a:p>
        </p:txBody>
      </p:sp>
      <p:sp>
        <p:nvSpPr>
          <p:cNvPr id="5" name="灯片编号占位符 4"/>
          <p:cNvSpPr>
            <a:spLocks noGrp="1"/>
          </p:cNvSpPr>
          <p:nvPr>
            <p:ph type="sldNum" sz="quarter" idx="12"/>
          </p:nvPr>
        </p:nvSpPr>
        <p:spPr/>
        <p:txBody>
          <a:bodyPr/>
          <a:lstStyle/>
          <a:p>
            <a:fld id="{58C210BB-F110-452C-89E7-9EA0A8D47DCE}" type="slidenum">
              <a:rPr lang="zh-CN" altLang="en-US" smtClean="0"/>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7B589786-391B-4B4A-8E26-8D83DDF75685}" type="datetime1">
              <a:rPr lang="zh-CN" altLang="en-US" smtClean="0"/>
              <a:t>2026/3/30</a:t>
            </a:fld>
            <a:endParaRPr lang="zh-CN" altLang="en-US"/>
          </a:p>
        </p:txBody>
      </p:sp>
      <p:sp>
        <p:nvSpPr>
          <p:cNvPr id="3" name="页脚占位符 2"/>
          <p:cNvSpPr>
            <a:spLocks noGrp="1"/>
          </p:cNvSpPr>
          <p:nvPr>
            <p:ph type="ftr" sz="quarter" idx="11"/>
          </p:nvPr>
        </p:nvSpPr>
        <p:spPr/>
        <p:txBody>
          <a:bodyPr/>
          <a:lstStyle/>
          <a:p>
            <a:endParaRPr lang="zh-CN" altLang="en-US" dirty="0"/>
          </a:p>
        </p:txBody>
      </p:sp>
      <p:sp>
        <p:nvSpPr>
          <p:cNvPr id="4" name="灯片编号占位符 3"/>
          <p:cNvSpPr>
            <a:spLocks noGrp="1"/>
          </p:cNvSpPr>
          <p:nvPr>
            <p:ph type="sldNum" sz="quarter" idx="12"/>
          </p:nvPr>
        </p:nvSpPr>
        <p:spPr/>
        <p:txBody>
          <a:bodyPr/>
          <a:lstStyle/>
          <a:p>
            <a:fld id="{58C210BB-F110-452C-89E7-9EA0A8D47DCE}" type="slidenum">
              <a:rPr lang="zh-CN" altLang="en-US" smtClean="0"/>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167838" y="152400"/>
            <a:ext cx="2523744" cy="978408"/>
          </a:xfrm>
        </p:spPr>
        <p:txBody>
          <a:bodyPr vert="horz" lIns="73152" rIns="45720" bIns="0" rtlCol="0" anchor="b">
            <a:normAutofit/>
            <a:sp3d prstMaterial="matte"/>
          </a:bodyPr>
          <a:lstStyle>
            <a:lvl1pPr algn="l">
              <a:defRPr sz="2000" b="0"/>
            </a:lvl1pPr>
            <a:extLst/>
          </a:lstStyle>
          <a:p>
            <a:r>
              <a:rPr kumimoji="0" lang="zh-CN" altLang="en-US"/>
              <a:t>单击此处编辑母版标题样式</a:t>
            </a:r>
            <a:endParaRPr kumimoji="0" lang="en-US"/>
          </a:p>
        </p:txBody>
      </p:sp>
      <p:sp>
        <p:nvSpPr>
          <p:cNvPr id="3" name="内容占位符 2"/>
          <p:cNvSpPr>
            <a:spLocks noGrp="1"/>
          </p:cNvSpPr>
          <p:nvPr>
            <p:ph idx="1"/>
          </p:nvPr>
        </p:nvSpPr>
        <p:spPr>
          <a:xfrm>
            <a:off x="3019377" y="1743133"/>
            <a:ext cx="5920641" cy="455888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extLst/>
          </a:lstStyle>
          <a:p>
            <a:pPr lvl="0" eaLnBrk="1" latinLnBrk="0" hangingPunct="1"/>
            <a:r>
              <a:rPr lang="zh-CN" altLang="en-US"/>
              <a:t>单击此处编辑母版文本样式</a:t>
            </a:r>
          </a:p>
          <a:p>
            <a:pPr lvl="1" eaLnBrk="1" latinLnBrk="0" hangingPunct="1"/>
            <a:r>
              <a:rPr lang="zh-CN" altLang="en-US"/>
              <a:t>第二级</a:t>
            </a:r>
          </a:p>
          <a:p>
            <a:pPr lvl="2" eaLnBrk="1" latinLnBrk="0" hangingPunct="1"/>
            <a:r>
              <a:rPr lang="zh-CN" altLang="en-US"/>
              <a:t>第三级</a:t>
            </a:r>
          </a:p>
          <a:p>
            <a:pPr lvl="3" eaLnBrk="1" latinLnBrk="0" hangingPunct="1"/>
            <a:r>
              <a:rPr lang="zh-CN" altLang="en-US"/>
              <a:t>第四级</a:t>
            </a:r>
          </a:p>
          <a:p>
            <a:pPr lvl="4" eaLnBrk="1" latinLnBrk="0" hangingPunct="1"/>
            <a:r>
              <a:rPr lang="zh-CN" altLang="en-US"/>
              <a:t>第五级</a:t>
            </a:r>
            <a:endParaRPr kumimoji="0" lang="en-US"/>
          </a:p>
        </p:txBody>
      </p:sp>
      <p:sp>
        <p:nvSpPr>
          <p:cNvPr id="4" name="文本占位符 3"/>
          <p:cNvSpPr>
            <a:spLocks noGrp="1"/>
          </p:cNvSpPr>
          <p:nvPr>
            <p:ph type="body" sz="half" idx="2"/>
          </p:nvPr>
        </p:nvSpPr>
        <p:spPr>
          <a:xfrm>
            <a:off x="167838" y="1730018"/>
            <a:ext cx="2468880" cy="4572000"/>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extLst/>
          </a:lstStyle>
          <a:p>
            <a:pPr lvl="0" eaLnBrk="1" latinLnBrk="0" hangingPunct="1"/>
            <a:r>
              <a:rPr kumimoji="0" lang="zh-CN" altLang="en-US"/>
              <a:t>单击此处编辑母版文本样式</a:t>
            </a:r>
          </a:p>
        </p:txBody>
      </p:sp>
      <p:sp>
        <p:nvSpPr>
          <p:cNvPr id="5" name="日期占位符 4"/>
          <p:cNvSpPr>
            <a:spLocks noGrp="1"/>
          </p:cNvSpPr>
          <p:nvPr>
            <p:ph type="dt" sz="half" idx="10"/>
          </p:nvPr>
        </p:nvSpPr>
        <p:spPr/>
        <p:txBody>
          <a:bodyPr/>
          <a:lstStyle/>
          <a:p>
            <a:fld id="{60B654BC-E8AD-442A-94D4-4FE01AA400C2}" type="datetime1">
              <a:rPr lang="zh-CN" altLang="en-US" smtClean="0"/>
              <a:t>2026/3/30</a:t>
            </a:fld>
            <a:endParaRPr lang="zh-CN" altLang="en-US"/>
          </a:p>
        </p:txBody>
      </p:sp>
      <p:sp>
        <p:nvSpPr>
          <p:cNvPr id="6" name="页脚占位符 5"/>
          <p:cNvSpPr>
            <a:spLocks noGrp="1"/>
          </p:cNvSpPr>
          <p:nvPr>
            <p:ph type="ftr" sz="quarter" idx="11"/>
          </p:nvPr>
        </p:nvSpPr>
        <p:spPr/>
        <p:txBody>
          <a:bodyPr/>
          <a:lstStyle/>
          <a:p>
            <a:endParaRPr lang="zh-CN" altLang="en-US" dirty="0"/>
          </a:p>
        </p:txBody>
      </p:sp>
      <p:sp>
        <p:nvSpPr>
          <p:cNvPr id="7" name="灯片编号占位符 6"/>
          <p:cNvSpPr>
            <a:spLocks noGrp="1"/>
          </p:cNvSpPr>
          <p:nvPr>
            <p:ph type="sldNum" sz="quarter" idx="12"/>
          </p:nvPr>
        </p:nvSpPr>
        <p:spPr/>
        <p:txBody>
          <a:bodyPr/>
          <a:lstStyle/>
          <a:p>
            <a:fld id="{58C210BB-F110-452C-89E7-9EA0A8D47DCE}" type="slidenum">
              <a:rPr lang="zh-CN" altLang="en-US" smtClean="0"/>
              <a:t>‹#›</a:t>
            </a:fld>
            <a:endParaRPr lang="zh-CN" altLang="en-US"/>
          </a:p>
        </p:txBody>
      </p:sp>
      <p:sp>
        <p:nvSpPr>
          <p:cNvPr id="12" name="矩形 11"/>
          <p:cNvSpPr/>
          <p:nvPr/>
        </p:nvSpPr>
        <p:spPr bwMode="invGray">
          <a:xfrm>
            <a:off x="2855737" y="0"/>
            <a:ext cx="45720" cy="1453896"/>
          </a:xfrm>
          <a:prstGeom prst="rect">
            <a:avLst/>
          </a:prstGeom>
          <a:solidFill>
            <a:srgbClr val="FFFFFF"/>
          </a:solidFill>
          <a:ln w="48000" cap="flat" cmpd="thickThin"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9" name="矩形 8"/>
          <p:cNvSpPr/>
          <p:nvPr/>
        </p:nvSpPr>
        <p:spPr bwMode="invGray">
          <a:xfrm>
            <a:off x="2855737" y="0"/>
            <a:ext cx="45720" cy="1453896"/>
          </a:xfrm>
          <a:prstGeom prst="rect">
            <a:avLst/>
          </a:prstGeom>
          <a:solidFill>
            <a:srgbClr val="FFFFFF"/>
          </a:solidFill>
          <a:ln w="48000" cap="flat" cmpd="thickThin"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bg>
      <p:bgRef idx="1001">
        <a:schemeClr val="bg2"/>
      </p:bgRef>
    </p:bg>
    <p:spTree>
      <p:nvGrpSpPr>
        <p:cNvPr id="1" name=""/>
        <p:cNvGrpSpPr/>
        <p:nvPr/>
      </p:nvGrpSpPr>
      <p:grpSpPr>
        <a:xfrm>
          <a:off x="0" y="0"/>
          <a:ext cx="0" cy="0"/>
          <a:chOff x="0" y="0"/>
          <a:chExt cx="0" cy="0"/>
        </a:xfrm>
      </p:grpSpPr>
      <p:sp>
        <p:nvSpPr>
          <p:cNvPr id="2" name="标题 1"/>
          <p:cNvSpPr>
            <a:spLocks noGrp="1"/>
          </p:cNvSpPr>
          <p:nvPr>
            <p:ph type="title"/>
          </p:nvPr>
        </p:nvSpPr>
        <p:spPr>
          <a:xfrm>
            <a:off x="164592" y="155448"/>
            <a:ext cx="2525150" cy="978408"/>
          </a:xfrm>
        </p:spPr>
        <p:txBody>
          <a:bodyPr lIns="73152" bIns="0" anchor="b">
            <a:sp3d prstMaterial="matte"/>
          </a:bodyPr>
          <a:lstStyle>
            <a:lvl1pPr algn="l">
              <a:defRPr sz="2000" b="0"/>
            </a:lvl1pPr>
            <a:extLst/>
          </a:lstStyle>
          <a:p>
            <a:r>
              <a:rPr kumimoji="0" lang="zh-CN" altLang="en-US"/>
              <a:t>单击此处编辑母版标题样式</a:t>
            </a:r>
            <a:endParaRPr kumimoji="0" lang="en-US"/>
          </a:p>
        </p:txBody>
      </p:sp>
      <p:sp>
        <p:nvSpPr>
          <p:cNvPr id="3" name="图片占位符 2"/>
          <p:cNvSpPr>
            <a:spLocks noGrp="1"/>
          </p:cNvSpPr>
          <p:nvPr>
            <p:ph type="pic" idx="1"/>
          </p:nvPr>
        </p:nvSpPr>
        <p:spPr>
          <a:xfrm>
            <a:off x="2903805" y="1484808"/>
            <a:ext cx="6247397" cy="5373192"/>
          </a:xfrm>
          <a:solidFill>
            <a:schemeClr val="bg2">
              <a:shade val="75000"/>
            </a:schemeClr>
          </a:solidFill>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extLst/>
          </a:lstStyle>
          <a:p>
            <a:r>
              <a:rPr kumimoji="0" lang="zh-CN" altLang="en-US"/>
              <a:t>单击图标添加图片</a:t>
            </a:r>
            <a:endParaRPr kumimoji="0" lang="en-US" dirty="0"/>
          </a:p>
        </p:txBody>
      </p:sp>
      <p:sp>
        <p:nvSpPr>
          <p:cNvPr id="4" name="文本占位符 3"/>
          <p:cNvSpPr>
            <a:spLocks noGrp="1"/>
          </p:cNvSpPr>
          <p:nvPr>
            <p:ph type="body" sz="half" idx="2"/>
          </p:nvPr>
        </p:nvSpPr>
        <p:spPr>
          <a:xfrm>
            <a:off x="164592" y="1728216"/>
            <a:ext cx="2468880" cy="4572000"/>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extLst/>
          </a:lstStyle>
          <a:p>
            <a:pPr lvl="0" eaLnBrk="1" latinLnBrk="0" hangingPunct="1"/>
            <a:r>
              <a:rPr kumimoji="0" lang="zh-CN" altLang="en-US"/>
              <a:t>单击此处编辑母版文本样式</a:t>
            </a:r>
          </a:p>
        </p:txBody>
      </p:sp>
      <p:sp>
        <p:nvSpPr>
          <p:cNvPr id="5" name="日期占位符 4"/>
          <p:cNvSpPr>
            <a:spLocks noGrp="1"/>
          </p:cNvSpPr>
          <p:nvPr>
            <p:ph type="dt" sz="half" idx="10"/>
          </p:nvPr>
        </p:nvSpPr>
        <p:spPr>
          <a:xfrm>
            <a:off x="164592" y="1170432"/>
            <a:ext cx="2523744" cy="201168"/>
          </a:xfrm>
        </p:spPr>
        <p:txBody>
          <a:bodyPr/>
          <a:lstStyle/>
          <a:p>
            <a:fld id="{62215CA7-C8B0-48E3-8B21-3AA2069238B8}" type="datetime1">
              <a:rPr lang="zh-CN" altLang="en-US" smtClean="0"/>
              <a:t>2026/3/30</a:t>
            </a:fld>
            <a:endParaRPr lang="zh-CN" altLang="en-US"/>
          </a:p>
        </p:txBody>
      </p:sp>
      <p:sp>
        <p:nvSpPr>
          <p:cNvPr id="11" name="矩形 10"/>
          <p:cNvSpPr/>
          <p:nvPr/>
        </p:nvSpPr>
        <p:spPr>
          <a:xfrm>
            <a:off x="2855737" y="0"/>
            <a:ext cx="45720" cy="6858000"/>
          </a:xfrm>
          <a:prstGeom prst="rect">
            <a:avLst/>
          </a:prstGeom>
          <a:solidFill>
            <a:srgbClr val="FFFFFF"/>
          </a:solidFill>
          <a:ln w="48000" cap="flat" cmpd="thickThin"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9" name="矩形 8"/>
          <p:cNvSpPr/>
          <p:nvPr/>
        </p:nvSpPr>
        <p:spPr bwMode="invGray">
          <a:xfrm>
            <a:off x="2855737" y="0"/>
            <a:ext cx="45720" cy="6858000"/>
          </a:xfrm>
          <a:prstGeom prst="rect">
            <a:avLst/>
          </a:prstGeom>
          <a:solidFill>
            <a:srgbClr val="FFFFFF"/>
          </a:solidFill>
          <a:ln w="48000" cap="flat" cmpd="thickThin"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6" name="页脚占位符 5"/>
          <p:cNvSpPr>
            <a:spLocks noGrp="1"/>
          </p:cNvSpPr>
          <p:nvPr>
            <p:ph type="ftr" sz="quarter" idx="11"/>
          </p:nvPr>
        </p:nvSpPr>
        <p:spPr>
          <a:xfrm>
            <a:off x="3035808" y="1170432"/>
            <a:ext cx="5193792" cy="201168"/>
          </a:xfrm>
        </p:spPr>
        <p:txBody>
          <a:bodyPr/>
          <a:lstStyle>
            <a:lvl1pPr>
              <a:defRPr>
                <a:solidFill>
                  <a:schemeClr val="bg1">
                    <a:shade val="50000"/>
                  </a:schemeClr>
                </a:solidFill>
              </a:defRPr>
            </a:lvl1pPr>
          </a:lstStyle>
          <a:p>
            <a:endParaRPr lang="zh-CN" altLang="en-US" dirty="0"/>
          </a:p>
        </p:txBody>
      </p:sp>
      <p:sp>
        <p:nvSpPr>
          <p:cNvPr id="7" name="灯片编号占位符 6"/>
          <p:cNvSpPr>
            <a:spLocks noGrp="1"/>
          </p:cNvSpPr>
          <p:nvPr>
            <p:ph type="sldNum" sz="quarter" idx="12"/>
          </p:nvPr>
        </p:nvSpPr>
        <p:spPr>
          <a:xfrm>
            <a:off x="8339328" y="1170432"/>
            <a:ext cx="733864" cy="201168"/>
          </a:xfrm>
        </p:spPr>
        <p:txBody>
          <a:bodyPr/>
          <a:lstStyle/>
          <a:p>
            <a:fld id="{58C210BB-F110-452C-89E7-9EA0A8D47DCE}" type="slidenum">
              <a:rPr lang="zh-CN" altLang="en-US" smtClean="0"/>
              <a:t>‹#›</a:t>
            </a:fld>
            <a:endParaRPr lang="zh-CN" altLang="en-US"/>
          </a:p>
        </p:txBody>
      </p:sp>
    </p:spTree>
  </p:cSld>
  <p:clrMapOvr>
    <a:overrideClrMapping bg1="lt1" tx1="dk1" bg2="lt2" tx2="dk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0" lang="zh-CN" altLang="en-US"/>
              <a:t>单击此处编辑母版标题样式</a:t>
            </a:r>
            <a:endParaRPr kumimoji="0" lang="en-US"/>
          </a:p>
        </p:txBody>
      </p:sp>
      <p:sp>
        <p:nvSpPr>
          <p:cNvPr id="3" name="竖排文字占位符 2"/>
          <p:cNvSpPr>
            <a:spLocks noGrp="1"/>
          </p:cNvSpPr>
          <p:nvPr>
            <p:ph type="body" orient="vert" idx="1"/>
          </p:nvPr>
        </p:nvSpPr>
        <p:spPr/>
        <p:txBody>
          <a:bodyPr vert="eaVert"/>
          <a:lstStyle/>
          <a:p>
            <a:pPr lvl="0" eaLnBrk="1" latinLnBrk="0" hangingPunct="1"/>
            <a:r>
              <a:rPr lang="zh-CN" altLang="en-US"/>
              <a:t>单击此处编辑母版文本样式</a:t>
            </a:r>
          </a:p>
          <a:p>
            <a:pPr lvl="1" eaLnBrk="1" latinLnBrk="0" hangingPunct="1"/>
            <a:r>
              <a:rPr lang="zh-CN" altLang="en-US"/>
              <a:t>第二级</a:t>
            </a:r>
          </a:p>
          <a:p>
            <a:pPr lvl="2" eaLnBrk="1" latinLnBrk="0" hangingPunct="1"/>
            <a:r>
              <a:rPr lang="zh-CN" altLang="en-US"/>
              <a:t>第三级</a:t>
            </a:r>
          </a:p>
          <a:p>
            <a:pPr lvl="3" eaLnBrk="1" latinLnBrk="0" hangingPunct="1"/>
            <a:r>
              <a:rPr lang="zh-CN" altLang="en-US"/>
              <a:t>第四级</a:t>
            </a:r>
          </a:p>
          <a:p>
            <a:pPr lvl="4" eaLnBrk="1" latinLnBrk="0" hangingPunct="1"/>
            <a:r>
              <a:rPr lang="zh-CN" altLang="en-US"/>
              <a:t>第五级</a:t>
            </a:r>
            <a:endParaRPr kumimoji="0" lang="en-US"/>
          </a:p>
        </p:txBody>
      </p:sp>
      <p:sp>
        <p:nvSpPr>
          <p:cNvPr id="4" name="日期占位符 3"/>
          <p:cNvSpPr>
            <a:spLocks noGrp="1"/>
          </p:cNvSpPr>
          <p:nvPr>
            <p:ph type="dt" sz="half" idx="10"/>
          </p:nvPr>
        </p:nvSpPr>
        <p:spPr/>
        <p:txBody>
          <a:bodyPr/>
          <a:lstStyle/>
          <a:p>
            <a:fld id="{2F28860D-91A0-4546-BCD7-F98235749609}" type="datetime1">
              <a:rPr lang="zh-CN" altLang="en-US" smtClean="0"/>
              <a:t>2026/3/30</a:t>
            </a:fld>
            <a:endParaRPr lang="zh-CN" altLang="en-US"/>
          </a:p>
        </p:txBody>
      </p:sp>
      <p:sp>
        <p:nvSpPr>
          <p:cNvPr id="5" name="页脚占位符 4"/>
          <p:cNvSpPr>
            <a:spLocks noGrp="1"/>
          </p:cNvSpPr>
          <p:nvPr>
            <p:ph type="ftr" sz="quarter" idx="11"/>
          </p:nvPr>
        </p:nvSpPr>
        <p:spPr/>
        <p:txBody>
          <a:bodyPr/>
          <a:lstStyle/>
          <a:p>
            <a:endParaRPr lang="zh-CN" altLang="en-US" dirty="0"/>
          </a:p>
        </p:txBody>
      </p:sp>
      <p:sp>
        <p:nvSpPr>
          <p:cNvPr id="6" name="灯片编号占位符 5"/>
          <p:cNvSpPr>
            <a:spLocks noGrp="1"/>
          </p:cNvSpPr>
          <p:nvPr>
            <p:ph type="sldNum" sz="quarter" idx="12"/>
          </p:nvPr>
        </p:nvSpPr>
        <p:spPr/>
        <p:txBody>
          <a:bodyPr/>
          <a:lstStyle/>
          <a:p>
            <a:fld id="{58C210BB-F110-452C-89E7-9EA0A8D47DCE}" type="slidenum">
              <a:rPr lang="zh-CN" altLang="en-US" smtClean="0"/>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垂直排列标题与文本">
    <p:spTree>
      <p:nvGrpSpPr>
        <p:cNvPr id="1" name=""/>
        <p:cNvGrpSpPr/>
        <p:nvPr/>
      </p:nvGrpSpPr>
      <p:grpSpPr>
        <a:xfrm>
          <a:off x="0" y="0"/>
          <a:ext cx="0" cy="0"/>
          <a:chOff x="0" y="0"/>
          <a:chExt cx="0" cy="0"/>
        </a:xfrm>
      </p:grpSpPr>
      <p:sp>
        <p:nvSpPr>
          <p:cNvPr id="9" name="矩形 8"/>
          <p:cNvSpPr/>
          <p:nvPr/>
        </p:nvSpPr>
        <p:spPr bwMode="invGray">
          <a:xfrm>
            <a:off x="6598920" y="0"/>
            <a:ext cx="45720" cy="6858000"/>
          </a:xfrm>
          <a:prstGeom prst="rect">
            <a:avLst/>
          </a:prstGeom>
          <a:solidFill>
            <a:srgbClr val="FFFFFF"/>
          </a:solidFill>
          <a:ln w="48000" cap="flat" cmpd="thickThin" algn="ctr">
            <a:noFill/>
            <a:prstDash val="solid"/>
          </a:ln>
          <a:effectLst>
            <a:outerShdw blurRad="31750" dist="10160" dir="10800000" algn="tl" rotWithShape="0">
              <a:srgbClr val="000000">
                <a:alpha val="60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8" name="矩形 7"/>
          <p:cNvSpPr/>
          <p:nvPr/>
        </p:nvSpPr>
        <p:spPr bwMode="ltGray">
          <a:xfrm>
            <a:off x="6647687" y="0"/>
            <a:ext cx="2514601" cy="6858000"/>
          </a:xfrm>
          <a:prstGeom prst="rect">
            <a:avLst/>
          </a:prstGeom>
          <a:solidFill>
            <a:srgbClr val="000000"/>
          </a:solidFill>
          <a:ln w="48000" cap="flat" cmpd="thickThin"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2" name="竖排标题 1"/>
          <p:cNvSpPr>
            <a:spLocks noGrp="1"/>
          </p:cNvSpPr>
          <p:nvPr>
            <p:ph type="title" orient="vert"/>
          </p:nvPr>
        </p:nvSpPr>
        <p:spPr>
          <a:xfrm>
            <a:off x="6781800" y="274640"/>
            <a:ext cx="1905000" cy="5851525"/>
          </a:xfrm>
        </p:spPr>
        <p:txBody>
          <a:bodyPr vert="eaVert"/>
          <a:lstStyle/>
          <a:p>
            <a:r>
              <a:rPr kumimoji="0" lang="zh-CN" altLang="en-US"/>
              <a:t>单击此处编辑母版标题样式</a:t>
            </a:r>
            <a:endParaRPr kumimoji="0" lang="en-US"/>
          </a:p>
        </p:txBody>
      </p:sp>
      <p:sp>
        <p:nvSpPr>
          <p:cNvPr id="3" name="竖排文字占位符 2"/>
          <p:cNvSpPr>
            <a:spLocks noGrp="1"/>
          </p:cNvSpPr>
          <p:nvPr>
            <p:ph type="body" orient="vert" idx="1"/>
          </p:nvPr>
        </p:nvSpPr>
        <p:spPr>
          <a:xfrm>
            <a:off x="457200" y="304800"/>
            <a:ext cx="6019800" cy="5851525"/>
          </a:xfrm>
        </p:spPr>
        <p:txBody>
          <a:bodyPr vert="eaVert"/>
          <a:lstStyle/>
          <a:p>
            <a:pPr lvl="0" eaLnBrk="1" latinLnBrk="0" hangingPunct="1"/>
            <a:r>
              <a:rPr lang="zh-CN" altLang="en-US"/>
              <a:t>单击此处编辑母版文本样式</a:t>
            </a:r>
          </a:p>
          <a:p>
            <a:pPr lvl="1" eaLnBrk="1" latinLnBrk="0" hangingPunct="1"/>
            <a:r>
              <a:rPr lang="zh-CN" altLang="en-US"/>
              <a:t>第二级</a:t>
            </a:r>
          </a:p>
          <a:p>
            <a:pPr lvl="2" eaLnBrk="1" latinLnBrk="0" hangingPunct="1"/>
            <a:r>
              <a:rPr lang="zh-CN" altLang="en-US"/>
              <a:t>第三级</a:t>
            </a:r>
          </a:p>
          <a:p>
            <a:pPr lvl="3" eaLnBrk="1" latinLnBrk="0" hangingPunct="1"/>
            <a:r>
              <a:rPr lang="zh-CN" altLang="en-US"/>
              <a:t>第四级</a:t>
            </a:r>
          </a:p>
          <a:p>
            <a:pPr lvl="4" eaLnBrk="1" latinLnBrk="0" hangingPunct="1"/>
            <a:r>
              <a:rPr lang="zh-CN" altLang="en-US"/>
              <a:t>第五级</a:t>
            </a:r>
            <a:endParaRPr kumimoji="0" lang="en-US"/>
          </a:p>
        </p:txBody>
      </p:sp>
      <p:sp>
        <p:nvSpPr>
          <p:cNvPr id="4" name="日期占位符 3"/>
          <p:cNvSpPr>
            <a:spLocks noGrp="1"/>
          </p:cNvSpPr>
          <p:nvPr>
            <p:ph type="dt" sz="half" idx="10"/>
          </p:nvPr>
        </p:nvSpPr>
        <p:spPr/>
        <p:txBody>
          <a:bodyPr/>
          <a:lstStyle/>
          <a:p>
            <a:fld id="{2D1145A1-F7E7-4FE0-B348-F5CD59AE702C}" type="datetime1">
              <a:rPr lang="zh-CN" altLang="en-US" smtClean="0"/>
              <a:t>2026/3/30</a:t>
            </a:fld>
            <a:endParaRPr lang="zh-CN" altLang="en-US"/>
          </a:p>
        </p:txBody>
      </p:sp>
      <p:sp>
        <p:nvSpPr>
          <p:cNvPr id="5" name="页脚占位符 4"/>
          <p:cNvSpPr>
            <a:spLocks noGrp="1"/>
          </p:cNvSpPr>
          <p:nvPr>
            <p:ph type="ftr" sz="quarter" idx="11"/>
          </p:nvPr>
        </p:nvSpPr>
        <p:spPr>
          <a:xfrm>
            <a:off x="2640597" y="6377459"/>
            <a:ext cx="3836404" cy="365125"/>
          </a:xfrm>
        </p:spPr>
        <p:txBody>
          <a:bodyPr/>
          <a:lstStyle/>
          <a:p>
            <a:r>
              <a:rPr lang="zh-CN" altLang="en-US" dirty="0"/>
              <a:t>用</a:t>
            </a:r>
          </a:p>
        </p:txBody>
      </p:sp>
      <p:sp>
        <p:nvSpPr>
          <p:cNvPr id="6" name="灯片编号占位符 5"/>
          <p:cNvSpPr>
            <a:spLocks noGrp="1"/>
          </p:cNvSpPr>
          <p:nvPr>
            <p:ph type="sldNum" sz="quarter" idx="12"/>
          </p:nvPr>
        </p:nvSpPr>
        <p:spPr/>
        <p:txBody>
          <a:bodyPr/>
          <a:lstStyle/>
          <a:p>
            <a:fld id="{58C210BB-F110-452C-89E7-9EA0A8D47DCE}" type="slidenum">
              <a:rPr lang="zh-CN" altLang="en-US" smtClean="0"/>
              <a:t>‹#›</a:t>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矩形 6"/>
          <p:cNvSpPr/>
          <p:nvPr/>
        </p:nvSpPr>
        <p:spPr bwMode="ltGray">
          <a:xfrm>
            <a:off x="0" y="0"/>
            <a:ext cx="9143999" cy="6858000"/>
          </a:xfrm>
          <a:prstGeom prst="rect">
            <a:avLst/>
          </a:prstGeom>
          <a:solidFill>
            <a:srgbClr val="000000"/>
          </a:solidFill>
          <a:ln w="48000" cap="flat" cmpd="thickThin"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dirty="0">
              <a:solidFill>
                <a:schemeClr val="bg1"/>
              </a:solidFill>
              <a:latin typeface="黑体" pitchFamily="49" charset="-122"/>
              <a:ea typeface="黑体" pitchFamily="49" charset="-122"/>
            </a:endParaRPr>
          </a:p>
        </p:txBody>
      </p:sp>
      <p:sp>
        <p:nvSpPr>
          <p:cNvPr id="10" name="矩形 9"/>
          <p:cNvSpPr/>
          <p:nvPr/>
        </p:nvSpPr>
        <p:spPr bwMode="invGray">
          <a:xfrm>
            <a:off x="0" y="980728"/>
            <a:ext cx="9144000" cy="45720"/>
          </a:xfrm>
          <a:prstGeom prst="rect">
            <a:avLst/>
          </a:prstGeom>
          <a:solidFill>
            <a:srgbClr val="FFFFFF"/>
          </a:solidFill>
          <a:ln w="48000" cap="flat" cmpd="thickThin" algn="ctr">
            <a:noFill/>
            <a:prstDash val="solid"/>
          </a:ln>
          <a:effectLst>
            <a:outerShdw blurRad="31750" dist="10160" dir="5400000" algn="tl" rotWithShape="0">
              <a:srgbClr val="000000">
                <a:alpha val="60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2" name="标题占位符 1"/>
          <p:cNvSpPr>
            <a:spLocks noGrp="1"/>
          </p:cNvSpPr>
          <p:nvPr>
            <p:ph type="title"/>
          </p:nvPr>
        </p:nvSpPr>
        <p:spPr>
          <a:xfrm>
            <a:off x="457200" y="152400"/>
            <a:ext cx="8229600" cy="720000"/>
          </a:xfrm>
          <a:prstGeom prst="rect">
            <a:avLst/>
          </a:prstGeom>
        </p:spPr>
        <p:txBody>
          <a:bodyPr vert="horz" lIns="91440" rIns="45720" rtlCol="0" anchor="ctr">
            <a:normAutofit/>
            <a:scene3d>
              <a:camera prst="orthographicFront"/>
              <a:lightRig rig="threePt" dir="t">
                <a:rot lat="0" lon="0" rev="4800000"/>
              </a:lightRig>
            </a:scene3d>
            <a:sp3d prstMaterial="matte">
              <a:bevelT w="50800" h="10160"/>
            </a:sp3d>
          </a:bodyPr>
          <a:lstStyle/>
          <a:p>
            <a:r>
              <a:rPr kumimoji="0" lang="zh-CN" altLang="en-US" dirty="0"/>
              <a:t>单击此处编辑母版标题样式</a:t>
            </a:r>
            <a:endParaRPr kumimoji="0" lang="en-US" dirty="0"/>
          </a:p>
        </p:txBody>
      </p:sp>
      <p:sp>
        <p:nvSpPr>
          <p:cNvPr id="3" name="文本占位符 2"/>
          <p:cNvSpPr>
            <a:spLocks noGrp="1"/>
          </p:cNvSpPr>
          <p:nvPr>
            <p:ph type="body" idx="1"/>
          </p:nvPr>
        </p:nvSpPr>
        <p:spPr>
          <a:xfrm>
            <a:off x="457200" y="1196752"/>
            <a:ext cx="8229600" cy="4625609"/>
          </a:xfrm>
          <a:prstGeom prst="rect">
            <a:avLst/>
          </a:prstGeom>
        </p:spPr>
        <p:txBody>
          <a:bodyPr vert="horz" lIns="54864" tIns="91440" rtlCol="0">
            <a:normAutofit/>
          </a:bodyPr>
          <a:lstStyle/>
          <a:p>
            <a:pPr lvl="0" eaLnBrk="1" latinLnBrk="0" hangingPunct="1"/>
            <a:r>
              <a:rPr kumimoji="0" lang="zh-CN" altLang="en-US" dirty="0"/>
              <a:t>单击此处编辑母版文本样式</a:t>
            </a:r>
          </a:p>
          <a:p>
            <a:pPr lvl="1" eaLnBrk="1" latinLnBrk="0" hangingPunct="1"/>
            <a:r>
              <a:rPr kumimoji="0" lang="zh-CN" altLang="en-US" dirty="0"/>
              <a:t>第二级</a:t>
            </a:r>
          </a:p>
          <a:p>
            <a:pPr lvl="2" eaLnBrk="1" latinLnBrk="0" hangingPunct="1"/>
            <a:r>
              <a:rPr kumimoji="0" lang="zh-CN" altLang="en-US" dirty="0"/>
              <a:t>第三级</a:t>
            </a:r>
          </a:p>
          <a:p>
            <a:pPr lvl="3" eaLnBrk="1" latinLnBrk="0" hangingPunct="1"/>
            <a:r>
              <a:rPr kumimoji="0" lang="zh-CN" altLang="en-US" dirty="0"/>
              <a:t>第四级</a:t>
            </a:r>
          </a:p>
          <a:p>
            <a:pPr lvl="4" eaLnBrk="1" latinLnBrk="0" hangingPunct="1"/>
            <a:r>
              <a:rPr kumimoji="0" lang="zh-CN" altLang="en-US" dirty="0"/>
              <a:t>第五级</a:t>
            </a:r>
            <a:endParaRPr kumimoji="0" lang="en-US" dirty="0"/>
          </a:p>
        </p:txBody>
      </p:sp>
      <p:sp>
        <p:nvSpPr>
          <p:cNvPr id="4" name="日期占位符 3"/>
          <p:cNvSpPr>
            <a:spLocks noGrp="1"/>
          </p:cNvSpPr>
          <p:nvPr>
            <p:ph type="dt" sz="half" idx="2"/>
          </p:nvPr>
        </p:nvSpPr>
        <p:spPr>
          <a:xfrm>
            <a:off x="457200" y="6476999"/>
            <a:ext cx="2133600" cy="274320"/>
          </a:xfrm>
          <a:prstGeom prst="rect">
            <a:avLst/>
          </a:prstGeom>
        </p:spPr>
        <p:txBody>
          <a:bodyPr vert="horz" lIns="109728" rIns="45720" bIns="0" rtlCol="0" anchor="b"/>
          <a:lstStyle>
            <a:lvl1pPr algn="l" eaLnBrk="1" latinLnBrk="0" hangingPunct="1">
              <a:defRPr kumimoji="0" sz="1800">
                <a:solidFill>
                  <a:schemeClr val="bg1"/>
                </a:solidFill>
                <a:latin typeface="Times New Roman" pitchFamily="18" charset="0"/>
                <a:cs typeface="Times New Roman" pitchFamily="18" charset="0"/>
              </a:defRPr>
            </a:lvl1pPr>
            <a:extLst/>
          </a:lstStyle>
          <a:p>
            <a:fld id="{1FA5CBE5-8798-48DB-BB85-16ABD54CB59A}" type="datetime1">
              <a:rPr lang="zh-CN" altLang="en-US" smtClean="0"/>
              <a:t>2026/3/30</a:t>
            </a:fld>
            <a:endParaRPr lang="zh-CN" altLang="en-US" dirty="0"/>
          </a:p>
        </p:txBody>
      </p:sp>
      <p:sp>
        <p:nvSpPr>
          <p:cNvPr id="5" name="页脚占位符 4"/>
          <p:cNvSpPr>
            <a:spLocks noGrp="1"/>
          </p:cNvSpPr>
          <p:nvPr>
            <p:ph type="ftr" sz="quarter" idx="3"/>
          </p:nvPr>
        </p:nvSpPr>
        <p:spPr>
          <a:xfrm>
            <a:off x="2640596" y="6476999"/>
            <a:ext cx="5507719" cy="274320"/>
          </a:xfrm>
          <a:prstGeom prst="rect">
            <a:avLst/>
          </a:prstGeom>
        </p:spPr>
        <p:txBody>
          <a:bodyPr vert="horz" lIns="45720" rIns="45720" bIns="0" rtlCol="0" anchor="b"/>
          <a:lstStyle>
            <a:lvl1pPr algn="l" eaLnBrk="1" latinLnBrk="0" hangingPunct="1">
              <a:defRPr kumimoji="0" sz="1800">
                <a:solidFill>
                  <a:srgbClr val="07FFF9"/>
                </a:solidFill>
                <a:latin typeface="Times New Roman" pitchFamily="18" charset="0"/>
                <a:cs typeface="Times New Roman" pitchFamily="18" charset="0"/>
              </a:defRPr>
            </a:lvl1pPr>
            <a:extLst/>
          </a:lstStyle>
          <a:p>
            <a:endParaRPr lang="zh-CN" altLang="en-US" dirty="0"/>
          </a:p>
        </p:txBody>
      </p:sp>
      <p:sp>
        <p:nvSpPr>
          <p:cNvPr id="6" name="灯片编号占位符 5"/>
          <p:cNvSpPr>
            <a:spLocks noGrp="1"/>
          </p:cNvSpPr>
          <p:nvPr>
            <p:ph type="sldNum" sz="quarter" idx="4"/>
          </p:nvPr>
        </p:nvSpPr>
        <p:spPr>
          <a:xfrm>
            <a:off x="8204396" y="6476999"/>
            <a:ext cx="733864" cy="274320"/>
          </a:xfrm>
          <a:prstGeom prst="rect">
            <a:avLst/>
          </a:prstGeom>
        </p:spPr>
        <p:txBody>
          <a:bodyPr vert="horz" bIns="0" rtlCol="0" anchor="b"/>
          <a:lstStyle>
            <a:lvl1pPr algn="r" eaLnBrk="1" latinLnBrk="0" hangingPunct="1">
              <a:defRPr kumimoji="0" sz="1800" b="1">
                <a:solidFill>
                  <a:schemeClr val="bg1"/>
                </a:solidFill>
                <a:latin typeface="Times New Roman" pitchFamily="18" charset="0"/>
                <a:cs typeface="Times New Roman" pitchFamily="18" charset="0"/>
              </a:defRPr>
            </a:lvl1pPr>
            <a:extLst/>
          </a:lstStyle>
          <a:p>
            <a:fld id="{58C210BB-F110-452C-89E7-9EA0A8D47DCE}" type="slidenum">
              <a:rPr lang="zh-CN" altLang="en-US" smtClean="0"/>
              <a:pPr/>
              <a:t>‹#›</a:t>
            </a:fld>
            <a:endParaRPr lang="zh-CN" altLang="en-US" dirty="0"/>
          </a:p>
        </p:txBody>
      </p:sp>
    </p:spTree>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hf hdr="0" dt="0"/>
  <p:txStyles>
    <p:titleStyle>
      <a:lvl1pPr algn="l" rtl="0" eaLnBrk="1" latinLnBrk="0" hangingPunct="1">
        <a:spcBef>
          <a:spcPct val="0"/>
        </a:spcBef>
        <a:buNone/>
        <a:defRPr kumimoji="0" sz="4500" b="1" kern="1200">
          <a:solidFill>
            <a:schemeClr val="bg1"/>
          </a:solidFill>
          <a:effectLst/>
          <a:latin typeface="Times New Roman" pitchFamily="18" charset="0"/>
          <a:ea typeface="+mj-ea"/>
          <a:cs typeface="Times New Roman" pitchFamily="18" charset="0"/>
        </a:defRPr>
      </a:lvl1pPr>
      <a:extLst/>
    </p:titleStyle>
    <p:bodyStyle>
      <a:lvl1pPr marL="438912" indent="-320040" algn="l" rtl="0" eaLnBrk="1" latinLnBrk="0" hangingPunct="1">
        <a:spcBef>
          <a:spcPts val="0"/>
        </a:spcBef>
        <a:buClr>
          <a:schemeClr val="accent1"/>
        </a:buClr>
        <a:buSzPct val="80000"/>
        <a:buFont typeface="Wingdings 2"/>
        <a:buChar char=""/>
        <a:defRPr kumimoji="0" sz="3200" kern="1200">
          <a:solidFill>
            <a:schemeClr val="bg1"/>
          </a:solidFill>
          <a:latin typeface="Times New Roman" pitchFamily="18" charset="0"/>
          <a:ea typeface="+mn-ea"/>
          <a:cs typeface="Times New Roman" pitchFamily="18" charset="0"/>
        </a:defRPr>
      </a:lvl1pPr>
      <a:lvl2pPr marL="731520" indent="-274320" algn="l" rtl="0" eaLnBrk="1" latinLnBrk="0" hangingPunct="1">
        <a:spcBef>
          <a:spcPct val="20000"/>
        </a:spcBef>
        <a:buClr>
          <a:schemeClr val="accent2"/>
        </a:buClr>
        <a:buSzPct val="90000"/>
        <a:buFont typeface="Wingdings"/>
        <a:buChar char=""/>
        <a:defRPr kumimoji="0" sz="2800" kern="1200">
          <a:solidFill>
            <a:schemeClr val="bg1"/>
          </a:solidFill>
          <a:latin typeface="Times New Roman" pitchFamily="18" charset="0"/>
          <a:ea typeface="+mn-ea"/>
          <a:cs typeface="Times New Roman" pitchFamily="18" charset="0"/>
        </a:defRPr>
      </a:lvl2pPr>
      <a:lvl3pPr marL="996696" indent="-228600" algn="l" rtl="0" eaLnBrk="1" latinLnBrk="0" hangingPunct="1">
        <a:spcBef>
          <a:spcPct val="20000"/>
        </a:spcBef>
        <a:buClr>
          <a:schemeClr val="accent3"/>
        </a:buClr>
        <a:buFont typeface="Arial"/>
        <a:buChar char="▪"/>
        <a:defRPr kumimoji="0" sz="2400" kern="1200">
          <a:solidFill>
            <a:schemeClr val="bg1"/>
          </a:solidFill>
          <a:latin typeface="Times New Roman" pitchFamily="18" charset="0"/>
          <a:ea typeface="+mn-ea"/>
          <a:cs typeface="Times New Roman" pitchFamily="18" charset="0"/>
        </a:defRPr>
      </a:lvl3pPr>
      <a:lvl4pPr marL="1216152" indent="-182880" algn="l" rtl="0" eaLnBrk="1" latinLnBrk="0" hangingPunct="1">
        <a:spcBef>
          <a:spcPct val="20000"/>
        </a:spcBef>
        <a:buClr>
          <a:schemeClr val="accent4"/>
        </a:buClr>
        <a:buFont typeface="Arial"/>
        <a:buChar char="▪"/>
        <a:defRPr kumimoji="0" sz="2000" kern="1200">
          <a:solidFill>
            <a:schemeClr val="bg1"/>
          </a:solidFill>
          <a:latin typeface="Times New Roman" pitchFamily="18" charset="0"/>
          <a:ea typeface="+mn-ea"/>
          <a:cs typeface="Times New Roman" pitchFamily="18" charset="0"/>
        </a:defRPr>
      </a:lvl4pPr>
      <a:lvl5pPr marL="1426464" indent="-182880" algn="l" rtl="0" eaLnBrk="1" latinLnBrk="0" hangingPunct="1">
        <a:spcBef>
          <a:spcPct val="20000"/>
        </a:spcBef>
        <a:buClr>
          <a:schemeClr val="accent5"/>
        </a:buClr>
        <a:buFont typeface="Wingdings 3"/>
        <a:buChar char=""/>
        <a:defRPr kumimoji="0" lang="en-US" sz="2000" kern="1200" smtClean="0">
          <a:solidFill>
            <a:schemeClr val="tx1"/>
          </a:solidFill>
          <a:latin typeface="Times New Roman" pitchFamily="18" charset="0"/>
          <a:ea typeface="+mn-ea"/>
          <a:cs typeface="Times New Roman" pitchFamily="18" charset="0"/>
        </a:defRPr>
      </a:lvl5pPr>
      <a:lvl6pPr marL="1627632" indent="-182880" algn="l" rtl="0" eaLnBrk="1" latinLnBrk="0" hangingPunct="1">
        <a:spcBef>
          <a:spcPct val="20000"/>
        </a:spcBef>
        <a:buClr>
          <a:schemeClr val="accent6"/>
        </a:buClr>
        <a:buSzPct val="100000"/>
        <a:buFont typeface="Wingdings 2"/>
        <a:buChar char=""/>
        <a:defRPr kumimoji="0" sz="2000" kern="1200">
          <a:solidFill>
            <a:schemeClr val="tx1"/>
          </a:solidFill>
          <a:latin typeface="+mn-lt"/>
          <a:ea typeface="+mn-ea"/>
          <a:cs typeface="+mn-cs"/>
        </a:defRPr>
      </a:lvl6pPr>
      <a:lvl7pPr marL="1828800" indent="-182880" algn="l" rtl="0" eaLnBrk="1" latinLnBrk="0" hangingPunct="1">
        <a:spcBef>
          <a:spcPct val="20000"/>
        </a:spcBef>
        <a:buClr>
          <a:schemeClr val="accent1"/>
        </a:buClr>
        <a:buSzPct val="100000"/>
        <a:buFont typeface="Wingdings 2"/>
        <a:buChar char=""/>
        <a:defRPr kumimoji="0" sz="1800" kern="1200">
          <a:solidFill>
            <a:schemeClr val="tx1"/>
          </a:solidFill>
          <a:latin typeface="+mn-lt"/>
          <a:ea typeface="+mn-ea"/>
          <a:cs typeface="+mn-cs"/>
        </a:defRPr>
      </a:lvl7pPr>
      <a:lvl8pPr marL="2029968" indent="-182880" algn="l" rtl="0" eaLnBrk="1" latinLnBrk="0" hangingPunct="1">
        <a:spcBef>
          <a:spcPct val="20000"/>
        </a:spcBef>
        <a:buClr>
          <a:schemeClr val="accent2"/>
        </a:buClr>
        <a:buFont typeface="Wingdings 2" pitchFamily="18" charset="2"/>
        <a:buChar char=""/>
        <a:defRPr kumimoji="0" sz="1800" kern="1200">
          <a:solidFill>
            <a:schemeClr val="tx1"/>
          </a:solidFill>
          <a:latin typeface="+mn-lt"/>
          <a:ea typeface="+mn-ea"/>
          <a:cs typeface="+mn-cs"/>
        </a:defRPr>
      </a:lvl8pPr>
      <a:lvl9pPr marL="2231136" indent="-182880" algn="l" rtl="0" eaLnBrk="1" latinLnBrk="0" hangingPunct="1">
        <a:spcBef>
          <a:spcPct val="20000"/>
        </a:spcBef>
        <a:buClr>
          <a:schemeClr val="accent3"/>
        </a:buClr>
        <a:buFont typeface="Wingdings 2" pitchFamily="18" charset="2"/>
        <a:buChar char=""/>
        <a:defRPr kumimoji="0" sz="1800" kern="1200" baseline="0">
          <a:solidFill>
            <a:schemeClr val="tx1"/>
          </a:solidFill>
          <a:latin typeface="+mn-lt"/>
          <a:ea typeface="+mn-ea"/>
          <a:cs typeface="+mn-cs"/>
        </a:defRPr>
      </a:lvl9pPr>
      <a:extLst/>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a:extLst/>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2.xml"/><Relationship Id="rId1" Type="http://schemas.openxmlformats.org/officeDocument/2006/relationships/tags" Target="../tags/tag1.xml"/><Relationship Id="rId5" Type="http://schemas.openxmlformats.org/officeDocument/2006/relationships/image" Target="../media/image3.png"/><Relationship Id="rId4" Type="http://schemas.openxmlformats.org/officeDocument/2006/relationships/image" Target="../media/image11.pn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2.xml"/><Relationship Id="rId1" Type="http://schemas.openxmlformats.org/officeDocument/2006/relationships/tags" Target="../tags/tag2.xml"/><Relationship Id="rId6" Type="http://schemas.openxmlformats.org/officeDocument/2006/relationships/image" Target="../media/image11.png"/><Relationship Id="rId5" Type="http://schemas.openxmlformats.org/officeDocument/2006/relationships/image" Target="../media/image15.png"/><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20.png"/></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2.xml"/><Relationship Id="rId1" Type="http://schemas.openxmlformats.org/officeDocument/2006/relationships/tags" Target="../tags/tag3.xml"/><Relationship Id="rId4" Type="http://schemas.openxmlformats.org/officeDocument/2006/relationships/image" Target="../media/image7.png"/></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2.xml"/><Relationship Id="rId1" Type="http://schemas.openxmlformats.org/officeDocument/2006/relationships/tags" Target="../tags/tag4.xml"/><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image" Target="../media/image22.png"/></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2.xml"/><Relationship Id="rId1" Type="http://schemas.openxmlformats.org/officeDocument/2006/relationships/tags" Target="../tags/tag5.xml"/><Relationship Id="rId6" Type="http://schemas.openxmlformats.org/officeDocument/2006/relationships/image" Target="../media/image27.png"/><Relationship Id="rId5" Type="http://schemas.openxmlformats.org/officeDocument/2006/relationships/image" Target="../media/image26.png"/><Relationship Id="rId4" Type="http://schemas.openxmlformats.org/officeDocument/2006/relationships/image" Target="../media/image25.png"/></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2.xml"/><Relationship Id="rId1" Type="http://schemas.openxmlformats.org/officeDocument/2006/relationships/tags" Target="../tags/tag6.xml"/><Relationship Id="rId4" Type="http://schemas.openxmlformats.org/officeDocument/2006/relationships/image" Target="../media/image8.emf"/></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2.xml"/><Relationship Id="rId1" Type="http://schemas.openxmlformats.org/officeDocument/2006/relationships/tags" Target="../tags/tag7.xml"/><Relationship Id="rId6" Type="http://schemas.openxmlformats.org/officeDocument/2006/relationships/image" Target="../media/image31.png"/><Relationship Id="rId5" Type="http://schemas.openxmlformats.org/officeDocument/2006/relationships/image" Target="../media/image30.png"/><Relationship Id="rId4" Type="http://schemas.openxmlformats.org/officeDocument/2006/relationships/image" Target="../media/image29.png"/></Relationships>
</file>

<file path=ppt/slides/_rels/slide14.xml.rels><?xml version="1.0" encoding="UTF-8" standalone="yes"?>
<Relationships xmlns="http://schemas.openxmlformats.org/package/2006/relationships"><Relationship Id="rId8" Type="http://schemas.openxmlformats.org/officeDocument/2006/relationships/image" Target="../media/image36.png"/><Relationship Id="rId3" Type="http://schemas.openxmlformats.org/officeDocument/2006/relationships/notesSlide" Target="../notesSlides/notesSlide14.xml"/><Relationship Id="rId7" Type="http://schemas.openxmlformats.org/officeDocument/2006/relationships/image" Target="../media/image35.png"/><Relationship Id="rId2" Type="http://schemas.openxmlformats.org/officeDocument/2006/relationships/slideLayout" Target="../slideLayouts/slideLayout2.xml"/><Relationship Id="rId1" Type="http://schemas.openxmlformats.org/officeDocument/2006/relationships/tags" Target="../tags/tag8.xml"/><Relationship Id="rId6" Type="http://schemas.openxmlformats.org/officeDocument/2006/relationships/image" Target="../media/image34.png"/><Relationship Id="rId5" Type="http://schemas.openxmlformats.org/officeDocument/2006/relationships/image" Target="../media/image33.png"/><Relationship Id="rId4" Type="http://schemas.openxmlformats.org/officeDocument/2006/relationships/image" Target="../media/image32.png"/></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2.xml"/><Relationship Id="rId1" Type="http://schemas.openxmlformats.org/officeDocument/2006/relationships/tags" Target="../tags/tag9.xml"/><Relationship Id="rId6" Type="http://schemas.openxmlformats.org/officeDocument/2006/relationships/image" Target="../media/image18.png"/><Relationship Id="rId5" Type="http://schemas.openxmlformats.org/officeDocument/2006/relationships/image" Target="../media/image38.png"/><Relationship Id="rId4" Type="http://schemas.openxmlformats.org/officeDocument/2006/relationships/image" Target="../media/image37.png"/></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2.xml"/><Relationship Id="rId1" Type="http://schemas.openxmlformats.org/officeDocument/2006/relationships/tags" Target="../tags/tag10.xml"/><Relationship Id="rId4" Type="http://schemas.openxmlformats.org/officeDocument/2006/relationships/image" Target="../media/image9.png"/></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2.xml"/><Relationship Id="rId1" Type="http://schemas.openxmlformats.org/officeDocument/2006/relationships/tags" Target="../tags/tag11.xml"/><Relationship Id="rId5" Type="http://schemas.openxmlformats.org/officeDocument/2006/relationships/image" Target="../media/image42.png"/><Relationship Id="rId4" Type="http://schemas.openxmlformats.org/officeDocument/2006/relationships/image" Target="../media/image41.png"/></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2.xml"/><Relationship Id="rId1" Type="http://schemas.openxmlformats.org/officeDocument/2006/relationships/tags" Target="../tags/tag12.xml"/><Relationship Id="rId4" Type="http://schemas.openxmlformats.org/officeDocument/2006/relationships/image" Target="../media/image130.png"/></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2.xml"/><Relationship Id="rId1" Type="http://schemas.openxmlformats.org/officeDocument/2006/relationships/tags" Target="../tags/tag13.xml"/><Relationship Id="rId4" Type="http://schemas.openxmlformats.org/officeDocument/2006/relationships/image" Target="../media/image44.png"/></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2.xml"/><Relationship Id="rId1" Type="http://schemas.openxmlformats.org/officeDocument/2006/relationships/tags" Target="../tags/tag14.xml"/><Relationship Id="rId5" Type="http://schemas.openxmlformats.org/officeDocument/2006/relationships/image" Target="../media/image46.png"/><Relationship Id="rId4" Type="http://schemas.openxmlformats.org/officeDocument/2006/relationships/image" Target="../media/image45.png"/></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2.xml"/><Relationship Id="rId1" Type="http://schemas.openxmlformats.org/officeDocument/2006/relationships/tags" Target="../tags/tag15.xml"/><Relationship Id="rId5" Type="http://schemas.openxmlformats.org/officeDocument/2006/relationships/image" Target="../media/image39.png"/><Relationship Id="rId4" Type="http://schemas.openxmlformats.org/officeDocument/2006/relationships/image" Target="../media/image28.png"/></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2.xml"/><Relationship Id="rId1" Type="http://schemas.openxmlformats.org/officeDocument/2006/relationships/tags" Target="../tags/tag16.xml"/><Relationship Id="rId5" Type="http://schemas.openxmlformats.org/officeDocument/2006/relationships/image" Target="../media/image47.png"/><Relationship Id="rId4" Type="http://schemas.openxmlformats.org/officeDocument/2006/relationships/image" Target="../media/image43.png"/></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24.xml"/><Relationship Id="rId2" Type="http://schemas.openxmlformats.org/officeDocument/2006/relationships/slideLayout" Target="../slideLayouts/slideLayout2.xml"/><Relationship Id="rId1" Type="http://schemas.openxmlformats.org/officeDocument/2006/relationships/tags" Target="../tags/tag17.xml"/><Relationship Id="rId5" Type="http://schemas.openxmlformats.org/officeDocument/2006/relationships/image" Target="../media/image49.png"/><Relationship Id="rId4" Type="http://schemas.openxmlformats.org/officeDocument/2006/relationships/image" Target="../media/image48.png"/></Relationships>
</file>

<file path=ppt/slides/_rels/slide25.xml.rels><?xml version="1.0" encoding="UTF-8" standalone="yes"?>
<Relationships xmlns="http://schemas.openxmlformats.org/package/2006/relationships"><Relationship Id="rId8" Type="http://schemas.openxmlformats.org/officeDocument/2006/relationships/image" Target="../media/image54.png"/><Relationship Id="rId3" Type="http://schemas.openxmlformats.org/officeDocument/2006/relationships/notesSlide" Target="../notesSlides/notesSlide25.xml"/><Relationship Id="rId7" Type="http://schemas.openxmlformats.org/officeDocument/2006/relationships/image" Target="../media/image53.png"/><Relationship Id="rId2" Type="http://schemas.openxmlformats.org/officeDocument/2006/relationships/slideLayout" Target="../slideLayouts/slideLayout2.xml"/><Relationship Id="rId1" Type="http://schemas.openxmlformats.org/officeDocument/2006/relationships/tags" Target="../tags/tag18.xml"/><Relationship Id="rId6" Type="http://schemas.openxmlformats.org/officeDocument/2006/relationships/image" Target="../media/image12.png"/><Relationship Id="rId5" Type="http://schemas.openxmlformats.org/officeDocument/2006/relationships/image" Target="../media/image10.png"/><Relationship Id="rId4" Type="http://schemas.openxmlformats.org/officeDocument/2006/relationships/image" Target="../media/image50.png"/></Relationships>
</file>

<file path=ppt/slides/_rels/slide26.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notesSlide" Target="../notesSlides/notesSlide28.xml"/><Relationship Id="rId2" Type="http://schemas.openxmlformats.org/officeDocument/2006/relationships/slideLayout" Target="../slideLayouts/slideLayout2.xml"/><Relationship Id="rId1" Type="http://schemas.openxmlformats.org/officeDocument/2006/relationships/tags" Target="../tags/tag19.xml"/><Relationship Id="rId6" Type="http://schemas.openxmlformats.org/officeDocument/2006/relationships/image" Target="../media/image8.png"/><Relationship Id="rId5" Type="http://schemas.openxmlformats.org/officeDocument/2006/relationships/image" Target="../media/image57.png"/><Relationship Id="rId4" Type="http://schemas.openxmlformats.org/officeDocument/2006/relationships/image" Target="../media/image710.png"/></Relationships>
</file>

<file path=ppt/slides/_rels/slide29.xml.rels><?xml version="1.0" encoding="UTF-8" standalone="yes"?>
<Relationships xmlns="http://schemas.openxmlformats.org/package/2006/relationships"><Relationship Id="rId8" Type="http://schemas.openxmlformats.org/officeDocument/2006/relationships/image" Target="../media/image63.png"/><Relationship Id="rId3" Type="http://schemas.openxmlformats.org/officeDocument/2006/relationships/notesSlide" Target="../notesSlides/notesSlide29.xml"/><Relationship Id="rId7" Type="http://schemas.openxmlformats.org/officeDocument/2006/relationships/image" Target="../media/image62.png"/><Relationship Id="rId2" Type="http://schemas.openxmlformats.org/officeDocument/2006/relationships/slideLayout" Target="../slideLayouts/slideLayout2.xml"/><Relationship Id="rId1" Type="http://schemas.openxmlformats.org/officeDocument/2006/relationships/tags" Target="../tags/tag20.xml"/><Relationship Id="rId6" Type="http://schemas.openxmlformats.org/officeDocument/2006/relationships/image" Target="../media/image61.png"/><Relationship Id="rId5" Type="http://schemas.openxmlformats.org/officeDocument/2006/relationships/image" Target="../media/image60.png"/><Relationship Id="rId4" Type="http://schemas.openxmlformats.org/officeDocument/2006/relationships/image" Target="../media/image910.png"/></Relationships>
</file>

<file path=ppt/slides/_rels/slide30.xml.rels><?xml version="1.0" encoding="UTF-8" standalone="yes"?>
<Relationships xmlns="http://schemas.openxmlformats.org/package/2006/relationships"><Relationship Id="rId3" Type="http://schemas.openxmlformats.org/officeDocument/2006/relationships/notesSlide" Target="../notesSlides/notesSlide30.xml"/><Relationship Id="rId2" Type="http://schemas.openxmlformats.org/officeDocument/2006/relationships/slideLayout" Target="../slideLayouts/slideLayout2.xml"/><Relationship Id="rId1" Type="http://schemas.openxmlformats.org/officeDocument/2006/relationships/tags" Target="../tags/tag21.xml"/><Relationship Id="rId5" Type="http://schemas.openxmlformats.org/officeDocument/2006/relationships/image" Target="../media/image65.png"/><Relationship Id="rId4" Type="http://schemas.openxmlformats.org/officeDocument/2006/relationships/image" Target="../media/image1010.png"/></Relationships>
</file>

<file path=ppt/slides/_rels/slide31.xml.rels><?xml version="1.0" encoding="UTF-8" standalone="yes"?>
<Relationships xmlns="http://schemas.openxmlformats.org/package/2006/relationships"><Relationship Id="rId3" Type="http://schemas.openxmlformats.org/officeDocument/2006/relationships/notesSlide" Target="../notesSlides/notesSlide31.xml"/><Relationship Id="rId2" Type="http://schemas.openxmlformats.org/officeDocument/2006/relationships/slideLayout" Target="../slideLayouts/slideLayout2.xml"/><Relationship Id="rId1" Type="http://schemas.openxmlformats.org/officeDocument/2006/relationships/tags" Target="../tags/tag22.xml"/><Relationship Id="rId5" Type="http://schemas.openxmlformats.org/officeDocument/2006/relationships/image" Target="../media/image67.png"/><Relationship Id="rId4" Type="http://schemas.openxmlformats.org/officeDocument/2006/relationships/image" Target="../media/image66.png"/></Relationships>
</file>

<file path=ppt/slides/_rels/slide32.xml.rels><?xml version="1.0" encoding="UTF-8" standalone="yes"?>
<Relationships xmlns="http://schemas.openxmlformats.org/package/2006/relationships"><Relationship Id="rId3" Type="http://schemas.openxmlformats.org/officeDocument/2006/relationships/notesSlide" Target="../notesSlides/notesSlide32.xml"/><Relationship Id="rId2" Type="http://schemas.openxmlformats.org/officeDocument/2006/relationships/slideLayout" Target="../slideLayouts/slideLayout2.xml"/><Relationship Id="rId1" Type="http://schemas.openxmlformats.org/officeDocument/2006/relationships/tags" Target="../tags/tag23.xml"/><Relationship Id="rId4" Type="http://schemas.openxmlformats.org/officeDocument/2006/relationships/image" Target="../media/image13.png"/></Relationships>
</file>

<file path=ppt/slides/_rels/slide33.xml.rels><?xml version="1.0" encoding="UTF-8" standalone="yes"?>
<Relationships xmlns="http://schemas.openxmlformats.org/package/2006/relationships"><Relationship Id="rId8" Type="http://schemas.openxmlformats.org/officeDocument/2006/relationships/image" Target="../media/image73.png"/><Relationship Id="rId3" Type="http://schemas.openxmlformats.org/officeDocument/2006/relationships/notesSlide" Target="../notesSlides/notesSlide33.xml"/><Relationship Id="rId7" Type="http://schemas.openxmlformats.org/officeDocument/2006/relationships/image" Target="../media/image72.png"/><Relationship Id="rId2" Type="http://schemas.openxmlformats.org/officeDocument/2006/relationships/slideLayout" Target="../slideLayouts/slideLayout2.xml"/><Relationship Id="rId1" Type="http://schemas.openxmlformats.org/officeDocument/2006/relationships/tags" Target="../tags/tag24.xml"/><Relationship Id="rId6" Type="http://schemas.openxmlformats.org/officeDocument/2006/relationships/image" Target="../media/image71.png"/><Relationship Id="rId5" Type="http://schemas.openxmlformats.org/officeDocument/2006/relationships/image" Target="../media/image70.png"/><Relationship Id="rId4" Type="http://schemas.openxmlformats.org/officeDocument/2006/relationships/image" Target="../media/image69.png"/></Relationships>
</file>

<file path=ppt/slides/_rels/slide34.xml.rels><?xml version="1.0" encoding="UTF-8" standalone="yes"?>
<Relationships xmlns="http://schemas.openxmlformats.org/package/2006/relationships"><Relationship Id="rId3" Type="http://schemas.openxmlformats.org/officeDocument/2006/relationships/notesSlide" Target="../notesSlides/notesSlide34.xml"/><Relationship Id="rId2" Type="http://schemas.openxmlformats.org/officeDocument/2006/relationships/slideLayout" Target="../slideLayouts/slideLayout2.xml"/><Relationship Id="rId1" Type="http://schemas.openxmlformats.org/officeDocument/2006/relationships/tags" Target="../tags/tag25.xml"/><Relationship Id="rId5" Type="http://schemas.openxmlformats.org/officeDocument/2006/relationships/image" Target="../media/image14.png"/><Relationship Id="rId4" Type="http://schemas.openxmlformats.org/officeDocument/2006/relationships/image" Target="../media/image74.png"/></Relationships>
</file>

<file path=ppt/slides/_rels/slide35.xml.rels><?xml version="1.0" encoding="UTF-8" standalone="yes"?>
<Relationships xmlns="http://schemas.openxmlformats.org/package/2006/relationships"><Relationship Id="rId3" Type="http://schemas.openxmlformats.org/officeDocument/2006/relationships/image" Target="../media/image140.png"/><Relationship Id="rId7" Type="http://schemas.openxmlformats.org/officeDocument/2006/relationships/image" Target="../media/image80.png"/><Relationship Id="rId2" Type="http://schemas.openxmlformats.org/officeDocument/2006/relationships/notesSlide" Target="../notesSlides/notesSlide35.xml"/><Relationship Id="rId1" Type="http://schemas.openxmlformats.org/officeDocument/2006/relationships/slideLayout" Target="../slideLayouts/slideLayout2.xml"/><Relationship Id="rId6" Type="http://schemas.openxmlformats.org/officeDocument/2006/relationships/image" Target="../media/image16.png"/><Relationship Id="rId5" Type="http://schemas.openxmlformats.org/officeDocument/2006/relationships/image" Target="../media/image78.png"/><Relationship Id="rId4" Type="http://schemas.openxmlformats.org/officeDocument/2006/relationships/image" Target="../media/image77.png"/></Relationships>
</file>

<file path=ppt/slides/_rels/slide36.xml.rels><?xml version="1.0" encoding="UTF-8" standalone="yes"?>
<Relationships xmlns="http://schemas.openxmlformats.org/package/2006/relationships"><Relationship Id="rId8" Type="http://schemas.openxmlformats.org/officeDocument/2006/relationships/image" Target="../media/image840.png"/><Relationship Id="rId3" Type="http://schemas.openxmlformats.org/officeDocument/2006/relationships/notesSlide" Target="../notesSlides/notesSlide36.xml"/><Relationship Id="rId7" Type="http://schemas.openxmlformats.org/officeDocument/2006/relationships/image" Target="../media/image84.png"/><Relationship Id="rId2" Type="http://schemas.openxmlformats.org/officeDocument/2006/relationships/slideLayout" Target="../slideLayouts/slideLayout2.xml"/><Relationship Id="rId1" Type="http://schemas.openxmlformats.org/officeDocument/2006/relationships/tags" Target="../tags/tag26.xml"/><Relationship Id="rId6" Type="http://schemas.openxmlformats.org/officeDocument/2006/relationships/image" Target="../media/image83.png"/><Relationship Id="rId5" Type="http://schemas.openxmlformats.org/officeDocument/2006/relationships/image" Target="../media/image82.png"/><Relationship Id="rId10" Type="http://schemas.openxmlformats.org/officeDocument/2006/relationships/image" Target="../media/image16.png"/><Relationship Id="rId4" Type="http://schemas.openxmlformats.org/officeDocument/2006/relationships/image" Target="../media/image81.png"/><Relationship Id="rId9" Type="http://schemas.openxmlformats.org/officeDocument/2006/relationships/image" Target="../media/image85.png"/></Relationships>
</file>

<file path=ppt/slides/_rels/slide37.xml.rels><?xml version="1.0" encoding="UTF-8" standalone="yes"?>
<Relationships xmlns="http://schemas.openxmlformats.org/package/2006/relationships"><Relationship Id="rId3" Type="http://schemas.openxmlformats.org/officeDocument/2006/relationships/notesSlide" Target="../notesSlides/notesSlide37.xml"/><Relationship Id="rId7" Type="http://schemas.openxmlformats.org/officeDocument/2006/relationships/image" Target="../media/image89.png"/><Relationship Id="rId2" Type="http://schemas.openxmlformats.org/officeDocument/2006/relationships/slideLayout" Target="../slideLayouts/slideLayout2.xml"/><Relationship Id="rId1" Type="http://schemas.openxmlformats.org/officeDocument/2006/relationships/tags" Target="../tags/tag27.xml"/><Relationship Id="rId6" Type="http://schemas.openxmlformats.org/officeDocument/2006/relationships/image" Target="../media/image88.png"/><Relationship Id="rId5" Type="http://schemas.openxmlformats.org/officeDocument/2006/relationships/image" Target="../media/image87.png"/><Relationship Id="rId4" Type="http://schemas.openxmlformats.org/officeDocument/2006/relationships/image" Target="../media/image86.png"/></Relationships>
</file>

<file path=ppt/slides/_rels/slide38.xml.rels><?xml version="1.0" encoding="UTF-8" standalone="yes"?>
<Relationships xmlns="http://schemas.openxmlformats.org/package/2006/relationships"><Relationship Id="rId3" Type="http://schemas.openxmlformats.org/officeDocument/2006/relationships/image" Target="../media/image90.png"/><Relationship Id="rId7" Type="http://schemas.openxmlformats.org/officeDocument/2006/relationships/image" Target="../media/image94.png"/><Relationship Id="rId2" Type="http://schemas.openxmlformats.org/officeDocument/2006/relationships/notesSlide" Target="../notesSlides/notesSlide38.xml"/><Relationship Id="rId1" Type="http://schemas.openxmlformats.org/officeDocument/2006/relationships/slideLayout" Target="../slideLayouts/slideLayout2.xml"/><Relationship Id="rId6" Type="http://schemas.openxmlformats.org/officeDocument/2006/relationships/image" Target="../media/image93.png"/><Relationship Id="rId5" Type="http://schemas.openxmlformats.org/officeDocument/2006/relationships/image" Target="../media/image92.png"/><Relationship Id="rId4" Type="http://schemas.openxmlformats.org/officeDocument/2006/relationships/image" Target="../media/image91.png"/></Relationships>
</file>

<file path=ppt/slides/_rels/slide39.xml.rels><?xml version="1.0" encoding="UTF-8" standalone="yes"?>
<Relationships xmlns="http://schemas.openxmlformats.org/package/2006/relationships"><Relationship Id="rId3" Type="http://schemas.openxmlformats.org/officeDocument/2006/relationships/notesSlide" Target="../notesSlides/notesSlide39.xml"/><Relationship Id="rId2" Type="http://schemas.openxmlformats.org/officeDocument/2006/relationships/slideLayout" Target="../slideLayouts/slideLayout2.xml"/><Relationship Id="rId1" Type="http://schemas.openxmlformats.org/officeDocument/2006/relationships/tags" Target="../tags/tag28.xml"/><Relationship Id="rId4" Type="http://schemas.openxmlformats.org/officeDocument/2006/relationships/image" Target="../media/image56.png"/></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notesSlide" Target="../notesSlides/notesSlide41.xml"/><Relationship Id="rId2" Type="http://schemas.openxmlformats.org/officeDocument/2006/relationships/slideLayout" Target="../slideLayouts/slideLayout2.xml"/><Relationship Id="rId1" Type="http://schemas.openxmlformats.org/officeDocument/2006/relationships/tags" Target="../tags/tag29.xml"/></Relationships>
</file>

<file path=ppt/slides/_rels/slide42.xml.rels><?xml version="1.0" encoding="UTF-8" standalone="yes"?>
<Relationships xmlns="http://schemas.openxmlformats.org/package/2006/relationships"><Relationship Id="rId3" Type="http://schemas.openxmlformats.org/officeDocument/2006/relationships/image" Target="../media/image950.png"/><Relationship Id="rId7" Type="http://schemas.openxmlformats.org/officeDocument/2006/relationships/image" Target="../media/image68.png"/><Relationship Id="rId2" Type="http://schemas.openxmlformats.org/officeDocument/2006/relationships/notesSlide" Target="../notesSlides/notesSlide42.xml"/><Relationship Id="rId1" Type="http://schemas.openxmlformats.org/officeDocument/2006/relationships/slideLayout" Target="../slideLayouts/slideLayout2.xml"/><Relationship Id="rId6" Type="http://schemas.openxmlformats.org/officeDocument/2006/relationships/image" Target="../media/image64.png"/><Relationship Id="rId5" Type="http://schemas.openxmlformats.org/officeDocument/2006/relationships/image" Target="../media/image59.png"/><Relationship Id="rId4" Type="http://schemas.openxmlformats.org/officeDocument/2006/relationships/image" Target="../media/image19.png"/></Relationships>
</file>

<file path=ppt/slides/_rels/slide43.xml.rels><?xml version="1.0" encoding="UTF-8" standalone="yes"?>
<Relationships xmlns="http://schemas.openxmlformats.org/package/2006/relationships"><Relationship Id="rId3" Type="http://schemas.openxmlformats.org/officeDocument/2006/relationships/image" Target="../media/image75.png"/><Relationship Id="rId2" Type="http://schemas.openxmlformats.org/officeDocument/2006/relationships/notesSlide" Target="../notesSlides/notesSlide43.xml"/><Relationship Id="rId1" Type="http://schemas.openxmlformats.org/officeDocument/2006/relationships/slideLayout" Target="../slideLayouts/slideLayout2.xml"/><Relationship Id="rId6" Type="http://schemas.openxmlformats.org/officeDocument/2006/relationships/image" Target="../media/image103.png"/><Relationship Id="rId5" Type="http://schemas.openxmlformats.org/officeDocument/2006/relationships/image" Target="../media/image102.png"/><Relationship Id="rId4" Type="http://schemas.openxmlformats.org/officeDocument/2006/relationships/image" Target="../media/image21.png"/></Relationships>
</file>

<file path=ppt/slides/_rels/slide44.xml.rels><?xml version="1.0" encoding="UTF-8" standalone="yes"?>
<Relationships xmlns="http://schemas.openxmlformats.org/package/2006/relationships"><Relationship Id="rId3" Type="http://schemas.openxmlformats.org/officeDocument/2006/relationships/image" Target="../media/image950.png"/><Relationship Id="rId7" Type="http://schemas.openxmlformats.org/officeDocument/2006/relationships/image" Target="../media/image97.png"/><Relationship Id="rId2" Type="http://schemas.openxmlformats.org/officeDocument/2006/relationships/notesSlide" Target="../notesSlides/notesSlide44.xml"/><Relationship Id="rId1" Type="http://schemas.openxmlformats.org/officeDocument/2006/relationships/slideLayout" Target="../slideLayouts/slideLayout2.xml"/><Relationship Id="rId6" Type="http://schemas.openxmlformats.org/officeDocument/2006/relationships/image" Target="../media/image96.png"/><Relationship Id="rId5" Type="http://schemas.openxmlformats.org/officeDocument/2006/relationships/image" Target="../media/image95.png"/><Relationship Id="rId4" Type="http://schemas.openxmlformats.org/officeDocument/2006/relationships/image" Target="../media/image79.png"/></Relationships>
</file>

<file path=ppt/slides/_rels/slide45.xml.rels><?xml version="1.0" encoding="UTF-8" standalone="yes"?>
<Relationships xmlns="http://schemas.openxmlformats.org/package/2006/relationships"><Relationship Id="rId3" Type="http://schemas.openxmlformats.org/officeDocument/2006/relationships/image" Target="../media/image108.png"/><Relationship Id="rId7" Type="http://schemas.openxmlformats.org/officeDocument/2006/relationships/image" Target="../media/image112.png"/><Relationship Id="rId2" Type="http://schemas.openxmlformats.org/officeDocument/2006/relationships/notesSlide" Target="../notesSlides/notesSlide45.xml"/><Relationship Id="rId1" Type="http://schemas.openxmlformats.org/officeDocument/2006/relationships/slideLayout" Target="../slideLayouts/slideLayout2.xml"/><Relationship Id="rId6" Type="http://schemas.openxmlformats.org/officeDocument/2006/relationships/image" Target="../media/image111.png"/><Relationship Id="rId5" Type="http://schemas.openxmlformats.org/officeDocument/2006/relationships/image" Target="../media/image110.png"/><Relationship Id="rId4" Type="http://schemas.openxmlformats.org/officeDocument/2006/relationships/image" Target="../media/image109.png"/></Relationships>
</file>

<file path=ppt/slides/_rels/slide46.xml.rels><?xml version="1.0" encoding="UTF-8" standalone="yes"?>
<Relationships xmlns="http://schemas.openxmlformats.org/package/2006/relationships"><Relationship Id="rId3" Type="http://schemas.openxmlformats.org/officeDocument/2006/relationships/notesSlide" Target="../notesSlides/notesSlide46.xml"/><Relationship Id="rId2" Type="http://schemas.openxmlformats.org/officeDocument/2006/relationships/slideLayout" Target="../slideLayouts/slideLayout2.xml"/><Relationship Id="rId1" Type="http://schemas.openxmlformats.org/officeDocument/2006/relationships/tags" Target="../tags/tag30.xml"/></Relationships>
</file>

<file path=ppt/slides/_rels/slide47.xml.rels><?xml version="1.0" encoding="UTF-8" standalone="yes"?>
<Relationships xmlns="http://schemas.openxmlformats.org/package/2006/relationships"><Relationship Id="rId2" Type="http://schemas.openxmlformats.org/officeDocument/2006/relationships/image" Target="../media/image98.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99.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100.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101.png"/><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104.png"/><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106.png"/><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107.png"/><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113.png"/><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114.png"/><Relationship Id="rId2" Type="http://schemas.openxmlformats.org/officeDocument/2006/relationships/notesSlide" Target="../notesSlides/notesSlide56.xml"/><Relationship Id="rId1" Type="http://schemas.openxmlformats.org/officeDocument/2006/relationships/slideLayout" Target="../slideLayouts/slideLayout2.xml"/><Relationship Id="rId6" Type="http://schemas.openxmlformats.org/officeDocument/2006/relationships/oleObject" Target="../embeddings/oleObject2.bin"/><Relationship Id="rId5" Type="http://schemas.openxmlformats.org/officeDocument/2006/relationships/image" Target="../media/image41.wmf"/><Relationship Id="rId4" Type="http://schemas.openxmlformats.org/officeDocument/2006/relationships/oleObject" Target="../embeddings/oleObject1.bin"/></Relationships>
</file>

<file path=ppt/slides/_rels/slide60.xml.rels><?xml version="1.0" encoding="UTF-8" standalone="yes"?>
<Relationships xmlns="http://schemas.openxmlformats.org/package/2006/relationships"><Relationship Id="rId3" Type="http://schemas.openxmlformats.org/officeDocument/2006/relationships/image" Target="../media/image116.png"/><Relationship Id="rId2" Type="http://schemas.openxmlformats.org/officeDocument/2006/relationships/notesSlide" Target="../notesSlides/notesSlide57.xml"/><Relationship Id="rId1" Type="http://schemas.openxmlformats.org/officeDocument/2006/relationships/slideLayout" Target="../slideLayouts/slideLayout2.xml"/><Relationship Id="rId6" Type="http://schemas.openxmlformats.org/officeDocument/2006/relationships/oleObject" Target="../embeddings/oleObject2.bin"/><Relationship Id="rId5" Type="http://schemas.openxmlformats.org/officeDocument/2006/relationships/image" Target="../media/image41.wmf"/><Relationship Id="rId4" Type="http://schemas.openxmlformats.org/officeDocument/2006/relationships/oleObject" Target="../embeddings/oleObject1.bin"/></Relationships>
</file>

<file path=ppt/slides/_rels/slide61.xml.rels><?xml version="1.0" encoding="UTF-8" standalone="yes"?>
<Relationships xmlns="http://schemas.openxmlformats.org/package/2006/relationships"><Relationship Id="rId3" Type="http://schemas.openxmlformats.org/officeDocument/2006/relationships/image" Target="../media/image117.png"/><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image" Target="../media/image118.png"/><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image" Target="../media/image119.png"/><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3" Type="http://schemas.openxmlformats.org/officeDocument/2006/relationships/image" Target="NULL"/><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3" Type="http://schemas.openxmlformats.org/officeDocument/2006/relationships/image" Target="NULL"/><Relationship Id="rId2" Type="http://schemas.openxmlformats.org/officeDocument/2006/relationships/notesSlide" Target="../notesSlides/notesSlide64.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65.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3" Type="http://schemas.openxmlformats.org/officeDocument/2006/relationships/image" Target="../media/image121.png"/><Relationship Id="rId2" Type="http://schemas.openxmlformats.org/officeDocument/2006/relationships/notesSlide" Target="../notesSlides/notesSlide67.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notesSlide" Target="../notesSlides/notesSlide68.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3" Type="http://schemas.openxmlformats.org/officeDocument/2006/relationships/image" Target="../media/image123.png"/><Relationship Id="rId2" Type="http://schemas.openxmlformats.org/officeDocument/2006/relationships/notesSlide" Target="../notesSlides/notesSlide69.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3" Type="http://schemas.openxmlformats.org/officeDocument/2006/relationships/image" Target="NULL"/><Relationship Id="rId2" Type="http://schemas.openxmlformats.org/officeDocument/2006/relationships/notesSlide" Target="../notesSlides/notesSlide70.xml"/><Relationship Id="rId1" Type="http://schemas.openxmlformats.org/officeDocument/2006/relationships/slideLayout" Target="../slideLayouts/slideLayout2.xml"/><Relationship Id="rId4" Type="http://schemas.openxmlformats.org/officeDocument/2006/relationships/image" Target="../media/image76.png"/></Relationships>
</file>

<file path=ppt/slides/_rels/slide74.xml.rels><?xml version="1.0" encoding="UTF-8" standalone="yes"?>
<Relationships xmlns="http://schemas.openxmlformats.org/package/2006/relationships"><Relationship Id="rId3" Type="http://schemas.openxmlformats.org/officeDocument/2006/relationships/image" Target="NULL"/><Relationship Id="rId2" Type="http://schemas.openxmlformats.org/officeDocument/2006/relationships/notesSlide" Target="../notesSlides/notesSlide71.xm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3" Type="http://schemas.openxmlformats.org/officeDocument/2006/relationships/image" Target="../media/image105.png"/><Relationship Id="rId2" Type="http://schemas.openxmlformats.org/officeDocument/2006/relationships/notesSlide" Target="../notesSlides/notesSlide73.xml"/><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3" Type="http://schemas.openxmlformats.org/officeDocument/2006/relationships/image" Target="../media/image115.png"/><Relationship Id="rId2" Type="http://schemas.openxmlformats.org/officeDocument/2006/relationships/notesSlide" Target="../notesSlides/notesSlide74.xml"/><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3" Type="http://schemas.openxmlformats.org/officeDocument/2006/relationships/image" Target="../media/image120.png"/><Relationship Id="rId2" Type="http://schemas.openxmlformats.org/officeDocument/2006/relationships/notesSlide" Target="../notesSlides/notesSlide75.xml"/><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3" Type="http://schemas.openxmlformats.org/officeDocument/2006/relationships/image" Target="../media/image122.png"/><Relationship Id="rId2" Type="http://schemas.openxmlformats.org/officeDocument/2006/relationships/notesSlide" Target="../notesSlides/notesSlide7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1556792"/>
            <a:ext cx="8077200" cy="1169296"/>
          </a:xfrm>
        </p:spPr>
        <p:txBody>
          <a:bodyPr/>
          <a:lstStyle/>
          <a:p>
            <a:r>
              <a:rPr lang="zh-CN" altLang="en-US" dirty="0"/>
              <a:t>非线性控制理论</a:t>
            </a:r>
            <a:r>
              <a:rPr lang="en-US" altLang="zh-CN" dirty="0"/>
              <a:t>A</a:t>
            </a:r>
            <a:endParaRPr lang="zh-CN" altLang="en-US" dirty="0"/>
          </a:p>
        </p:txBody>
      </p:sp>
      <p:sp>
        <p:nvSpPr>
          <p:cNvPr id="5" name="文本框 4">
            <a:extLst>
              <a:ext uri="{FF2B5EF4-FFF2-40B4-BE49-F238E27FC236}">
                <a16:creationId xmlns:a16="http://schemas.microsoft.com/office/drawing/2014/main" id="{D494363C-243C-7AF6-99C2-BDAC06820212}"/>
              </a:ext>
            </a:extLst>
          </p:cNvPr>
          <p:cNvSpPr txBox="1"/>
          <p:nvPr/>
        </p:nvSpPr>
        <p:spPr>
          <a:xfrm>
            <a:off x="5868144" y="5877272"/>
            <a:ext cx="2894856" cy="646331"/>
          </a:xfrm>
          <a:prstGeom prst="rect">
            <a:avLst/>
          </a:prstGeom>
          <a:noFill/>
        </p:spPr>
        <p:txBody>
          <a:bodyPr wrap="square" rtlCol="0">
            <a:spAutoFit/>
          </a:bodyPr>
          <a:lstStyle/>
          <a:p>
            <a:r>
              <a:rPr lang="zh-CN" altLang="en-US" dirty="0">
                <a:latin typeface="Times New Roman" panose="02020603050405020304" pitchFamily="18" charset="0"/>
                <a:cs typeface="Times New Roman" panose="02020603050405020304" pitchFamily="18" charset="0"/>
              </a:rPr>
              <a:t>沙河校区第四教学楼</a:t>
            </a:r>
            <a:r>
              <a:rPr lang="en-US" altLang="zh-CN" dirty="0">
                <a:latin typeface="Times New Roman" panose="02020603050405020304" pitchFamily="18" charset="0"/>
                <a:cs typeface="Times New Roman" panose="02020603050405020304" pitchFamily="18" charset="0"/>
              </a:rPr>
              <a:t>201</a:t>
            </a:r>
            <a:r>
              <a:rPr lang="zh-CN" altLang="en-US" dirty="0">
                <a:latin typeface="Times New Roman" panose="02020603050405020304" pitchFamily="18" charset="0"/>
                <a:cs typeface="Times New Roman" panose="02020603050405020304" pitchFamily="18" charset="0"/>
              </a:rPr>
              <a:t>室</a:t>
            </a:r>
            <a:endParaRPr lang="en-US" altLang="zh-CN" dirty="0">
              <a:latin typeface="Times New Roman" panose="02020603050405020304" pitchFamily="18" charset="0"/>
              <a:cs typeface="Times New Roman" panose="02020603050405020304" pitchFamily="18" charset="0"/>
            </a:endParaRPr>
          </a:p>
          <a:p>
            <a:r>
              <a:rPr lang="en-US" altLang="zh-CN" dirty="0">
                <a:latin typeface="Times New Roman" panose="02020603050405020304" pitchFamily="18" charset="0"/>
                <a:cs typeface="Times New Roman" panose="02020603050405020304" pitchFamily="18" charset="0"/>
              </a:rPr>
              <a:t>2026</a:t>
            </a:r>
            <a:r>
              <a:rPr lang="zh-CN" altLang="en-US" dirty="0">
                <a:latin typeface="Times New Roman" panose="02020603050405020304" pitchFamily="18" charset="0"/>
                <a:cs typeface="Times New Roman" panose="02020603050405020304" pitchFamily="18" charset="0"/>
              </a:rPr>
              <a:t>年</a:t>
            </a:r>
            <a:r>
              <a:rPr lang="en-US" altLang="zh-CN" dirty="0">
                <a:latin typeface="Times New Roman" panose="02020603050405020304" pitchFamily="18" charset="0"/>
                <a:cs typeface="Times New Roman" panose="02020603050405020304" pitchFamily="18" charset="0"/>
              </a:rPr>
              <a:t>3</a:t>
            </a:r>
            <a:r>
              <a:rPr lang="zh-CN" altLang="en-US" dirty="0">
                <a:latin typeface="Times New Roman" panose="02020603050405020304" pitchFamily="18" charset="0"/>
                <a:cs typeface="Times New Roman" panose="02020603050405020304" pitchFamily="18" charset="0"/>
              </a:rPr>
              <a:t>月</a:t>
            </a:r>
            <a:r>
              <a:rPr lang="en-US" altLang="zh-CN" dirty="0">
                <a:latin typeface="Times New Roman" panose="02020603050405020304" pitchFamily="18" charset="0"/>
                <a:cs typeface="Times New Roman" panose="02020603050405020304" pitchFamily="18" charset="0"/>
              </a:rPr>
              <a:t>30</a:t>
            </a:r>
            <a:r>
              <a:rPr lang="zh-CN" altLang="en-US" dirty="0">
                <a:latin typeface="Times New Roman" panose="02020603050405020304" pitchFamily="18" charset="0"/>
                <a:cs typeface="Times New Roman" panose="02020603050405020304" pitchFamily="18" charset="0"/>
              </a:rPr>
              <a:t>日 </a:t>
            </a:r>
            <a:r>
              <a:rPr lang="en-US" altLang="zh-CN" dirty="0">
                <a:latin typeface="Times New Roman" panose="02020603050405020304" pitchFamily="18" charset="0"/>
                <a:cs typeface="Times New Roman" panose="02020603050405020304" pitchFamily="18" charset="0"/>
              </a:rPr>
              <a:t>09:50-12:15</a:t>
            </a:r>
            <a:endParaRPr lang="zh-CN" altLang="en-US" dirty="0">
              <a:latin typeface="Times New Roman" panose="02020603050405020304" pitchFamily="18" charset="0"/>
              <a:cs typeface="Times New Roman" panose="02020603050405020304" pitchFamily="18" charset="0"/>
            </a:endParaRPr>
          </a:p>
        </p:txBody>
      </p:sp>
      <p:sp>
        <p:nvSpPr>
          <p:cNvPr id="8" name="副标题 2">
            <a:extLst>
              <a:ext uri="{FF2B5EF4-FFF2-40B4-BE49-F238E27FC236}">
                <a16:creationId xmlns:a16="http://schemas.microsoft.com/office/drawing/2014/main" id="{4985C78E-1415-DF9D-B987-471BE94BF7E4}"/>
              </a:ext>
            </a:extLst>
          </p:cNvPr>
          <p:cNvSpPr txBox="1">
            <a:spLocks/>
          </p:cNvSpPr>
          <p:nvPr/>
        </p:nvSpPr>
        <p:spPr>
          <a:xfrm>
            <a:off x="685800" y="2636912"/>
            <a:ext cx="8077200" cy="1728192"/>
          </a:xfrm>
          <a:prstGeom prst="rect">
            <a:avLst/>
          </a:prstGeom>
        </p:spPr>
        <p:txBody>
          <a:bodyPr vert="horz" lIns="118872" tIns="0" rIns="45720" bIns="0" rtlCol="0" anchor="b">
            <a:normAutofit fontScale="77500" lnSpcReduction="20000"/>
          </a:bodyPr>
          <a:lstStyle>
            <a:lvl1pPr marL="0" indent="0" algn="ctr" rtl="0" eaLnBrk="1" latinLnBrk="0" hangingPunct="1">
              <a:spcBef>
                <a:spcPts val="0"/>
              </a:spcBef>
              <a:buClr>
                <a:schemeClr val="accent1"/>
              </a:buClr>
              <a:buSzPct val="80000"/>
              <a:buFont typeface="Wingdings 2"/>
              <a:buNone/>
              <a:defRPr kumimoji="0" sz="2800" b="1" kern="1200">
                <a:solidFill>
                  <a:srgbClr val="FFFFFF"/>
                </a:solidFill>
                <a:latin typeface="Times New Roman" pitchFamily="18" charset="0"/>
                <a:ea typeface="+mn-ea"/>
                <a:cs typeface="Times New Roman" pitchFamily="18" charset="0"/>
              </a:defRPr>
            </a:lvl1pPr>
            <a:lvl2pPr marL="457200" indent="0" algn="ctr" rtl="0" eaLnBrk="1" latinLnBrk="0" hangingPunct="1">
              <a:spcBef>
                <a:spcPct val="20000"/>
              </a:spcBef>
              <a:buClr>
                <a:schemeClr val="accent2"/>
              </a:buClr>
              <a:buSzPct val="90000"/>
              <a:buFont typeface="Wingdings"/>
              <a:buNone/>
              <a:defRPr kumimoji="0" sz="2800" kern="1200">
                <a:solidFill>
                  <a:schemeClr val="tx1">
                    <a:tint val="75000"/>
                  </a:schemeClr>
                </a:solidFill>
                <a:latin typeface="Times New Roman" pitchFamily="18" charset="0"/>
                <a:ea typeface="+mn-ea"/>
                <a:cs typeface="Times New Roman" pitchFamily="18" charset="0"/>
              </a:defRPr>
            </a:lvl2pPr>
            <a:lvl3pPr marL="914400" indent="0" algn="ctr" rtl="0" eaLnBrk="1" latinLnBrk="0" hangingPunct="1">
              <a:spcBef>
                <a:spcPct val="20000"/>
              </a:spcBef>
              <a:buClr>
                <a:schemeClr val="accent3"/>
              </a:buClr>
              <a:buFont typeface="Arial"/>
              <a:buNone/>
              <a:defRPr kumimoji="0" sz="2400" kern="1200">
                <a:solidFill>
                  <a:schemeClr val="tx1">
                    <a:tint val="75000"/>
                  </a:schemeClr>
                </a:solidFill>
                <a:latin typeface="Times New Roman" pitchFamily="18" charset="0"/>
                <a:ea typeface="+mn-ea"/>
                <a:cs typeface="Times New Roman" pitchFamily="18" charset="0"/>
              </a:defRPr>
            </a:lvl3pPr>
            <a:lvl4pPr marL="1371600" indent="0" algn="ctr" rtl="0" eaLnBrk="1" latinLnBrk="0" hangingPunct="1">
              <a:spcBef>
                <a:spcPct val="20000"/>
              </a:spcBef>
              <a:buClr>
                <a:schemeClr val="accent4"/>
              </a:buClr>
              <a:buFont typeface="Arial"/>
              <a:buNone/>
              <a:defRPr kumimoji="0" sz="2000" kern="1200">
                <a:solidFill>
                  <a:schemeClr val="tx1">
                    <a:tint val="75000"/>
                  </a:schemeClr>
                </a:solidFill>
                <a:latin typeface="Times New Roman" pitchFamily="18" charset="0"/>
                <a:ea typeface="+mn-ea"/>
                <a:cs typeface="Times New Roman" pitchFamily="18" charset="0"/>
              </a:defRPr>
            </a:lvl4pPr>
            <a:lvl5pPr marL="1828800" indent="0" algn="ctr" rtl="0" eaLnBrk="1" latinLnBrk="0" hangingPunct="1">
              <a:spcBef>
                <a:spcPct val="20000"/>
              </a:spcBef>
              <a:buClr>
                <a:schemeClr val="accent5"/>
              </a:buClr>
              <a:buFont typeface="Wingdings 3"/>
              <a:buNone/>
              <a:defRPr kumimoji="0" lang="en-US" sz="2000" kern="1200">
                <a:solidFill>
                  <a:schemeClr val="tx1">
                    <a:tint val="75000"/>
                  </a:schemeClr>
                </a:solidFill>
                <a:latin typeface="Times New Roman" pitchFamily="18" charset="0"/>
                <a:ea typeface="+mn-ea"/>
                <a:cs typeface="Times New Roman" pitchFamily="18" charset="0"/>
              </a:defRPr>
            </a:lvl5pPr>
            <a:lvl6pPr marL="2286000" indent="0" algn="ctr" rtl="0" eaLnBrk="1" latinLnBrk="0" hangingPunct="1">
              <a:spcBef>
                <a:spcPct val="20000"/>
              </a:spcBef>
              <a:buClr>
                <a:schemeClr val="accent6"/>
              </a:buClr>
              <a:buSzPct val="100000"/>
              <a:buFont typeface="Wingdings 2"/>
              <a:buNone/>
              <a:defRPr kumimoji="0" sz="2000" kern="1200">
                <a:solidFill>
                  <a:schemeClr val="tx1">
                    <a:tint val="75000"/>
                  </a:schemeClr>
                </a:solidFill>
                <a:latin typeface="+mn-lt"/>
                <a:ea typeface="+mn-ea"/>
                <a:cs typeface="+mn-cs"/>
              </a:defRPr>
            </a:lvl6pPr>
            <a:lvl7pPr marL="2743200" indent="0" algn="ctr" rtl="0" eaLnBrk="1" latinLnBrk="0" hangingPunct="1">
              <a:spcBef>
                <a:spcPct val="20000"/>
              </a:spcBef>
              <a:buClr>
                <a:schemeClr val="accent1"/>
              </a:buClr>
              <a:buSzPct val="100000"/>
              <a:buFont typeface="Wingdings 2"/>
              <a:buNone/>
              <a:defRPr kumimoji="0" sz="1800" kern="1200">
                <a:solidFill>
                  <a:schemeClr val="tx1">
                    <a:tint val="75000"/>
                  </a:schemeClr>
                </a:solidFill>
                <a:latin typeface="+mn-lt"/>
                <a:ea typeface="+mn-ea"/>
                <a:cs typeface="+mn-cs"/>
              </a:defRPr>
            </a:lvl7pPr>
            <a:lvl8pPr marL="3200400" indent="0" algn="ctr" rtl="0" eaLnBrk="1" latinLnBrk="0" hangingPunct="1">
              <a:spcBef>
                <a:spcPct val="20000"/>
              </a:spcBef>
              <a:buClr>
                <a:schemeClr val="accent2"/>
              </a:buClr>
              <a:buFont typeface="Wingdings 2" pitchFamily="18" charset="2"/>
              <a:buNone/>
              <a:defRPr kumimoji="0" sz="1800" kern="1200">
                <a:solidFill>
                  <a:schemeClr val="tx1">
                    <a:tint val="75000"/>
                  </a:schemeClr>
                </a:solidFill>
                <a:latin typeface="+mn-lt"/>
                <a:ea typeface="+mn-ea"/>
                <a:cs typeface="+mn-cs"/>
              </a:defRPr>
            </a:lvl8pPr>
            <a:lvl9pPr marL="3657600" indent="0" algn="ctr" rtl="0" eaLnBrk="1" latinLnBrk="0" hangingPunct="1">
              <a:spcBef>
                <a:spcPct val="20000"/>
              </a:spcBef>
              <a:buClr>
                <a:schemeClr val="accent3"/>
              </a:buClr>
              <a:buFont typeface="Wingdings 2" pitchFamily="18" charset="2"/>
              <a:buNone/>
              <a:defRPr kumimoji="0" sz="1800" kern="1200" baseline="0">
                <a:solidFill>
                  <a:schemeClr val="tx1">
                    <a:tint val="75000"/>
                  </a:schemeClr>
                </a:solidFill>
                <a:latin typeface="+mn-lt"/>
                <a:ea typeface="+mn-ea"/>
                <a:cs typeface="+mn-cs"/>
              </a:defRPr>
            </a:lvl9pPr>
            <a:extLst/>
          </a:lstStyle>
          <a:p>
            <a:pPr>
              <a:lnSpc>
                <a:spcPct val="150000"/>
              </a:lnSpc>
            </a:pPr>
            <a:r>
              <a:rPr lang="zh-CN" altLang="en-US" dirty="0"/>
              <a:t>宇航学院</a:t>
            </a:r>
            <a:endParaRPr lang="en-US" altLang="zh-CN" dirty="0"/>
          </a:p>
          <a:p>
            <a:pPr>
              <a:lnSpc>
                <a:spcPct val="150000"/>
              </a:lnSpc>
            </a:pPr>
            <a:r>
              <a:rPr lang="zh-CN" altLang="en-US" dirty="0"/>
              <a:t>桂海潮（邮箱：</a:t>
            </a:r>
            <a:r>
              <a:rPr lang="en-US" altLang="zh-CN" dirty="0"/>
              <a:t>hcgui@buaa.edu.cn</a:t>
            </a:r>
            <a:r>
              <a:rPr lang="zh-CN" altLang="en-US" dirty="0"/>
              <a:t>）</a:t>
            </a:r>
            <a:r>
              <a:rPr lang="en-US" altLang="zh-CN" dirty="0"/>
              <a:t> </a:t>
            </a:r>
          </a:p>
          <a:p>
            <a:pPr>
              <a:lnSpc>
                <a:spcPct val="150000"/>
              </a:lnSpc>
            </a:pPr>
            <a:r>
              <a:rPr lang="zh-CN" altLang="en-US" dirty="0"/>
              <a:t>朱宏玉</a:t>
            </a:r>
            <a:endParaRPr lang="en-US" altLang="zh-CN" dirty="0"/>
          </a:p>
          <a:p>
            <a:pPr>
              <a:lnSpc>
                <a:spcPct val="150000"/>
              </a:lnSpc>
            </a:pPr>
            <a:r>
              <a:rPr lang="zh-CN" altLang="en-US" dirty="0"/>
              <a:t>邮箱：</a:t>
            </a:r>
            <a:r>
              <a:rPr lang="en-US" altLang="zh-CN" dirty="0"/>
              <a:t>15210273936@139.com </a:t>
            </a:r>
            <a:r>
              <a:rPr lang="zh-CN" altLang="en-US" dirty="0"/>
              <a:t>办公室：沙河校区主楼</a:t>
            </a:r>
            <a:r>
              <a:rPr lang="en-US" altLang="zh-CN" dirty="0"/>
              <a:t>D823</a:t>
            </a:r>
            <a:endParaRPr lang="zh-CN" altLang="en-US" dirty="0"/>
          </a:p>
        </p:txBody>
      </p:sp>
    </p:spTree>
    <p:extLst>
      <p:ext uri="{BB962C8B-B14F-4D97-AF65-F5344CB8AC3E}">
        <p14:creationId xmlns:p14="http://schemas.microsoft.com/office/powerpoint/2010/main" val="5127150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1"/>
          <p:cNvSpPr>
            <a:spLocks noGrp="1"/>
          </p:cNvSpPr>
          <p:nvPr>
            <p:ph type="ctrTitle"/>
          </p:nvPr>
        </p:nvSpPr>
        <p:spPr>
          <a:xfrm>
            <a:off x="467544" y="1556792"/>
            <a:ext cx="8295456" cy="3168352"/>
          </a:xfrm>
        </p:spPr>
        <p:txBody>
          <a:bodyPr>
            <a:normAutofit fontScale="90000"/>
          </a:bodyPr>
          <a:lstStyle/>
          <a:p>
            <a:r>
              <a:rPr lang="zh-CN" altLang="en-US" sz="3100" dirty="0"/>
              <a:t>非线性控制理论</a:t>
            </a:r>
            <a:r>
              <a:rPr lang="en-US" altLang="zh-CN" sz="3100" dirty="0"/>
              <a:t>A</a:t>
            </a:r>
            <a:br>
              <a:rPr lang="en-US" altLang="zh-CN" sz="3100" dirty="0"/>
            </a:br>
            <a:br>
              <a:rPr lang="en-US" altLang="zh-CN" dirty="0"/>
            </a:br>
            <a:r>
              <a:rPr lang="zh-CN" altLang="en-US" sz="4400" dirty="0"/>
              <a:t>第四讲  非自治系统的</a:t>
            </a:r>
            <a:r>
              <a:rPr lang="en-US" altLang="zh-CN" sz="4400" dirty="0"/>
              <a:t>Lyapunov</a:t>
            </a:r>
            <a:r>
              <a:rPr lang="zh-CN" altLang="en-US" sz="4400" dirty="0"/>
              <a:t>理论</a:t>
            </a:r>
            <a:br>
              <a:rPr lang="en-US" altLang="zh-CN" sz="4400" dirty="0"/>
            </a:br>
            <a:r>
              <a:rPr lang="zh-CN" altLang="en-US" sz="4400" dirty="0"/>
              <a:t>（一）</a:t>
            </a:r>
          </a:p>
        </p:txBody>
      </p:sp>
    </p:spTree>
    <p:extLst>
      <p:ext uri="{BB962C8B-B14F-4D97-AF65-F5344CB8AC3E}">
        <p14:creationId xmlns:p14="http://schemas.microsoft.com/office/powerpoint/2010/main" val="417219057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pPr algn="ctr"/>
            <a:r>
              <a:rPr lang="zh-CN" altLang="en-US" dirty="0"/>
              <a:t>第四讲</a:t>
            </a:r>
          </a:p>
        </p:txBody>
      </p:sp>
      <p:sp>
        <p:nvSpPr>
          <p:cNvPr id="5" name="灯片编号占位符 4"/>
          <p:cNvSpPr>
            <a:spLocks noGrp="1"/>
          </p:cNvSpPr>
          <p:nvPr>
            <p:ph type="sldNum" sz="quarter" idx="12"/>
          </p:nvPr>
        </p:nvSpPr>
        <p:spPr/>
        <p:txBody>
          <a:bodyPr/>
          <a:lstStyle/>
          <a:p>
            <a:fld id="{58C210BB-F110-452C-89E7-9EA0A8D47DCE}" type="slidenum">
              <a:rPr lang="zh-CN" altLang="en-US" smtClean="0"/>
              <a:pPr/>
              <a:t>3</a:t>
            </a:fld>
            <a:endParaRPr lang="zh-CN" altLang="en-US" dirty="0"/>
          </a:p>
        </p:txBody>
      </p:sp>
      <p:sp>
        <p:nvSpPr>
          <p:cNvPr id="26" name="内容占位符 2">
            <a:extLst>
              <a:ext uri="{FF2B5EF4-FFF2-40B4-BE49-F238E27FC236}">
                <a16:creationId xmlns:a16="http://schemas.microsoft.com/office/drawing/2014/main" id="{C956924C-445C-4097-B601-992DE600B0B6}"/>
              </a:ext>
            </a:extLst>
          </p:cNvPr>
          <p:cNvSpPr txBox="1">
            <a:spLocks/>
          </p:cNvSpPr>
          <p:nvPr/>
        </p:nvSpPr>
        <p:spPr>
          <a:xfrm>
            <a:off x="633028" y="1700808"/>
            <a:ext cx="7877944" cy="4320480"/>
          </a:xfrm>
          <a:prstGeom prst="rect">
            <a:avLst/>
          </a:prstGeom>
        </p:spPr>
        <p:txBody>
          <a:bodyPr vert="horz" lIns="54864" tIns="91440" rtlCol="0">
            <a:normAutofit/>
          </a:bodyPr>
          <a:lstStyle>
            <a:lvl1pPr marL="438912" indent="-320040" algn="l" rtl="0" eaLnBrk="1" latinLnBrk="0" hangingPunct="1">
              <a:spcBef>
                <a:spcPts val="0"/>
              </a:spcBef>
              <a:buClr>
                <a:schemeClr val="accent1"/>
              </a:buClr>
              <a:buSzPct val="80000"/>
              <a:buFont typeface="Wingdings 2"/>
              <a:buChar char=""/>
              <a:defRPr kumimoji="0" sz="3200" kern="1200">
                <a:solidFill>
                  <a:schemeClr val="bg1"/>
                </a:solidFill>
                <a:latin typeface="Times New Roman" pitchFamily="18" charset="0"/>
                <a:ea typeface="+mn-ea"/>
                <a:cs typeface="Times New Roman" pitchFamily="18" charset="0"/>
              </a:defRPr>
            </a:lvl1pPr>
            <a:lvl2pPr marL="731520" indent="-274320" algn="l" rtl="0" eaLnBrk="1" latinLnBrk="0" hangingPunct="1">
              <a:spcBef>
                <a:spcPct val="20000"/>
              </a:spcBef>
              <a:buClr>
                <a:schemeClr val="accent2"/>
              </a:buClr>
              <a:buSzPct val="90000"/>
              <a:buFont typeface="Wingdings"/>
              <a:buChar char=""/>
              <a:defRPr kumimoji="0" sz="2800" kern="1200">
                <a:solidFill>
                  <a:schemeClr val="bg1"/>
                </a:solidFill>
                <a:latin typeface="Times New Roman" pitchFamily="18" charset="0"/>
                <a:ea typeface="+mn-ea"/>
                <a:cs typeface="Times New Roman" pitchFamily="18" charset="0"/>
              </a:defRPr>
            </a:lvl2pPr>
            <a:lvl3pPr marL="996696" indent="-228600" algn="l" rtl="0" eaLnBrk="1" latinLnBrk="0" hangingPunct="1">
              <a:spcBef>
                <a:spcPct val="20000"/>
              </a:spcBef>
              <a:buClr>
                <a:schemeClr val="accent3"/>
              </a:buClr>
              <a:buFont typeface="Arial"/>
              <a:buChar char="▪"/>
              <a:defRPr kumimoji="0" sz="2400" kern="1200">
                <a:solidFill>
                  <a:schemeClr val="bg1"/>
                </a:solidFill>
                <a:latin typeface="Times New Roman" pitchFamily="18" charset="0"/>
                <a:ea typeface="+mn-ea"/>
                <a:cs typeface="Times New Roman" pitchFamily="18" charset="0"/>
              </a:defRPr>
            </a:lvl3pPr>
            <a:lvl4pPr marL="1216152" indent="-182880" algn="l" rtl="0" eaLnBrk="1" latinLnBrk="0" hangingPunct="1">
              <a:spcBef>
                <a:spcPct val="20000"/>
              </a:spcBef>
              <a:buClr>
                <a:schemeClr val="accent4"/>
              </a:buClr>
              <a:buFont typeface="Arial"/>
              <a:buChar char="▪"/>
              <a:defRPr kumimoji="0" sz="2000" kern="1200">
                <a:solidFill>
                  <a:schemeClr val="bg1"/>
                </a:solidFill>
                <a:latin typeface="Times New Roman" pitchFamily="18" charset="0"/>
                <a:ea typeface="+mn-ea"/>
                <a:cs typeface="Times New Roman" pitchFamily="18" charset="0"/>
              </a:defRPr>
            </a:lvl4pPr>
            <a:lvl5pPr marL="1426464" indent="-182880" algn="l" rtl="0" eaLnBrk="1" latinLnBrk="0" hangingPunct="1">
              <a:spcBef>
                <a:spcPct val="20000"/>
              </a:spcBef>
              <a:buClr>
                <a:schemeClr val="accent5"/>
              </a:buClr>
              <a:buFont typeface="Wingdings 3"/>
              <a:buChar char=""/>
              <a:defRPr kumimoji="0" lang="en-US" sz="2000" kern="1200" smtClean="0">
                <a:solidFill>
                  <a:schemeClr val="tx1"/>
                </a:solidFill>
                <a:latin typeface="Times New Roman" pitchFamily="18" charset="0"/>
                <a:ea typeface="+mn-ea"/>
                <a:cs typeface="Times New Roman" pitchFamily="18" charset="0"/>
              </a:defRPr>
            </a:lvl5pPr>
            <a:lvl6pPr marL="1627632" indent="-182880" algn="l" rtl="0" eaLnBrk="1" latinLnBrk="0" hangingPunct="1">
              <a:spcBef>
                <a:spcPct val="20000"/>
              </a:spcBef>
              <a:buClr>
                <a:schemeClr val="accent6"/>
              </a:buClr>
              <a:buSzPct val="100000"/>
              <a:buFont typeface="Wingdings 2"/>
              <a:buChar char=""/>
              <a:defRPr kumimoji="0" sz="2000" kern="1200">
                <a:solidFill>
                  <a:schemeClr val="tx1"/>
                </a:solidFill>
                <a:latin typeface="+mn-lt"/>
                <a:ea typeface="+mn-ea"/>
                <a:cs typeface="+mn-cs"/>
              </a:defRPr>
            </a:lvl6pPr>
            <a:lvl7pPr marL="1828800" indent="-182880" algn="l" rtl="0" eaLnBrk="1" latinLnBrk="0" hangingPunct="1">
              <a:spcBef>
                <a:spcPct val="20000"/>
              </a:spcBef>
              <a:buClr>
                <a:schemeClr val="accent1"/>
              </a:buClr>
              <a:buSzPct val="100000"/>
              <a:buFont typeface="Wingdings 2"/>
              <a:buChar char=""/>
              <a:defRPr kumimoji="0" sz="1800" kern="1200">
                <a:solidFill>
                  <a:schemeClr val="tx1"/>
                </a:solidFill>
                <a:latin typeface="+mn-lt"/>
                <a:ea typeface="+mn-ea"/>
                <a:cs typeface="+mn-cs"/>
              </a:defRPr>
            </a:lvl7pPr>
            <a:lvl8pPr marL="2029968" indent="-182880" algn="l" rtl="0" eaLnBrk="1" latinLnBrk="0" hangingPunct="1">
              <a:spcBef>
                <a:spcPct val="20000"/>
              </a:spcBef>
              <a:buClr>
                <a:schemeClr val="accent2"/>
              </a:buClr>
              <a:buFont typeface="Wingdings 2" pitchFamily="18" charset="2"/>
              <a:buChar char=""/>
              <a:defRPr kumimoji="0" sz="1800" kern="1200">
                <a:solidFill>
                  <a:schemeClr val="tx1"/>
                </a:solidFill>
                <a:latin typeface="+mn-lt"/>
                <a:ea typeface="+mn-ea"/>
                <a:cs typeface="+mn-cs"/>
              </a:defRPr>
            </a:lvl8pPr>
            <a:lvl9pPr marL="2231136" indent="-182880" algn="l" rtl="0" eaLnBrk="1" latinLnBrk="0" hangingPunct="1">
              <a:spcBef>
                <a:spcPct val="20000"/>
              </a:spcBef>
              <a:buClr>
                <a:schemeClr val="accent3"/>
              </a:buClr>
              <a:buFont typeface="Wingdings 2" pitchFamily="18" charset="2"/>
              <a:buChar char=""/>
              <a:defRPr kumimoji="0" sz="1800" kern="1200" baseline="0">
                <a:solidFill>
                  <a:schemeClr val="tx1"/>
                </a:solidFill>
                <a:latin typeface="+mn-lt"/>
                <a:ea typeface="+mn-ea"/>
                <a:cs typeface="+mn-cs"/>
              </a:defRPr>
            </a:lvl9pPr>
            <a:extLst/>
          </a:lstStyle>
          <a:p>
            <a:pPr marL="633222" indent="-514350">
              <a:lnSpc>
                <a:spcPct val="150000"/>
              </a:lnSpc>
              <a:buClr>
                <a:srgbClr val="FFC000"/>
              </a:buClr>
              <a:buSzPct val="100000"/>
              <a:buFont typeface="+mj-lt"/>
              <a:buAutoNum type="arabicPeriod"/>
            </a:pPr>
            <a:r>
              <a:rPr lang="zh-CN" altLang="en-US" sz="4000" b="1" dirty="0">
                <a:solidFill>
                  <a:srgbClr val="FFC000"/>
                </a:solidFill>
              </a:rPr>
              <a:t>非自治系统的稳定性定义</a:t>
            </a:r>
            <a:endParaRPr lang="en-US" altLang="zh-CN" sz="4000" b="1" dirty="0">
              <a:solidFill>
                <a:srgbClr val="FFC000"/>
              </a:solidFill>
            </a:endParaRPr>
          </a:p>
          <a:p>
            <a:pPr marL="633222" indent="-514350">
              <a:lnSpc>
                <a:spcPct val="150000"/>
              </a:lnSpc>
              <a:buClr>
                <a:srgbClr val="FFC000"/>
              </a:buClr>
              <a:buSzPct val="100000"/>
              <a:buFont typeface="+mj-lt"/>
              <a:buAutoNum type="arabicPeriod"/>
            </a:pPr>
            <a:r>
              <a:rPr lang="zh-CN" altLang="en-US" sz="4000" b="1" dirty="0">
                <a:solidFill>
                  <a:srgbClr val="FFC000"/>
                </a:solidFill>
              </a:rPr>
              <a:t>比较函数与稳定性</a:t>
            </a:r>
            <a:endParaRPr lang="en-US" altLang="zh-CN" sz="4000" b="1" dirty="0">
              <a:solidFill>
                <a:srgbClr val="FFC000"/>
              </a:solidFill>
            </a:endParaRPr>
          </a:p>
          <a:p>
            <a:pPr marL="633222" indent="-514350">
              <a:lnSpc>
                <a:spcPct val="150000"/>
              </a:lnSpc>
              <a:buClr>
                <a:srgbClr val="FFC000"/>
              </a:buClr>
              <a:buSzPct val="100000"/>
              <a:buFont typeface="+mj-lt"/>
              <a:buAutoNum type="arabicPeriod"/>
            </a:pPr>
            <a:r>
              <a:rPr lang="zh-CN" altLang="en-US" sz="4000" b="1" dirty="0">
                <a:solidFill>
                  <a:srgbClr val="FFC000"/>
                </a:solidFill>
              </a:rPr>
              <a:t>非自治系统的</a:t>
            </a:r>
            <a:r>
              <a:rPr lang="en-US" altLang="zh-CN" sz="4000" b="1" dirty="0">
                <a:solidFill>
                  <a:srgbClr val="FFC000"/>
                </a:solidFill>
              </a:rPr>
              <a:t>Lyapunov</a:t>
            </a:r>
            <a:r>
              <a:rPr lang="zh-CN" altLang="en-US" sz="4000" b="1" dirty="0">
                <a:solidFill>
                  <a:srgbClr val="FFC000"/>
                </a:solidFill>
              </a:rPr>
              <a:t>理论</a:t>
            </a:r>
            <a:endParaRPr lang="en-US" altLang="zh-CN" sz="4000" b="1" dirty="0">
              <a:solidFill>
                <a:srgbClr val="FFC000"/>
              </a:solidFill>
            </a:endParaRPr>
          </a:p>
          <a:p>
            <a:pPr marL="633222" indent="-514350">
              <a:lnSpc>
                <a:spcPct val="150000"/>
              </a:lnSpc>
              <a:buClr>
                <a:srgbClr val="FFC000"/>
              </a:buClr>
              <a:buSzPct val="100000"/>
              <a:buFont typeface="+mj-lt"/>
              <a:buAutoNum type="arabicPeriod"/>
            </a:pPr>
            <a:r>
              <a:rPr lang="en-US" altLang="zh-CN" sz="4000" b="1" dirty="0">
                <a:solidFill>
                  <a:srgbClr val="FFC000"/>
                </a:solidFill>
              </a:rPr>
              <a:t>Lyapunov</a:t>
            </a:r>
            <a:r>
              <a:rPr lang="zh-CN" altLang="en-US" sz="4000" b="1" dirty="0">
                <a:solidFill>
                  <a:srgbClr val="FFC000"/>
                </a:solidFill>
              </a:rPr>
              <a:t>逆定理</a:t>
            </a:r>
            <a:endParaRPr lang="en-US" altLang="zh-CN" sz="4000" b="1" dirty="0">
              <a:solidFill>
                <a:srgbClr val="FFC000"/>
              </a:solidFill>
            </a:endParaRPr>
          </a:p>
        </p:txBody>
      </p:sp>
      <p:sp>
        <p:nvSpPr>
          <p:cNvPr id="6" name="日期占位符 3"/>
          <p:cNvSpPr txBox="1">
            <a:spLocks/>
          </p:cNvSpPr>
          <p:nvPr/>
        </p:nvSpPr>
        <p:spPr>
          <a:xfrm>
            <a:off x="457200" y="6476999"/>
            <a:ext cx="2133600" cy="274320"/>
          </a:xfrm>
          <a:prstGeom prst="rect">
            <a:avLst/>
          </a:prstGeom>
        </p:spPr>
        <p:txBody>
          <a:bodyPr vert="horz" lIns="109728" rIns="45720" bIns="0" rtlCol="0" anchor="b"/>
          <a:lstStyle>
            <a:defPPr>
              <a:defRPr lang="zh-CN"/>
            </a:defPPr>
            <a:lvl1pPr marL="0" algn="l" defTabSz="914400" rtl="0" eaLnBrk="1" latinLnBrk="0" hangingPunct="1">
              <a:defRPr kumimoji="0" sz="1800" kern="1200">
                <a:solidFill>
                  <a:srgbClr val="FF0000"/>
                </a:solidFill>
                <a:latin typeface="Times New Roman" pitchFamily="18" charset="0"/>
                <a:ea typeface="+mn-ea"/>
                <a:cs typeface="Times New Roman" pitchFamily="18"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dirty="0"/>
          </a:p>
        </p:txBody>
      </p:sp>
    </p:spTree>
    <p:extLst>
      <p:ext uri="{BB962C8B-B14F-4D97-AF65-F5344CB8AC3E}">
        <p14:creationId xmlns:p14="http://schemas.microsoft.com/office/powerpoint/2010/main" val="412799473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pPr algn="ctr"/>
            <a:r>
              <a:rPr lang="zh-CN" altLang="en-US" dirty="0"/>
              <a:t>第四讲</a:t>
            </a:r>
          </a:p>
        </p:txBody>
      </p:sp>
      <p:sp>
        <p:nvSpPr>
          <p:cNvPr id="5" name="灯片编号占位符 4"/>
          <p:cNvSpPr>
            <a:spLocks noGrp="1"/>
          </p:cNvSpPr>
          <p:nvPr>
            <p:ph type="sldNum" sz="quarter" idx="12"/>
          </p:nvPr>
        </p:nvSpPr>
        <p:spPr/>
        <p:txBody>
          <a:bodyPr/>
          <a:lstStyle/>
          <a:p>
            <a:fld id="{58C210BB-F110-452C-89E7-9EA0A8D47DCE}" type="slidenum">
              <a:rPr lang="zh-CN" altLang="en-US" smtClean="0"/>
              <a:pPr/>
              <a:t>4</a:t>
            </a:fld>
            <a:endParaRPr lang="zh-CN" altLang="en-US" dirty="0"/>
          </a:p>
        </p:txBody>
      </p:sp>
      <p:sp>
        <p:nvSpPr>
          <p:cNvPr id="26" name="内容占位符 2">
            <a:extLst>
              <a:ext uri="{FF2B5EF4-FFF2-40B4-BE49-F238E27FC236}">
                <a16:creationId xmlns:a16="http://schemas.microsoft.com/office/drawing/2014/main" id="{C956924C-445C-4097-B601-992DE600B0B6}"/>
              </a:ext>
            </a:extLst>
          </p:cNvPr>
          <p:cNvSpPr txBox="1">
            <a:spLocks/>
          </p:cNvSpPr>
          <p:nvPr/>
        </p:nvSpPr>
        <p:spPr>
          <a:xfrm>
            <a:off x="633028" y="1700808"/>
            <a:ext cx="7877944" cy="4320480"/>
          </a:xfrm>
          <a:prstGeom prst="rect">
            <a:avLst/>
          </a:prstGeom>
        </p:spPr>
        <p:txBody>
          <a:bodyPr vert="horz" lIns="54864" tIns="91440" rtlCol="0">
            <a:normAutofit/>
          </a:bodyPr>
          <a:lstStyle>
            <a:lvl1pPr marL="438912" indent="-320040" algn="l" rtl="0" eaLnBrk="1" latinLnBrk="0" hangingPunct="1">
              <a:spcBef>
                <a:spcPts val="0"/>
              </a:spcBef>
              <a:buClr>
                <a:schemeClr val="accent1"/>
              </a:buClr>
              <a:buSzPct val="80000"/>
              <a:buFont typeface="Wingdings 2"/>
              <a:buChar char=""/>
              <a:defRPr kumimoji="0" sz="3200" kern="1200">
                <a:solidFill>
                  <a:schemeClr val="bg1"/>
                </a:solidFill>
                <a:latin typeface="Times New Roman" pitchFamily="18" charset="0"/>
                <a:ea typeface="+mn-ea"/>
                <a:cs typeface="Times New Roman" pitchFamily="18" charset="0"/>
              </a:defRPr>
            </a:lvl1pPr>
            <a:lvl2pPr marL="731520" indent="-274320" algn="l" rtl="0" eaLnBrk="1" latinLnBrk="0" hangingPunct="1">
              <a:spcBef>
                <a:spcPct val="20000"/>
              </a:spcBef>
              <a:buClr>
                <a:schemeClr val="accent2"/>
              </a:buClr>
              <a:buSzPct val="90000"/>
              <a:buFont typeface="Wingdings"/>
              <a:buChar char=""/>
              <a:defRPr kumimoji="0" sz="2800" kern="1200">
                <a:solidFill>
                  <a:schemeClr val="bg1"/>
                </a:solidFill>
                <a:latin typeface="Times New Roman" pitchFamily="18" charset="0"/>
                <a:ea typeface="+mn-ea"/>
                <a:cs typeface="Times New Roman" pitchFamily="18" charset="0"/>
              </a:defRPr>
            </a:lvl2pPr>
            <a:lvl3pPr marL="996696" indent="-228600" algn="l" rtl="0" eaLnBrk="1" latinLnBrk="0" hangingPunct="1">
              <a:spcBef>
                <a:spcPct val="20000"/>
              </a:spcBef>
              <a:buClr>
                <a:schemeClr val="accent3"/>
              </a:buClr>
              <a:buFont typeface="Arial"/>
              <a:buChar char="▪"/>
              <a:defRPr kumimoji="0" sz="2400" kern="1200">
                <a:solidFill>
                  <a:schemeClr val="bg1"/>
                </a:solidFill>
                <a:latin typeface="Times New Roman" pitchFamily="18" charset="0"/>
                <a:ea typeface="+mn-ea"/>
                <a:cs typeface="Times New Roman" pitchFamily="18" charset="0"/>
              </a:defRPr>
            </a:lvl3pPr>
            <a:lvl4pPr marL="1216152" indent="-182880" algn="l" rtl="0" eaLnBrk="1" latinLnBrk="0" hangingPunct="1">
              <a:spcBef>
                <a:spcPct val="20000"/>
              </a:spcBef>
              <a:buClr>
                <a:schemeClr val="accent4"/>
              </a:buClr>
              <a:buFont typeface="Arial"/>
              <a:buChar char="▪"/>
              <a:defRPr kumimoji="0" sz="2000" kern="1200">
                <a:solidFill>
                  <a:schemeClr val="bg1"/>
                </a:solidFill>
                <a:latin typeface="Times New Roman" pitchFamily="18" charset="0"/>
                <a:ea typeface="+mn-ea"/>
                <a:cs typeface="Times New Roman" pitchFamily="18" charset="0"/>
              </a:defRPr>
            </a:lvl4pPr>
            <a:lvl5pPr marL="1426464" indent="-182880" algn="l" rtl="0" eaLnBrk="1" latinLnBrk="0" hangingPunct="1">
              <a:spcBef>
                <a:spcPct val="20000"/>
              </a:spcBef>
              <a:buClr>
                <a:schemeClr val="accent5"/>
              </a:buClr>
              <a:buFont typeface="Wingdings 3"/>
              <a:buChar char=""/>
              <a:defRPr kumimoji="0" lang="en-US" sz="2000" kern="1200" smtClean="0">
                <a:solidFill>
                  <a:schemeClr val="tx1"/>
                </a:solidFill>
                <a:latin typeface="Times New Roman" pitchFamily="18" charset="0"/>
                <a:ea typeface="+mn-ea"/>
                <a:cs typeface="Times New Roman" pitchFamily="18" charset="0"/>
              </a:defRPr>
            </a:lvl5pPr>
            <a:lvl6pPr marL="1627632" indent="-182880" algn="l" rtl="0" eaLnBrk="1" latinLnBrk="0" hangingPunct="1">
              <a:spcBef>
                <a:spcPct val="20000"/>
              </a:spcBef>
              <a:buClr>
                <a:schemeClr val="accent6"/>
              </a:buClr>
              <a:buSzPct val="100000"/>
              <a:buFont typeface="Wingdings 2"/>
              <a:buChar char=""/>
              <a:defRPr kumimoji="0" sz="2000" kern="1200">
                <a:solidFill>
                  <a:schemeClr val="tx1"/>
                </a:solidFill>
                <a:latin typeface="+mn-lt"/>
                <a:ea typeface="+mn-ea"/>
                <a:cs typeface="+mn-cs"/>
              </a:defRPr>
            </a:lvl6pPr>
            <a:lvl7pPr marL="1828800" indent="-182880" algn="l" rtl="0" eaLnBrk="1" latinLnBrk="0" hangingPunct="1">
              <a:spcBef>
                <a:spcPct val="20000"/>
              </a:spcBef>
              <a:buClr>
                <a:schemeClr val="accent1"/>
              </a:buClr>
              <a:buSzPct val="100000"/>
              <a:buFont typeface="Wingdings 2"/>
              <a:buChar char=""/>
              <a:defRPr kumimoji="0" sz="1800" kern="1200">
                <a:solidFill>
                  <a:schemeClr val="tx1"/>
                </a:solidFill>
                <a:latin typeface="+mn-lt"/>
                <a:ea typeface="+mn-ea"/>
                <a:cs typeface="+mn-cs"/>
              </a:defRPr>
            </a:lvl7pPr>
            <a:lvl8pPr marL="2029968" indent="-182880" algn="l" rtl="0" eaLnBrk="1" latinLnBrk="0" hangingPunct="1">
              <a:spcBef>
                <a:spcPct val="20000"/>
              </a:spcBef>
              <a:buClr>
                <a:schemeClr val="accent2"/>
              </a:buClr>
              <a:buFont typeface="Wingdings 2" pitchFamily="18" charset="2"/>
              <a:buChar char=""/>
              <a:defRPr kumimoji="0" sz="1800" kern="1200">
                <a:solidFill>
                  <a:schemeClr val="tx1"/>
                </a:solidFill>
                <a:latin typeface="+mn-lt"/>
                <a:ea typeface="+mn-ea"/>
                <a:cs typeface="+mn-cs"/>
              </a:defRPr>
            </a:lvl8pPr>
            <a:lvl9pPr marL="2231136" indent="-182880" algn="l" rtl="0" eaLnBrk="1" latinLnBrk="0" hangingPunct="1">
              <a:spcBef>
                <a:spcPct val="20000"/>
              </a:spcBef>
              <a:buClr>
                <a:schemeClr val="accent3"/>
              </a:buClr>
              <a:buFont typeface="Wingdings 2" pitchFamily="18" charset="2"/>
              <a:buChar char=""/>
              <a:defRPr kumimoji="0" sz="1800" kern="1200" baseline="0">
                <a:solidFill>
                  <a:schemeClr val="tx1"/>
                </a:solidFill>
                <a:latin typeface="+mn-lt"/>
                <a:ea typeface="+mn-ea"/>
                <a:cs typeface="+mn-cs"/>
              </a:defRPr>
            </a:lvl9pPr>
            <a:extLst/>
          </a:lstStyle>
          <a:p>
            <a:pPr marL="633222" indent="-514350">
              <a:lnSpc>
                <a:spcPct val="150000"/>
              </a:lnSpc>
              <a:buClr>
                <a:srgbClr val="FFC000"/>
              </a:buClr>
              <a:buSzPct val="100000"/>
              <a:buFont typeface="+mj-lt"/>
              <a:buAutoNum type="arabicPeriod"/>
            </a:pPr>
            <a:r>
              <a:rPr lang="zh-CN" altLang="en-US" sz="4000" b="1" dirty="0">
                <a:solidFill>
                  <a:srgbClr val="FFC000"/>
                </a:solidFill>
              </a:rPr>
              <a:t>非自治系统稳定性定义（回顾）</a:t>
            </a:r>
            <a:endParaRPr lang="en-US" altLang="zh-CN" sz="4000" b="1" dirty="0">
              <a:solidFill>
                <a:srgbClr val="FFC000"/>
              </a:solidFill>
            </a:endParaRPr>
          </a:p>
          <a:p>
            <a:pPr marL="633222" indent="-514350">
              <a:lnSpc>
                <a:spcPct val="150000"/>
              </a:lnSpc>
              <a:buClr>
                <a:schemeClr val="tx1">
                  <a:lumMod val="50000"/>
                  <a:lumOff val="50000"/>
                </a:schemeClr>
              </a:buClr>
              <a:buSzPct val="100000"/>
              <a:buFont typeface="+mj-lt"/>
              <a:buAutoNum type="arabicPeriod"/>
            </a:pPr>
            <a:r>
              <a:rPr lang="zh-CN" altLang="en-US" sz="4000" b="1" dirty="0">
                <a:solidFill>
                  <a:schemeClr val="tx1">
                    <a:lumMod val="50000"/>
                    <a:lumOff val="50000"/>
                  </a:schemeClr>
                </a:solidFill>
              </a:rPr>
              <a:t>比较函数与稳定性</a:t>
            </a:r>
            <a:endParaRPr lang="en-US" altLang="zh-CN" sz="4000" b="1" dirty="0">
              <a:solidFill>
                <a:schemeClr val="tx1">
                  <a:lumMod val="50000"/>
                  <a:lumOff val="50000"/>
                </a:schemeClr>
              </a:solidFill>
            </a:endParaRPr>
          </a:p>
          <a:p>
            <a:pPr marL="633222" indent="-514350">
              <a:lnSpc>
                <a:spcPct val="150000"/>
              </a:lnSpc>
              <a:buClr>
                <a:schemeClr val="tx1">
                  <a:lumMod val="50000"/>
                  <a:lumOff val="50000"/>
                </a:schemeClr>
              </a:buClr>
              <a:buSzPct val="100000"/>
              <a:buFont typeface="+mj-lt"/>
              <a:buAutoNum type="arabicPeriod"/>
            </a:pPr>
            <a:r>
              <a:rPr lang="zh-CN" altLang="en-US" sz="4000" b="1" dirty="0">
                <a:solidFill>
                  <a:schemeClr val="tx1">
                    <a:lumMod val="50000"/>
                    <a:lumOff val="50000"/>
                  </a:schemeClr>
                </a:solidFill>
              </a:rPr>
              <a:t>非自治系统的</a:t>
            </a:r>
            <a:r>
              <a:rPr lang="en-US" altLang="zh-CN" sz="4000" b="1" dirty="0">
                <a:solidFill>
                  <a:schemeClr val="tx1">
                    <a:lumMod val="50000"/>
                    <a:lumOff val="50000"/>
                  </a:schemeClr>
                </a:solidFill>
              </a:rPr>
              <a:t>Lyapunov</a:t>
            </a:r>
            <a:r>
              <a:rPr lang="zh-CN" altLang="en-US" sz="4000" b="1" dirty="0">
                <a:solidFill>
                  <a:schemeClr val="tx1">
                    <a:lumMod val="50000"/>
                    <a:lumOff val="50000"/>
                  </a:schemeClr>
                </a:solidFill>
              </a:rPr>
              <a:t>理论</a:t>
            </a:r>
            <a:endParaRPr lang="en-US" altLang="zh-CN" sz="4000" b="1" dirty="0">
              <a:solidFill>
                <a:schemeClr val="tx1">
                  <a:lumMod val="50000"/>
                  <a:lumOff val="50000"/>
                </a:schemeClr>
              </a:solidFill>
            </a:endParaRPr>
          </a:p>
          <a:p>
            <a:pPr marL="633222" indent="-514350">
              <a:lnSpc>
                <a:spcPct val="150000"/>
              </a:lnSpc>
              <a:buClr>
                <a:schemeClr val="tx1">
                  <a:lumMod val="50000"/>
                  <a:lumOff val="50000"/>
                </a:schemeClr>
              </a:buClr>
              <a:buSzPct val="100000"/>
              <a:buFont typeface="+mj-lt"/>
              <a:buAutoNum type="arabicPeriod"/>
            </a:pPr>
            <a:r>
              <a:rPr lang="en-US" altLang="zh-CN" sz="4000" b="1" dirty="0">
                <a:solidFill>
                  <a:schemeClr val="tx1">
                    <a:lumMod val="50000"/>
                    <a:lumOff val="50000"/>
                  </a:schemeClr>
                </a:solidFill>
              </a:rPr>
              <a:t>Lyapunov</a:t>
            </a:r>
            <a:r>
              <a:rPr lang="zh-CN" altLang="en-US" sz="4000" b="1" dirty="0">
                <a:solidFill>
                  <a:schemeClr val="tx1">
                    <a:lumMod val="50000"/>
                    <a:lumOff val="50000"/>
                  </a:schemeClr>
                </a:solidFill>
              </a:rPr>
              <a:t>逆定理</a:t>
            </a:r>
            <a:endParaRPr lang="en-US" altLang="zh-CN" sz="4000" b="1" dirty="0">
              <a:solidFill>
                <a:schemeClr val="tx1">
                  <a:lumMod val="50000"/>
                  <a:lumOff val="50000"/>
                </a:schemeClr>
              </a:solidFill>
            </a:endParaRPr>
          </a:p>
        </p:txBody>
      </p:sp>
      <p:sp>
        <p:nvSpPr>
          <p:cNvPr id="6" name="日期占位符 3"/>
          <p:cNvSpPr txBox="1">
            <a:spLocks/>
          </p:cNvSpPr>
          <p:nvPr/>
        </p:nvSpPr>
        <p:spPr>
          <a:xfrm>
            <a:off x="457200" y="6476999"/>
            <a:ext cx="2133600" cy="274320"/>
          </a:xfrm>
          <a:prstGeom prst="rect">
            <a:avLst/>
          </a:prstGeom>
        </p:spPr>
        <p:txBody>
          <a:bodyPr vert="horz" lIns="109728" rIns="45720" bIns="0" rtlCol="0" anchor="b"/>
          <a:lstStyle>
            <a:defPPr>
              <a:defRPr lang="zh-CN"/>
            </a:defPPr>
            <a:lvl1pPr marL="0" algn="l" defTabSz="914400" rtl="0" eaLnBrk="1" latinLnBrk="0" hangingPunct="1">
              <a:defRPr kumimoji="0" sz="1800" kern="1200">
                <a:solidFill>
                  <a:srgbClr val="FF0000"/>
                </a:solidFill>
                <a:latin typeface="Times New Roman" pitchFamily="18" charset="0"/>
                <a:ea typeface="+mn-ea"/>
                <a:cs typeface="Times New Roman" pitchFamily="18"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dirty="0"/>
          </a:p>
        </p:txBody>
      </p:sp>
    </p:spTree>
    <p:extLst>
      <p:ext uri="{BB962C8B-B14F-4D97-AF65-F5344CB8AC3E}">
        <p14:creationId xmlns:p14="http://schemas.microsoft.com/office/powerpoint/2010/main" val="348347833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zh-CN" altLang="en-US" dirty="0"/>
              <a:t>非自治系统（</a:t>
            </a:r>
            <a:r>
              <a:rPr lang="en-US" altLang="zh-CN" sz="4600" dirty="0"/>
              <a:t>nonautonomous</a:t>
            </a:r>
            <a:r>
              <a:rPr lang="zh-CN" altLang="en-US" dirty="0"/>
              <a:t>）</a:t>
            </a:r>
          </a:p>
        </p:txBody>
      </p:sp>
      <p:sp>
        <p:nvSpPr>
          <p:cNvPr id="7" name="灯片编号占位符 6"/>
          <p:cNvSpPr>
            <a:spLocks noGrp="1"/>
          </p:cNvSpPr>
          <p:nvPr>
            <p:ph type="sldNum" sz="quarter" idx="12"/>
          </p:nvPr>
        </p:nvSpPr>
        <p:spPr/>
        <p:txBody>
          <a:bodyPr/>
          <a:lstStyle/>
          <a:p>
            <a:fld id="{58C210BB-F110-452C-89E7-9EA0A8D47DCE}" type="slidenum">
              <a:rPr lang="zh-CN" altLang="en-US" smtClean="0"/>
              <a:pPr/>
              <a:t>5</a:t>
            </a:fld>
            <a:endParaRPr lang="zh-CN" altLang="en-US" dirty="0"/>
          </a:p>
        </p:txBody>
      </p:sp>
      <p:sp>
        <p:nvSpPr>
          <p:cNvPr id="13" name="内容占位符 2"/>
          <p:cNvSpPr txBox="1">
            <a:spLocks/>
          </p:cNvSpPr>
          <p:nvPr/>
        </p:nvSpPr>
        <p:spPr>
          <a:xfrm>
            <a:off x="438472" y="1796479"/>
            <a:ext cx="8382000" cy="648072"/>
          </a:xfrm>
          <a:prstGeom prst="rect">
            <a:avLst/>
          </a:prstGeom>
        </p:spPr>
        <p:txBody>
          <a:bodyPr vert="horz" lIns="54864" tIns="91440" rtlCol="0">
            <a:normAutofit/>
          </a:bodyPr>
          <a:lstStyle>
            <a:lvl1pPr marL="438912" indent="-320040" algn="l" rtl="0" eaLnBrk="1" latinLnBrk="0" hangingPunct="1">
              <a:spcBef>
                <a:spcPts val="0"/>
              </a:spcBef>
              <a:buClr>
                <a:schemeClr val="accent1"/>
              </a:buClr>
              <a:buSzPct val="80000"/>
              <a:buFont typeface="Wingdings 2"/>
              <a:buChar char=""/>
              <a:defRPr kumimoji="0" sz="3200" kern="1200">
                <a:solidFill>
                  <a:schemeClr val="bg1"/>
                </a:solidFill>
                <a:latin typeface="Times New Roman" pitchFamily="18" charset="0"/>
                <a:ea typeface="+mn-ea"/>
                <a:cs typeface="Times New Roman" pitchFamily="18" charset="0"/>
              </a:defRPr>
            </a:lvl1pPr>
            <a:lvl2pPr marL="731520" indent="-274320" algn="l" rtl="0" eaLnBrk="1" latinLnBrk="0" hangingPunct="1">
              <a:spcBef>
                <a:spcPct val="20000"/>
              </a:spcBef>
              <a:buClr>
                <a:schemeClr val="accent2"/>
              </a:buClr>
              <a:buSzPct val="90000"/>
              <a:buFont typeface="Wingdings"/>
              <a:buChar char=""/>
              <a:defRPr kumimoji="0" sz="2800" kern="1200">
                <a:solidFill>
                  <a:schemeClr val="bg1"/>
                </a:solidFill>
                <a:latin typeface="Times New Roman" pitchFamily="18" charset="0"/>
                <a:ea typeface="+mn-ea"/>
                <a:cs typeface="Times New Roman" pitchFamily="18" charset="0"/>
              </a:defRPr>
            </a:lvl2pPr>
            <a:lvl3pPr marL="996696" indent="-228600" algn="l" rtl="0" eaLnBrk="1" latinLnBrk="0" hangingPunct="1">
              <a:spcBef>
                <a:spcPct val="20000"/>
              </a:spcBef>
              <a:buClr>
                <a:schemeClr val="accent3"/>
              </a:buClr>
              <a:buFont typeface="Arial"/>
              <a:buChar char="▪"/>
              <a:defRPr kumimoji="0" sz="2400" kern="1200">
                <a:solidFill>
                  <a:schemeClr val="bg1"/>
                </a:solidFill>
                <a:latin typeface="Times New Roman" pitchFamily="18" charset="0"/>
                <a:ea typeface="+mn-ea"/>
                <a:cs typeface="Times New Roman" pitchFamily="18" charset="0"/>
              </a:defRPr>
            </a:lvl3pPr>
            <a:lvl4pPr marL="1216152" indent="-182880" algn="l" rtl="0" eaLnBrk="1" latinLnBrk="0" hangingPunct="1">
              <a:spcBef>
                <a:spcPct val="20000"/>
              </a:spcBef>
              <a:buClr>
                <a:schemeClr val="accent4"/>
              </a:buClr>
              <a:buFont typeface="Arial"/>
              <a:buChar char="▪"/>
              <a:defRPr kumimoji="0" sz="2000" kern="1200">
                <a:solidFill>
                  <a:schemeClr val="bg1"/>
                </a:solidFill>
                <a:latin typeface="Times New Roman" pitchFamily="18" charset="0"/>
                <a:ea typeface="+mn-ea"/>
                <a:cs typeface="Times New Roman" pitchFamily="18" charset="0"/>
              </a:defRPr>
            </a:lvl4pPr>
            <a:lvl5pPr marL="1426464" indent="-182880" algn="l" rtl="0" eaLnBrk="1" latinLnBrk="0" hangingPunct="1">
              <a:spcBef>
                <a:spcPct val="20000"/>
              </a:spcBef>
              <a:buClr>
                <a:schemeClr val="accent5"/>
              </a:buClr>
              <a:buFont typeface="Wingdings 3"/>
              <a:buChar char=""/>
              <a:defRPr kumimoji="0" lang="en-US" sz="2000" kern="1200" smtClean="0">
                <a:solidFill>
                  <a:schemeClr val="tx1"/>
                </a:solidFill>
                <a:latin typeface="Times New Roman" pitchFamily="18" charset="0"/>
                <a:ea typeface="+mn-ea"/>
                <a:cs typeface="Times New Roman" pitchFamily="18" charset="0"/>
              </a:defRPr>
            </a:lvl5pPr>
            <a:lvl6pPr marL="1627632" indent="-182880" algn="l" rtl="0" eaLnBrk="1" latinLnBrk="0" hangingPunct="1">
              <a:spcBef>
                <a:spcPct val="20000"/>
              </a:spcBef>
              <a:buClr>
                <a:schemeClr val="accent6"/>
              </a:buClr>
              <a:buSzPct val="100000"/>
              <a:buFont typeface="Wingdings 2"/>
              <a:buChar char=""/>
              <a:defRPr kumimoji="0" sz="2000" kern="1200">
                <a:solidFill>
                  <a:schemeClr val="tx1"/>
                </a:solidFill>
                <a:latin typeface="+mn-lt"/>
                <a:ea typeface="+mn-ea"/>
                <a:cs typeface="+mn-cs"/>
              </a:defRPr>
            </a:lvl6pPr>
            <a:lvl7pPr marL="1828800" indent="-182880" algn="l" rtl="0" eaLnBrk="1" latinLnBrk="0" hangingPunct="1">
              <a:spcBef>
                <a:spcPct val="20000"/>
              </a:spcBef>
              <a:buClr>
                <a:schemeClr val="accent1"/>
              </a:buClr>
              <a:buSzPct val="100000"/>
              <a:buFont typeface="Wingdings 2"/>
              <a:buChar char=""/>
              <a:defRPr kumimoji="0" sz="1800" kern="1200">
                <a:solidFill>
                  <a:schemeClr val="tx1"/>
                </a:solidFill>
                <a:latin typeface="+mn-lt"/>
                <a:ea typeface="+mn-ea"/>
                <a:cs typeface="+mn-cs"/>
              </a:defRPr>
            </a:lvl7pPr>
            <a:lvl8pPr marL="2029968" indent="-182880" algn="l" rtl="0" eaLnBrk="1" latinLnBrk="0" hangingPunct="1">
              <a:spcBef>
                <a:spcPct val="20000"/>
              </a:spcBef>
              <a:buClr>
                <a:schemeClr val="accent2"/>
              </a:buClr>
              <a:buFont typeface="Wingdings 2" pitchFamily="18" charset="2"/>
              <a:buChar char=""/>
              <a:defRPr kumimoji="0" sz="1800" kern="1200">
                <a:solidFill>
                  <a:schemeClr val="tx1"/>
                </a:solidFill>
                <a:latin typeface="+mn-lt"/>
                <a:ea typeface="+mn-ea"/>
                <a:cs typeface="+mn-cs"/>
              </a:defRPr>
            </a:lvl8pPr>
            <a:lvl9pPr marL="2231136" indent="-182880" algn="l" rtl="0" eaLnBrk="1" latinLnBrk="0" hangingPunct="1">
              <a:spcBef>
                <a:spcPct val="20000"/>
              </a:spcBef>
              <a:buClr>
                <a:schemeClr val="accent3"/>
              </a:buClr>
              <a:buFont typeface="Wingdings 2" pitchFamily="18" charset="2"/>
              <a:buChar char=""/>
              <a:defRPr kumimoji="0" sz="1800" kern="1200" baseline="0">
                <a:solidFill>
                  <a:schemeClr val="tx1"/>
                </a:solidFill>
                <a:latin typeface="+mn-lt"/>
                <a:ea typeface="+mn-ea"/>
                <a:cs typeface="+mn-cs"/>
              </a:defRPr>
            </a:lvl9pPr>
            <a:extLst/>
          </a:lstStyle>
          <a:p>
            <a:pPr>
              <a:lnSpc>
                <a:spcPts val="4000"/>
              </a:lnSpc>
            </a:pPr>
            <a:r>
              <a:rPr lang="zh-CN" altLang="en-US" sz="2800" b="1" dirty="0"/>
              <a:t>对 </a:t>
            </a:r>
            <a:r>
              <a:rPr lang="en-US" altLang="zh-CN" sz="2800" b="1" i="1" dirty="0"/>
              <a:t>x </a:t>
            </a:r>
            <a:r>
              <a:rPr lang="zh-CN" altLang="en-US" sz="2800" b="1" dirty="0"/>
              <a:t>满足局部</a:t>
            </a:r>
            <a:r>
              <a:rPr lang="en-US" altLang="zh-CN" sz="2800" b="1" dirty="0" err="1"/>
              <a:t>Lipschitz</a:t>
            </a:r>
            <a:r>
              <a:rPr lang="zh-CN" altLang="en-US" sz="2800" b="1" dirty="0"/>
              <a:t>条件，对 </a:t>
            </a:r>
            <a:r>
              <a:rPr lang="en-US" altLang="zh-CN" sz="2800" b="1" i="1" dirty="0"/>
              <a:t>t </a:t>
            </a:r>
            <a:r>
              <a:rPr lang="zh-CN" altLang="en-US" sz="2800" b="1" dirty="0"/>
              <a:t>分段连续</a:t>
            </a:r>
            <a:endParaRPr lang="en-US" altLang="zh-CN" sz="2800" b="1" dirty="0"/>
          </a:p>
        </p:txBody>
      </p:sp>
      <p:sp>
        <p:nvSpPr>
          <p:cNvPr id="14" name="内容占位符 2"/>
          <p:cNvSpPr txBox="1">
            <a:spLocks/>
          </p:cNvSpPr>
          <p:nvPr/>
        </p:nvSpPr>
        <p:spPr>
          <a:xfrm>
            <a:off x="395536" y="4005064"/>
            <a:ext cx="8382000" cy="2232248"/>
          </a:xfrm>
          <a:prstGeom prst="rect">
            <a:avLst/>
          </a:prstGeom>
        </p:spPr>
        <p:txBody>
          <a:bodyPr vert="horz" lIns="54864" tIns="91440" rtlCol="0">
            <a:normAutofit/>
          </a:bodyPr>
          <a:lstStyle>
            <a:lvl1pPr marL="438912" indent="-320040" algn="l" rtl="0" eaLnBrk="1" latinLnBrk="0" hangingPunct="1">
              <a:spcBef>
                <a:spcPts val="0"/>
              </a:spcBef>
              <a:buClr>
                <a:schemeClr val="accent1"/>
              </a:buClr>
              <a:buSzPct val="80000"/>
              <a:buFont typeface="Wingdings 2"/>
              <a:buChar char=""/>
              <a:defRPr kumimoji="0" sz="3200" kern="1200">
                <a:solidFill>
                  <a:schemeClr val="bg1"/>
                </a:solidFill>
                <a:latin typeface="Times New Roman" pitchFamily="18" charset="0"/>
                <a:ea typeface="+mn-ea"/>
                <a:cs typeface="Times New Roman" pitchFamily="18" charset="0"/>
              </a:defRPr>
            </a:lvl1pPr>
            <a:lvl2pPr marL="731520" indent="-274320" algn="l" rtl="0" eaLnBrk="1" latinLnBrk="0" hangingPunct="1">
              <a:spcBef>
                <a:spcPct val="20000"/>
              </a:spcBef>
              <a:buClr>
                <a:schemeClr val="accent2"/>
              </a:buClr>
              <a:buSzPct val="90000"/>
              <a:buFont typeface="Wingdings"/>
              <a:buChar char=""/>
              <a:defRPr kumimoji="0" sz="2800" kern="1200">
                <a:solidFill>
                  <a:schemeClr val="bg1"/>
                </a:solidFill>
                <a:latin typeface="Times New Roman" pitchFamily="18" charset="0"/>
                <a:ea typeface="+mn-ea"/>
                <a:cs typeface="Times New Roman" pitchFamily="18" charset="0"/>
              </a:defRPr>
            </a:lvl2pPr>
            <a:lvl3pPr marL="996696" indent="-228600" algn="l" rtl="0" eaLnBrk="1" latinLnBrk="0" hangingPunct="1">
              <a:spcBef>
                <a:spcPct val="20000"/>
              </a:spcBef>
              <a:buClr>
                <a:schemeClr val="accent3"/>
              </a:buClr>
              <a:buFont typeface="Arial"/>
              <a:buChar char="▪"/>
              <a:defRPr kumimoji="0" sz="2400" kern="1200">
                <a:solidFill>
                  <a:schemeClr val="bg1"/>
                </a:solidFill>
                <a:latin typeface="Times New Roman" pitchFamily="18" charset="0"/>
                <a:ea typeface="+mn-ea"/>
                <a:cs typeface="Times New Roman" pitchFamily="18" charset="0"/>
              </a:defRPr>
            </a:lvl3pPr>
            <a:lvl4pPr marL="1216152" indent="-182880" algn="l" rtl="0" eaLnBrk="1" latinLnBrk="0" hangingPunct="1">
              <a:spcBef>
                <a:spcPct val="20000"/>
              </a:spcBef>
              <a:buClr>
                <a:schemeClr val="accent4"/>
              </a:buClr>
              <a:buFont typeface="Arial"/>
              <a:buChar char="▪"/>
              <a:defRPr kumimoji="0" sz="2000" kern="1200">
                <a:solidFill>
                  <a:schemeClr val="bg1"/>
                </a:solidFill>
                <a:latin typeface="Times New Roman" pitchFamily="18" charset="0"/>
                <a:ea typeface="+mn-ea"/>
                <a:cs typeface="Times New Roman" pitchFamily="18" charset="0"/>
              </a:defRPr>
            </a:lvl4pPr>
            <a:lvl5pPr marL="1426464" indent="-182880" algn="l" rtl="0" eaLnBrk="1" latinLnBrk="0" hangingPunct="1">
              <a:spcBef>
                <a:spcPct val="20000"/>
              </a:spcBef>
              <a:buClr>
                <a:schemeClr val="accent5"/>
              </a:buClr>
              <a:buFont typeface="Wingdings 3"/>
              <a:buChar char=""/>
              <a:defRPr kumimoji="0" lang="en-US" sz="2000" kern="1200" smtClean="0">
                <a:solidFill>
                  <a:schemeClr val="tx1"/>
                </a:solidFill>
                <a:latin typeface="Times New Roman" pitchFamily="18" charset="0"/>
                <a:ea typeface="+mn-ea"/>
                <a:cs typeface="Times New Roman" pitchFamily="18" charset="0"/>
              </a:defRPr>
            </a:lvl5pPr>
            <a:lvl6pPr marL="1627632" indent="-182880" algn="l" rtl="0" eaLnBrk="1" latinLnBrk="0" hangingPunct="1">
              <a:spcBef>
                <a:spcPct val="20000"/>
              </a:spcBef>
              <a:buClr>
                <a:schemeClr val="accent6"/>
              </a:buClr>
              <a:buSzPct val="100000"/>
              <a:buFont typeface="Wingdings 2"/>
              <a:buChar char=""/>
              <a:defRPr kumimoji="0" sz="2000" kern="1200">
                <a:solidFill>
                  <a:schemeClr val="tx1"/>
                </a:solidFill>
                <a:latin typeface="+mn-lt"/>
                <a:ea typeface="+mn-ea"/>
                <a:cs typeface="+mn-cs"/>
              </a:defRPr>
            </a:lvl6pPr>
            <a:lvl7pPr marL="1828800" indent="-182880" algn="l" rtl="0" eaLnBrk="1" latinLnBrk="0" hangingPunct="1">
              <a:spcBef>
                <a:spcPct val="20000"/>
              </a:spcBef>
              <a:buClr>
                <a:schemeClr val="accent1"/>
              </a:buClr>
              <a:buSzPct val="100000"/>
              <a:buFont typeface="Wingdings 2"/>
              <a:buChar char=""/>
              <a:defRPr kumimoji="0" sz="1800" kern="1200">
                <a:solidFill>
                  <a:schemeClr val="tx1"/>
                </a:solidFill>
                <a:latin typeface="+mn-lt"/>
                <a:ea typeface="+mn-ea"/>
                <a:cs typeface="+mn-cs"/>
              </a:defRPr>
            </a:lvl7pPr>
            <a:lvl8pPr marL="2029968" indent="-182880" algn="l" rtl="0" eaLnBrk="1" latinLnBrk="0" hangingPunct="1">
              <a:spcBef>
                <a:spcPct val="20000"/>
              </a:spcBef>
              <a:buClr>
                <a:schemeClr val="accent2"/>
              </a:buClr>
              <a:buFont typeface="Wingdings 2" pitchFamily="18" charset="2"/>
              <a:buChar char=""/>
              <a:defRPr kumimoji="0" sz="1800" kern="1200">
                <a:solidFill>
                  <a:schemeClr val="tx1"/>
                </a:solidFill>
                <a:latin typeface="+mn-lt"/>
                <a:ea typeface="+mn-ea"/>
                <a:cs typeface="+mn-cs"/>
              </a:defRPr>
            </a:lvl8pPr>
            <a:lvl9pPr marL="2231136" indent="-182880" algn="l" rtl="0" eaLnBrk="1" latinLnBrk="0" hangingPunct="1">
              <a:spcBef>
                <a:spcPct val="20000"/>
              </a:spcBef>
              <a:buClr>
                <a:schemeClr val="accent3"/>
              </a:buClr>
              <a:buFont typeface="Wingdings 2" pitchFamily="18" charset="2"/>
              <a:buChar char=""/>
              <a:defRPr kumimoji="0" sz="1800" kern="1200" baseline="0">
                <a:solidFill>
                  <a:schemeClr val="tx1"/>
                </a:solidFill>
                <a:latin typeface="+mn-lt"/>
                <a:ea typeface="+mn-ea"/>
                <a:cs typeface="+mn-cs"/>
              </a:defRPr>
            </a:lvl9pPr>
            <a:extLst/>
          </a:lstStyle>
          <a:p>
            <a:pPr>
              <a:lnSpc>
                <a:spcPts val="4000"/>
              </a:lnSpc>
            </a:pPr>
            <a:r>
              <a:rPr lang="zh-CN" altLang="en-US" sz="2800" b="1" dirty="0">
                <a:solidFill>
                  <a:srgbClr val="FFFF00"/>
                </a:solidFill>
              </a:rPr>
              <a:t>非自治系统普遍存在</a:t>
            </a:r>
            <a:endParaRPr lang="en-US" altLang="zh-CN" sz="2800" b="1" dirty="0"/>
          </a:p>
          <a:p>
            <a:pPr>
              <a:lnSpc>
                <a:spcPts val="4000"/>
              </a:lnSpc>
            </a:pPr>
            <a:r>
              <a:rPr lang="zh-CN" altLang="en-US" sz="2800" b="1" dirty="0"/>
              <a:t>自治系统的轨迹跟踪：</a:t>
            </a:r>
            <a:br>
              <a:rPr lang="en-US" altLang="zh-CN" sz="2800" b="1" dirty="0"/>
            </a:br>
            <a:r>
              <a:rPr lang="zh-CN" altLang="en-US" sz="2800" b="1" dirty="0"/>
              <a:t>自治系统的随动控制问题，要求其状态跟踪一条时变轨迹时，跟踪误差系统往往成为非自治系统</a:t>
            </a:r>
            <a:endParaRPr lang="en-US" altLang="zh-CN" sz="2800" b="1" dirty="0"/>
          </a:p>
        </p:txBody>
      </p:sp>
      <mc:AlternateContent xmlns:mc="http://schemas.openxmlformats.org/markup-compatibility/2006" xmlns:a14="http://schemas.microsoft.com/office/drawing/2010/main">
        <mc:Choice Requires="a14">
          <p:sp>
            <p:nvSpPr>
              <p:cNvPr id="8" name="对象 7"/>
              <p:cNvSpPr txBox="1"/>
              <p:nvPr/>
            </p:nvSpPr>
            <p:spPr bwMode="auto">
              <a:xfrm>
                <a:off x="2717534" y="1323950"/>
                <a:ext cx="3708932" cy="519154"/>
              </a:xfrm>
              <a:prstGeom prst="rect">
                <a:avLst/>
              </a:prstGeom>
              <a:noFill/>
              <a:ln>
                <a:noFill/>
              </a:ln>
            </p:spPr>
            <p:txBody>
              <a:bodyPr>
                <a:normAutofit/>
              </a:bodyPr>
              <a:lstStyle/>
              <a:p>
                <a:pPr/>
                <a14:m>
                  <m:oMathPara xmlns:m="http://schemas.openxmlformats.org/officeDocument/2006/math">
                    <m:oMathParaPr>
                      <m:jc m:val="left"/>
                    </m:oMathParaPr>
                    <m:oMath xmlns:m="http://schemas.openxmlformats.org/officeDocument/2006/math">
                      <m:acc>
                        <m:accPr>
                          <m:chr m:val="̇"/>
                          <m:ctrlPr>
                            <a:rPr lang="zh-CN" altLang="en-US" sz="2800" b="1" i="1" smtClean="0">
                              <a:solidFill>
                                <a:schemeClr val="bg1"/>
                              </a:solidFill>
                              <a:latin typeface="Cambria Math" panose="02040503050406030204" pitchFamily="18" charset="0"/>
                            </a:rPr>
                          </m:ctrlPr>
                        </m:accPr>
                        <m:e>
                          <m:r>
                            <a:rPr lang="zh-CN" altLang="en-US" sz="2800" b="1" i="1">
                              <a:solidFill>
                                <a:schemeClr val="bg1"/>
                              </a:solidFill>
                              <a:latin typeface="Cambria Math" panose="02040503050406030204" pitchFamily="18" charset="0"/>
                            </a:rPr>
                            <m:t>𝒙</m:t>
                          </m:r>
                        </m:e>
                      </m:acc>
                      <m:r>
                        <a:rPr lang="zh-CN" altLang="en-US" sz="2800" i="1">
                          <a:solidFill>
                            <a:schemeClr val="bg1"/>
                          </a:solidFill>
                          <a:latin typeface="Cambria Math" panose="02040503050406030204" pitchFamily="18" charset="0"/>
                        </a:rPr>
                        <m:t>=</m:t>
                      </m:r>
                      <m:r>
                        <a:rPr lang="zh-CN" altLang="en-US" sz="2800" b="1" i="1">
                          <a:solidFill>
                            <a:schemeClr val="bg1"/>
                          </a:solidFill>
                          <a:latin typeface="Cambria Math" panose="02040503050406030204" pitchFamily="18" charset="0"/>
                        </a:rPr>
                        <m:t>𝒇</m:t>
                      </m:r>
                      <m:d>
                        <m:dPr>
                          <m:ctrlPr>
                            <a:rPr lang="zh-CN" altLang="en-US" sz="2800" b="1" i="1">
                              <a:solidFill>
                                <a:schemeClr val="bg1"/>
                              </a:solidFill>
                              <a:latin typeface="Cambria Math" panose="02040503050406030204" pitchFamily="18" charset="0"/>
                            </a:rPr>
                          </m:ctrlPr>
                        </m:dPr>
                        <m:e>
                          <m:r>
                            <a:rPr lang="zh-CN" altLang="en-US" sz="2800" b="1" i="1">
                              <a:solidFill>
                                <a:schemeClr val="bg1"/>
                              </a:solidFill>
                              <a:latin typeface="Cambria Math" panose="02040503050406030204" pitchFamily="18" charset="0"/>
                            </a:rPr>
                            <m:t>𝒙</m:t>
                          </m:r>
                          <m:r>
                            <a:rPr lang="zh-CN" altLang="en-US" sz="2800" i="1">
                              <a:solidFill>
                                <a:schemeClr val="bg1"/>
                              </a:solidFill>
                              <a:latin typeface="Cambria Math" panose="02040503050406030204" pitchFamily="18" charset="0"/>
                            </a:rPr>
                            <m:t>,</m:t>
                          </m:r>
                          <m:r>
                            <a:rPr lang="zh-CN" altLang="en-US" sz="2800" i="1">
                              <a:solidFill>
                                <a:schemeClr val="bg1"/>
                              </a:solidFill>
                              <a:latin typeface="Cambria Math" panose="02040503050406030204" pitchFamily="18" charset="0"/>
                            </a:rPr>
                            <m:t>𝑡</m:t>
                          </m:r>
                        </m:e>
                      </m:d>
                      <m:r>
                        <a:rPr lang="zh-CN" altLang="en-US" sz="2800" i="1">
                          <a:solidFill>
                            <a:schemeClr val="bg1"/>
                          </a:solidFill>
                          <a:latin typeface="Cambria Math" panose="02040503050406030204" pitchFamily="18" charset="0"/>
                        </a:rPr>
                        <m:t>,</m:t>
                      </m:r>
                      <m:r>
                        <a:rPr lang="en-US" altLang="zh-CN" sz="2800" b="0" i="1" smtClean="0">
                          <a:solidFill>
                            <a:schemeClr val="bg1"/>
                          </a:solidFill>
                          <a:latin typeface="Cambria Math" panose="02040503050406030204" pitchFamily="18" charset="0"/>
                        </a:rPr>
                        <m:t>  </m:t>
                      </m:r>
                      <m:r>
                        <a:rPr lang="zh-CN" altLang="en-US" sz="2800" i="1">
                          <a:solidFill>
                            <a:schemeClr val="bg1"/>
                          </a:solidFill>
                          <a:latin typeface="Cambria Math" panose="02040503050406030204" pitchFamily="18" charset="0"/>
                        </a:rPr>
                        <m:t>​​​​​</m:t>
                      </m:r>
                      <m:r>
                        <a:rPr lang="zh-CN" altLang="en-US" sz="2800" b="1" i="1">
                          <a:solidFill>
                            <a:schemeClr val="bg1"/>
                          </a:solidFill>
                          <a:latin typeface="Cambria Math" panose="02040503050406030204" pitchFamily="18" charset="0"/>
                        </a:rPr>
                        <m:t>𝒙</m:t>
                      </m:r>
                      <m:r>
                        <a:rPr lang="zh-CN" altLang="en-US" sz="2800" i="1">
                          <a:solidFill>
                            <a:schemeClr val="bg1"/>
                          </a:solidFill>
                          <a:latin typeface="Cambria Math" panose="02040503050406030204" pitchFamily="18" charset="0"/>
                        </a:rPr>
                        <m:t>∈</m:t>
                      </m:r>
                      <m:sSup>
                        <m:sSupPr>
                          <m:ctrlPr>
                            <a:rPr lang="zh-CN" altLang="en-US" sz="2800" i="1">
                              <a:solidFill>
                                <a:schemeClr val="bg1"/>
                              </a:solidFill>
                              <a:latin typeface="Cambria Math" panose="02040503050406030204" pitchFamily="18" charset="0"/>
                            </a:rPr>
                          </m:ctrlPr>
                        </m:sSupPr>
                        <m:e>
                          <m:r>
                            <a:rPr lang="zh-CN" altLang="en-US" sz="2800" i="1">
                              <a:solidFill>
                                <a:schemeClr val="bg1"/>
                              </a:solidFill>
                              <a:latin typeface="Cambria Math" panose="02040503050406030204" pitchFamily="18" charset="0"/>
                            </a:rPr>
                            <m:t>ℝ</m:t>
                          </m:r>
                        </m:e>
                        <m:sup>
                          <m:r>
                            <a:rPr lang="zh-CN" altLang="en-US" sz="2800" i="1">
                              <a:solidFill>
                                <a:schemeClr val="bg1"/>
                              </a:solidFill>
                              <a:latin typeface="Cambria Math" panose="02040503050406030204" pitchFamily="18" charset="0"/>
                            </a:rPr>
                            <m:t>𝑛</m:t>
                          </m:r>
                        </m:sup>
                      </m:sSup>
                    </m:oMath>
                  </m:oMathPara>
                </a14:m>
                <a:endParaRPr lang="zh-CN" altLang="en-US" sz="2800" dirty="0">
                  <a:solidFill>
                    <a:schemeClr val="bg1"/>
                  </a:solidFill>
                </a:endParaRPr>
              </a:p>
            </p:txBody>
          </p:sp>
        </mc:Choice>
        <mc:Fallback xmlns="">
          <p:sp>
            <p:nvSpPr>
              <p:cNvPr id="8" name="对象 7"/>
              <p:cNvSpPr txBox="1">
                <a:spLocks noRot="1" noChangeAspect="1" noMove="1" noResize="1" noEditPoints="1" noAdjustHandles="1" noChangeArrowheads="1" noChangeShapeType="1" noTextEdit="1"/>
              </p:cNvSpPr>
              <p:nvPr/>
            </p:nvSpPr>
            <p:spPr bwMode="auto">
              <a:xfrm>
                <a:off x="2717534" y="1323950"/>
                <a:ext cx="3708932" cy="519154"/>
              </a:xfrm>
              <a:prstGeom prst="rect">
                <a:avLst/>
              </a:prstGeom>
              <a:blipFill>
                <a:blip r:embed="rId4"/>
                <a:stretch>
                  <a:fillRect/>
                </a:stretch>
              </a:blipFill>
              <a:ln>
                <a:no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6" name="对象 15"/>
              <p:cNvSpPr txBox="1"/>
              <p:nvPr/>
            </p:nvSpPr>
            <p:spPr bwMode="auto">
              <a:xfrm>
                <a:off x="2672383" y="3171825"/>
                <a:ext cx="3799234" cy="544513"/>
              </a:xfrm>
              <a:prstGeom prst="rect">
                <a:avLst/>
              </a:prstGeom>
              <a:noFill/>
              <a:ln>
                <a:noFill/>
              </a:ln>
            </p:spPr>
            <p:txBody>
              <a:bodyPr>
                <a:noAutofit/>
              </a:bodyPr>
              <a:lstStyle/>
              <a:p>
                <a:pPr/>
                <a14:m>
                  <m:oMathPara xmlns:m="http://schemas.openxmlformats.org/officeDocument/2006/math">
                    <m:oMathParaPr>
                      <m:jc m:val="left"/>
                    </m:oMathParaPr>
                    <m:oMath xmlns:m="http://schemas.openxmlformats.org/officeDocument/2006/math">
                      <m:r>
                        <a:rPr lang="zh-CN" altLang="en-US" sz="2800" b="1" i="1" smtClean="0">
                          <a:solidFill>
                            <a:schemeClr val="bg1"/>
                          </a:solidFill>
                          <a:latin typeface="Cambria Math" panose="02040503050406030204" pitchFamily="18" charset="0"/>
                        </a:rPr>
                        <m:t>𝒇</m:t>
                      </m:r>
                      <m:d>
                        <m:dPr>
                          <m:ctrlPr>
                            <a:rPr lang="zh-CN" altLang="en-US" sz="2800" i="1">
                              <a:solidFill>
                                <a:schemeClr val="bg1"/>
                              </a:solidFill>
                              <a:latin typeface="Cambria Math" panose="02040503050406030204" pitchFamily="18" charset="0"/>
                            </a:rPr>
                          </m:ctrlPr>
                        </m:dPr>
                        <m:e>
                          <m:r>
                            <a:rPr lang="zh-CN" altLang="en-US" sz="2800" i="1">
                              <a:solidFill>
                                <a:schemeClr val="bg1"/>
                              </a:solidFill>
                              <a:latin typeface="Cambria Math" panose="02040503050406030204" pitchFamily="18" charset="0"/>
                            </a:rPr>
                            <m:t>0</m:t>
                          </m:r>
                          <m:r>
                            <a:rPr lang="zh-CN" altLang="en-US" sz="2800" i="1">
                              <a:solidFill>
                                <a:schemeClr val="bg1"/>
                              </a:solidFill>
                              <a:latin typeface="Cambria Math" panose="02040503050406030204" pitchFamily="18" charset="0"/>
                            </a:rPr>
                            <m:t>,</m:t>
                          </m:r>
                          <m:r>
                            <a:rPr lang="zh-CN" altLang="en-US" sz="2800" i="1" smtClean="0">
                              <a:solidFill>
                                <a:srgbClr val="FFFF00"/>
                              </a:solidFill>
                              <a:latin typeface="Cambria Math" panose="02040503050406030204" pitchFamily="18" charset="0"/>
                            </a:rPr>
                            <m:t>𝑡</m:t>
                          </m:r>
                        </m:e>
                      </m:d>
                      <m:r>
                        <a:rPr lang="zh-CN" altLang="en-US" sz="2800" i="1">
                          <a:solidFill>
                            <a:schemeClr val="bg1"/>
                          </a:solidFill>
                          <a:latin typeface="Cambria Math" panose="02040503050406030204" pitchFamily="18" charset="0"/>
                        </a:rPr>
                        <m:t>=</m:t>
                      </m:r>
                      <m:r>
                        <a:rPr lang="zh-CN" altLang="en-US" sz="2800" i="1">
                          <a:solidFill>
                            <a:schemeClr val="bg1"/>
                          </a:solidFill>
                          <a:latin typeface="Cambria Math" panose="02040503050406030204" pitchFamily="18" charset="0"/>
                        </a:rPr>
                        <m:t>0</m:t>
                      </m:r>
                      <m:r>
                        <a:rPr lang="zh-CN" altLang="en-US" sz="2800" i="1">
                          <a:solidFill>
                            <a:schemeClr val="bg1"/>
                          </a:solidFill>
                          <a:latin typeface="Cambria Math" panose="02040503050406030204" pitchFamily="18" charset="0"/>
                        </a:rPr>
                        <m:t>,  ​​</m:t>
                      </m:r>
                      <m:r>
                        <a:rPr lang="zh-CN" altLang="en-US" sz="2800" i="1">
                          <a:solidFill>
                            <a:schemeClr val="bg1"/>
                          </a:solidFill>
                          <a:latin typeface="Cambria Math" panose="02040503050406030204" pitchFamily="18" charset="0"/>
                        </a:rPr>
                        <m:t>​∀</m:t>
                      </m:r>
                      <m:r>
                        <a:rPr lang="zh-CN" altLang="en-US" sz="2800" i="1" smtClean="0">
                          <a:solidFill>
                            <a:srgbClr val="FFFF00"/>
                          </a:solidFill>
                          <a:latin typeface="Cambria Math" panose="02040503050406030204" pitchFamily="18" charset="0"/>
                        </a:rPr>
                        <m:t>𝑡</m:t>
                      </m:r>
                      <m:r>
                        <a:rPr lang="zh-CN" altLang="en-US" sz="2800" i="1">
                          <a:solidFill>
                            <a:srgbClr val="FFFF00"/>
                          </a:solidFill>
                          <a:latin typeface="Cambria Math" panose="02040503050406030204" pitchFamily="18" charset="0"/>
                        </a:rPr>
                        <m:t>≥</m:t>
                      </m:r>
                      <m:sSub>
                        <m:sSubPr>
                          <m:ctrlPr>
                            <a:rPr lang="zh-CN" altLang="en-US" sz="2800" i="1">
                              <a:solidFill>
                                <a:srgbClr val="FFFF00"/>
                              </a:solidFill>
                              <a:latin typeface="Cambria Math" panose="02040503050406030204" pitchFamily="18" charset="0"/>
                            </a:rPr>
                          </m:ctrlPr>
                        </m:sSubPr>
                        <m:e>
                          <m:r>
                            <a:rPr lang="zh-CN" altLang="en-US" sz="2800" i="1">
                              <a:solidFill>
                                <a:srgbClr val="FFFF00"/>
                              </a:solidFill>
                              <a:latin typeface="Cambria Math" panose="02040503050406030204" pitchFamily="18" charset="0"/>
                            </a:rPr>
                            <m:t>𝑡</m:t>
                          </m:r>
                        </m:e>
                        <m:sub>
                          <m:r>
                            <a:rPr lang="zh-CN" altLang="en-US" sz="2800" i="1">
                              <a:solidFill>
                                <a:srgbClr val="FFFF00"/>
                              </a:solidFill>
                              <a:latin typeface="Cambria Math" panose="02040503050406030204" pitchFamily="18" charset="0"/>
                            </a:rPr>
                            <m:t>0</m:t>
                          </m:r>
                        </m:sub>
                      </m:sSub>
                    </m:oMath>
                  </m:oMathPara>
                </a14:m>
                <a:endParaRPr lang="zh-CN" altLang="en-US" sz="2800" dirty="0">
                  <a:solidFill>
                    <a:schemeClr val="bg1"/>
                  </a:solidFill>
                </a:endParaRPr>
              </a:p>
            </p:txBody>
          </p:sp>
        </mc:Choice>
        <mc:Fallback xmlns="">
          <p:sp>
            <p:nvSpPr>
              <p:cNvPr id="16" name="对象 15"/>
              <p:cNvSpPr txBox="1">
                <a:spLocks noRot="1" noChangeAspect="1" noMove="1" noResize="1" noEditPoints="1" noAdjustHandles="1" noChangeArrowheads="1" noChangeShapeType="1" noTextEdit="1"/>
              </p:cNvSpPr>
              <p:nvPr/>
            </p:nvSpPr>
            <p:spPr bwMode="auto">
              <a:xfrm>
                <a:off x="2672383" y="3171825"/>
                <a:ext cx="3799234" cy="544513"/>
              </a:xfrm>
              <a:prstGeom prst="rect">
                <a:avLst/>
              </a:prstGeom>
              <a:blipFill>
                <a:blip r:embed="rId5"/>
                <a:stretch>
                  <a:fillRect/>
                </a:stretch>
              </a:blipFill>
              <a:ln>
                <a:noFill/>
              </a:ln>
            </p:spPr>
            <p:txBody>
              <a:bodyPr/>
              <a:lstStyle/>
              <a:p>
                <a:r>
                  <a:rPr lang="zh-CN" altLang="en-US">
                    <a:noFill/>
                  </a:rPr>
                  <a:t> </a:t>
                </a:r>
              </a:p>
            </p:txBody>
          </p:sp>
        </mc:Fallback>
      </mc:AlternateContent>
      <p:sp>
        <p:nvSpPr>
          <p:cNvPr id="22" name="TextBox 21"/>
          <p:cNvSpPr txBox="1"/>
          <p:nvPr/>
        </p:nvSpPr>
        <p:spPr>
          <a:xfrm>
            <a:off x="827584" y="2516559"/>
            <a:ext cx="3240360" cy="523220"/>
          </a:xfrm>
          <a:prstGeom prst="rect">
            <a:avLst/>
          </a:prstGeom>
          <a:noFill/>
        </p:spPr>
        <p:txBody>
          <a:bodyPr wrap="square" rtlCol="0">
            <a:spAutoFit/>
          </a:bodyPr>
          <a:lstStyle/>
          <a:p>
            <a:r>
              <a:rPr lang="zh-CN" altLang="en-US" sz="2800" b="1" dirty="0">
                <a:solidFill>
                  <a:schemeClr val="bg1"/>
                </a:solidFill>
              </a:rPr>
              <a:t>原点是一个</a:t>
            </a:r>
            <a:r>
              <a:rPr lang="zh-CN" altLang="en-US" sz="2800" b="1" dirty="0">
                <a:solidFill>
                  <a:srgbClr val="FFFF00"/>
                </a:solidFill>
              </a:rPr>
              <a:t>平衡点</a:t>
            </a:r>
          </a:p>
        </p:txBody>
      </p:sp>
      <p:sp>
        <p:nvSpPr>
          <p:cNvPr id="10" name="日期占位符 3"/>
          <p:cNvSpPr txBox="1">
            <a:spLocks/>
          </p:cNvSpPr>
          <p:nvPr/>
        </p:nvSpPr>
        <p:spPr>
          <a:xfrm>
            <a:off x="457200" y="6476999"/>
            <a:ext cx="2133600" cy="274320"/>
          </a:xfrm>
          <a:prstGeom prst="rect">
            <a:avLst/>
          </a:prstGeom>
        </p:spPr>
        <p:txBody>
          <a:bodyPr vert="horz" lIns="109728" rIns="45720" bIns="0" rtlCol="0" anchor="b"/>
          <a:lstStyle>
            <a:defPPr>
              <a:defRPr lang="zh-CN"/>
            </a:defPPr>
            <a:lvl1pPr marL="0" algn="l" defTabSz="914400" rtl="0" eaLnBrk="1" latinLnBrk="0" hangingPunct="1">
              <a:defRPr kumimoji="0" sz="1800" kern="1200">
                <a:solidFill>
                  <a:srgbClr val="FF0000"/>
                </a:solidFill>
                <a:latin typeface="Times New Roman" pitchFamily="18" charset="0"/>
                <a:ea typeface="+mn-ea"/>
                <a:cs typeface="Times New Roman" pitchFamily="18"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dirty="0"/>
          </a:p>
        </p:txBody>
      </p:sp>
    </p:spTree>
    <p:custDataLst>
      <p:tags r:id="rId1"/>
    </p:custDataLst>
    <p:extLst>
      <p:ext uri="{BB962C8B-B14F-4D97-AF65-F5344CB8AC3E}">
        <p14:creationId xmlns:p14="http://schemas.microsoft.com/office/powerpoint/2010/main" val="219990801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zh-CN" altLang="en-US" dirty="0"/>
              <a:t>非自治系统（</a:t>
            </a:r>
            <a:r>
              <a:rPr lang="en-US" altLang="zh-CN" sz="4400" dirty="0"/>
              <a:t>nonautonomous</a:t>
            </a:r>
            <a:r>
              <a:rPr lang="zh-CN" altLang="en-US" dirty="0"/>
              <a:t>）</a:t>
            </a:r>
          </a:p>
        </p:txBody>
      </p:sp>
      <p:sp>
        <p:nvSpPr>
          <p:cNvPr id="7" name="灯片编号占位符 6"/>
          <p:cNvSpPr>
            <a:spLocks noGrp="1"/>
          </p:cNvSpPr>
          <p:nvPr>
            <p:ph type="sldNum" sz="quarter" idx="12"/>
          </p:nvPr>
        </p:nvSpPr>
        <p:spPr/>
        <p:txBody>
          <a:bodyPr/>
          <a:lstStyle/>
          <a:p>
            <a:fld id="{58C210BB-F110-452C-89E7-9EA0A8D47DCE}" type="slidenum">
              <a:rPr lang="zh-CN" altLang="en-US" smtClean="0"/>
              <a:pPr/>
              <a:t>6</a:t>
            </a:fld>
            <a:endParaRPr lang="zh-CN" altLang="en-US" dirty="0"/>
          </a:p>
        </p:txBody>
      </p:sp>
      <p:pic>
        <p:nvPicPr>
          <p:cNvPr id="77826"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947168" y="1916832"/>
            <a:ext cx="4089328" cy="22322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1" name="TextBox 10"/>
          <p:cNvSpPr txBox="1"/>
          <p:nvPr/>
        </p:nvSpPr>
        <p:spPr>
          <a:xfrm>
            <a:off x="683568" y="1791395"/>
            <a:ext cx="3416320" cy="954107"/>
          </a:xfrm>
          <a:prstGeom prst="rect">
            <a:avLst/>
          </a:prstGeom>
          <a:noFill/>
        </p:spPr>
        <p:txBody>
          <a:bodyPr wrap="none" rtlCol="0">
            <a:spAutoFit/>
          </a:bodyPr>
          <a:lstStyle/>
          <a:p>
            <a:r>
              <a:rPr lang="zh-CN" altLang="en-US" sz="2800" b="1" dirty="0">
                <a:solidFill>
                  <a:schemeClr val="bg1"/>
                </a:solidFill>
              </a:rPr>
              <a:t>经过同一个状态点，</a:t>
            </a:r>
            <a:endParaRPr lang="en-US" altLang="zh-CN" sz="2800" b="1" dirty="0">
              <a:solidFill>
                <a:schemeClr val="bg1"/>
              </a:solidFill>
            </a:endParaRPr>
          </a:p>
          <a:p>
            <a:r>
              <a:rPr lang="zh-CN" altLang="en-US" sz="2800" b="1" dirty="0">
                <a:solidFill>
                  <a:schemeClr val="bg1"/>
                </a:solidFill>
              </a:rPr>
              <a:t>有</a:t>
            </a:r>
            <a:r>
              <a:rPr lang="zh-CN" altLang="en-US" sz="2800" b="1" dirty="0">
                <a:solidFill>
                  <a:srgbClr val="FFFF00"/>
                </a:solidFill>
              </a:rPr>
              <a:t>一族解</a:t>
            </a:r>
            <a:r>
              <a:rPr lang="zh-CN" altLang="en-US" sz="2800" b="1" dirty="0">
                <a:solidFill>
                  <a:schemeClr val="bg1"/>
                </a:solidFill>
              </a:rPr>
              <a:t>轨迹</a:t>
            </a:r>
          </a:p>
        </p:txBody>
      </p:sp>
      <p:grpSp>
        <p:nvGrpSpPr>
          <p:cNvPr id="3" name="组合 2"/>
          <p:cNvGrpSpPr/>
          <p:nvPr/>
        </p:nvGrpSpPr>
        <p:grpSpPr>
          <a:xfrm>
            <a:off x="151438" y="2924944"/>
            <a:ext cx="4852610" cy="1584176"/>
            <a:chOff x="799510" y="2774792"/>
            <a:chExt cx="4852610" cy="1584176"/>
          </a:xfrm>
        </p:grpSpPr>
        <p:sp>
          <p:nvSpPr>
            <p:cNvPr id="15" name="TextBox 14"/>
            <p:cNvSpPr txBox="1"/>
            <p:nvPr/>
          </p:nvSpPr>
          <p:spPr>
            <a:xfrm>
              <a:off x="799510" y="2774792"/>
              <a:ext cx="4852610" cy="954107"/>
            </a:xfrm>
            <a:prstGeom prst="rect">
              <a:avLst/>
            </a:prstGeom>
            <a:noFill/>
          </p:spPr>
          <p:txBody>
            <a:bodyPr wrap="none" rtlCol="0">
              <a:spAutoFit/>
            </a:bodyPr>
            <a:lstStyle/>
            <a:p>
              <a:r>
                <a:rPr lang="zh-CN" altLang="en-US" sz="2800" b="1" dirty="0">
                  <a:solidFill>
                    <a:schemeClr val="bg1"/>
                  </a:solidFill>
                </a:rPr>
                <a:t>解轨迹既是初始状态的函数，</a:t>
              </a:r>
              <a:endParaRPr lang="en-US" altLang="zh-CN" sz="2800" b="1" dirty="0">
                <a:solidFill>
                  <a:schemeClr val="bg1"/>
                </a:solidFill>
              </a:endParaRPr>
            </a:p>
            <a:p>
              <a:r>
                <a:rPr lang="zh-CN" altLang="en-US" sz="2800" b="1" dirty="0">
                  <a:solidFill>
                    <a:schemeClr val="bg1"/>
                  </a:solidFill>
                </a:rPr>
                <a:t>               又是</a:t>
              </a:r>
              <a:r>
                <a:rPr lang="zh-CN" altLang="en-US" sz="2800" b="1" dirty="0">
                  <a:solidFill>
                    <a:srgbClr val="FFFF00"/>
                  </a:solidFill>
                </a:rPr>
                <a:t>初始时刻</a:t>
              </a:r>
              <a:r>
                <a:rPr lang="zh-CN" altLang="en-US" sz="2800" b="1" dirty="0">
                  <a:solidFill>
                    <a:schemeClr val="bg1"/>
                  </a:solidFill>
                </a:rPr>
                <a:t>的函数。</a:t>
              </a:r>
              <a:endParaRPr lang="en-US" altLang="zh-CN" sz="2800" b="1" dirty="0">
                <a:solidFill>
                  <a:schemeClr val="bg1"/>
                </a:solidFill>
              </a:endParaRPr>
            </a:p>
          </p:txBody>
        </p:sp>
        <mc:AlternateContent xmlns:mc="http://schemas.openxmlformats.org/markup-compatibility/2006" xmlns:a14="http://schemas.microsoft.com/office/drawing/2010/main">
          <mc:Choice Requires="a14">
            <p:sp>
              <p:nvSpPr>
                <p:cNvPr id="17" name="对象 16"/>
                <p:cNvSpPr txBox="1"/>
                <p:nvPr/>
              </p:nvSpPr>
              <p:spPr bwMode="auto">
                <a:xfrm>
                  <a:off x="1395016" y="3812868"/>
                  <a:ext cx="3104976" cy="546100"/>
                </a:xfrm>
                <a:prstGeom prst="rect">
                  <a:avLst/>
                </a:prstGeom>
                <a:noFill/>
                <a:ln>
                  <a:noFill/>
                </a:ln>
              </p:spPr>
              <p:txBody>
                <a:bodyPr>
                  <a:noAutofit/>
                </a:bodyPr>
                <a:lstStyle/>
                <a:p>
                  <a:pPr/>
                  <a14:m>
                    <m:oMathPara xmlns:m="http://schemas.openxmlformats.org/officeDocument/2006/math">
                      <m:oMathParaPr>
                        <m:jc m:val="left"/>
                      </m:oMathParaPr>
                      <m:oMath xmlns:m="http://schemas.openxmlformats.org/officeDocument/2006/math">
                        <m:r>
                          <a:rPr lang="zh-CN" altLang="en-US" sz="2800" b="1" i="1" smtClean="0">
                            <a:solidFill>
                              <a:schemeClr val="bg1"/>
                            </a:solidFill>
                            <a:latin typeface="Cambria Math" panose="02040503050406030204" pitchFamily="18" charset="0"/>
                          </a:rPr>
                          <m:t>𝒙</m:t>
                        </m:r>
                        <m:r>
                          <a:rPr lang="zh-CN" altLang="en-US" sz="2800" i="1">
                            <a:solidFill>
                              <a:schemeClr val="bg1"/>
                            </a:solidFill>
                            <a:latin typeface="Cambria Math" panose="02040503050406030204" pitchFamily="18" charset="0"/>
                          </a:rPr>
                          <m:t>(</m:t>
                        </m:r>
                        <m:r>
                          <a:rPr lang="zh-CN" altLang="en-US" sz="2800" i="1">
                            <a:solidFill>
                              <a:schemeClr val="bg1"/>
                            </a:solidFill>
                            <a:latin typeface="Cambria Math" panose="02040503050406030204" pitchFamily="18" charset="0"/>
                          </a:rPr>
                          <m:t>𝑡</m:t>
                        </m:r>
                        <m:r>
                          <a:rPr lang="zh-CN" altLang="en-US" sz="2800" i="0">
                            <a:solidFill>
                              <a:schemeClr val="bg1"/>
                            </a:solidFill>
                            <a:latin typeface="Cambria Math" panose="02040503050406030204" pitchFamily="18" charset="0"/>
                          </a:rPr>
                          <m:t>,</m:t>
                        </m:r>
                        <m:sSub>
                          <m:sSubPr>
                            <m:ctrlPr>
                              <a:rPr lang="zh-CN" altLang="en-US" sz="2800" i="1" smtClean="0">
                                <a:solidFill>
                                  <a:srgbClr val="FFFF00"/>
                                </a:solidFill>
                                <a:effectLst/>
                                <a:latin typeface="Cambria Math" panose="02040503050406030204" pitchFamily="18" charset="0"/>
                              </a:rPr>
                            </m:ctrlPr>
                          </m:sSubPr>
                          <m:e>
                            <m:r>
                              <a:rPr lang="zh-CN" altLang="en-US" sz="2800" i="1">
                                <a:solidFill>
                                  <a:srgbClr val="FFFF00"/>
                                </a:solidFill>
                                <a:effectLst/>
                                <a:latin typeface="Cambria Math" panose="02040503050406030204" pitchFamily="18" charset="0"/>
                              </a:rPr>
                              <m:t>𝑡</m:t>
                            </m:r>
                          </m:e>
                          <m:sub>
                            <m:r>
                              <a:rPr lang="zh-CN" altLang="en-US" sz="2800" i="1">
                                <a:solidFill>
                                  <a:srgbClr val="FFFF00"/>
                                </a:solidFill>
                                <a:effectLst/>
                                <a:latin typeface="Cambria Math" panose="02040503050406030204" pitchFamily="18" charset="0"/>
                              </a:rPr>
                              <m:t>0</m:t>
                            </m:r>
                          </m:sub>
                        </m:sSub>
                        <m:r>
                          <a:rPr lang="zh-CN" altLang="en-US" sz="2800" i="1">
                            <a:solidFill>
                              <a:schemeClr val="bg1"/>
                            </a:solidFill>
                            <a:latin typeface="Cambria Math" panose="02040503050406030204" pitchFamily="18" charset="0"/>
                          </a:rPr>
                          <m:t>,</m:t>
                        </m:r>
                        <m:sSub>
                          <m:sSubPr>
                            <m:ctrlPr>
                              <a:rPr lang="zh-CN" altLang="en-US" sz="2800" b="1" i="1">
                                <a:solidFill>
                                  <a:schemeClr val="bg1"/>
                                </a:solidFill>
                                <a:latin typeface="Cambria Math" panose="02040503050406030204" pitchFamily="18" charset="0"/>
                              </a:rPr>
                            </m:ctrlPr>
                          </m:sSubPr>
                          <m:e>
                            <m:r>
                              <a:rPr lang="zh-CN" altLang="en-US" sz="2800" b="1" i="1">
                                <a:solidFill>
                                  <a:schemeClr val="bg1"/>
                                </a:solidFill>
                                <a:latin typeface="Cambria Math" panose="02040503050406030204" pitchFamily="18" charset="0"/>
                              </a:rPr>
                              <m:t>𝒙</m:t>
                            </m:r>
                          </m:e>
                          <m:sub>
                            <m:r>
                              <a:rPr lang="zh-CN" altLang="en-US" sz="2800" b="0" i="0">
                                <a:solidFill>
                                  <a:schemeClr val="bg1"/>
                                </a:solidFill>
                                <a:latin typeface="Cambria Math" panose="02040503050406030204" pitchFamily="18" charset="0"/>
                              </a:rPr>
                              <m:t>0</m:t>
                            </m:r>
                          </m:sub>
                        </m:sSub>
                        <m:r>
                          <a:rPr lang="zh-CN" altLang="en-US" sz="2800" i="1">
                            <a:solidFill>
                              <a:schemeClr val="bg1"/>
                            </a:solidFill>
                            <a:latin typeface="Cambria Math" panose="02040503050406030204" pitchFamily="18" charset="0"/>
                          </a:rPr>
                          <m:t>),  </m:t>
                        </m:r>
                        <m:r>
                          <a:rPr lang="zh-CN" altLang="en-US" sz="2800" i="1">
                            <a:solidFill>
                              <a:schemeClr val="bg1"/>
                            </a:solidFill>
                            <a:latin typeface="Cambria Math" panose="02040503050406030204" pitchFamily="18" charset="0"/>
                          </a:rPr>
                          <m:t>𝑡</m:t>
                        </m:r>
                        <m:r>
                          <a:rPr lang="zh-CN" altLang="en-US" sz="2800" i="1">
                            <a:solidFill>
                              <a:schemeClr val="bg1"/>
                            </a:solidFill>
                            <a:latin typeface="Cambria Math" panose="02040503050406030204" pitchFamily="18" charset="0"/>
                          </a:rPr>
                          <m:t>≥</m:t>
                        </m:r>
                        <m:sSub>
                          <m:sSubPr>
                            <m:ctrlPr>
                              <a:rPr lang="zh-CN" altLang="en-US" sz="2800" i="1">
                                <a:solidFill>
                                  <a:schemeClr val="bg1"/>
                                </a:solidFill>
                                <a:latin typeface="Cambria Math" panose="02040503050406030204" pitchFamily="18" charset="0"/>
                              </a:rPr>
                            </m:ctrlPr>
                          </m:sSubPr>
                          <m:e>
                            <m:r>
                              <a:rPr lang="zh-CN" altLang="en-US" sz="2800" i="1">
                                <a:solidFill>
                                  <a:schemeClr val="bg1"/>
                                </a:solidFill>
                                <a:latin typeface="Cambria Math" panose="02040503050406030204" pitchFamily="18" charset="0"/>
                              </a:rPr>
                              <m:t>𝑡</m:t>
                            </m:r>
                          </m:e>
                          <m:sub>
                            <m:r>
                              <a:rPr lang="zh-CN" altLang="en-US" sz="2800" i="1">
                                <a:solidFill>
                                  <a:schemeClr val="bg1"/>
                                </a:solidFill>
                                <a:latin typeface="Cambria Math" panose="02040503050406030204" pitchFamily="18" charset="0"/>
                              </a:rPr>
                              <m:t>0</m:t>
                            </m:r>
                          </m:sub>
                        </m:sSub>
                      </m:oMath>
                    </m:oMathPara>
                  </a14:m>
                  <a:endParaRPr lang="zh-CN" altLang="en-US" sz="2800" dirty="0">
                    <a:solidFill>
                      <a:schemeClr val="bg1"/>
                    </a:solidFill>
                  </a:endParaRPr>
                </a:p>
              </p:txBody>
            </p:sp>
          </mc:Choice>
          <mc:Fallback xmlns="">
            <p:sp>
              <p:nvSpPr>
                <p:cNvPr id="17" name="对象 16"/>
                <p:cNvSpPr txBox="1">
                  <a:spLocks noRot="1" noChangeAspect="1" noMove="1" noResize="1" noEditPoints="1" noAdjustHandles="1" noChangeArrowheads="1" noChangeShapeType="1" noTextEdit="1"/>
                </p:cNvSpPr>
                <p:nvPr/>
              </p:nvSpPr>
              <p:spPr bwMode="auto">
                <a:xfrm>
                  <a:off x="1395016" y="3812868"/>
                  <a:ext cx="3104976" cy="546100"/>
                </a:xfrm>
                <a:prstGeom prst="rect">
                  <a:avLst/>
                </a:prstGeom>
                <a:blipFill>
                  <a:blip r:embed="rId5"/>
                  <a:stretch>
                    <a:fillRect/>
                  </a:stretch>
                </a:blipFill>
                <a:ln>
                  <a:noFill/>
                </a:ln>
              </p:spPr>
              <p:txBody>
                <a:bodyPr/>
                <a:lstStyle/>
                <a:p>
                  <a:r>
                    <a:rPr lang="zh-CN" altLang="en-US">
                      <a:noFill/>
                    </a:rPr>
                    <a:t> </a:t>
                  </a:r>
                </a:p>
              </p:txBody>
            </p:sp>
          </mc:Fallback>
        </mc:AlternateContent>
      </p:grpSp>
      <p:sp>
        <p:nvSpPr>
          <p:cNvPr id="13" name="内容占位符 2">
            <a:extLst>
              <a:ext uri="{FF2B5EF4-FFF2-40B4-BE49-F238E27FC236}">
                <a16:creationId xmlns:a16="http://schemas.microsoft.com/office/drawing/2014/main" id="{837EA2A2-0F40-44AE-897A-C0E2515BEDEB}"/>
              </a:ext>
            </a:extLst>
          </p:cNvPr>
          <p:cNvSpPr txBox="1">
            <a:spLocks/>
          </p:cNvSpPr>
          <p:nvPr/>
        </p:nvSpPr>
        <p:spPr>
          <a:xfrm>
            <a:off x="582488" y="4437112"/>
            <a:ext cx="8382000" cy="1152128"/>
          </a:xfrm>
          <a:prstGeom prst="rect">
            <a:avLst/>
          </a:prstGeom>
        </p:spPr>
        <p:txBody>
          <a:bodyPr vert="horz" lIns="54864" tIns="91440" rtlCol="0">
            <a:noAutofit/>
          </a:bodyPr>
          <a:lstStyle>
            <a:lvl1pPr marL="438912" indent="-320040" algn="l" rtl="0" eaLnBrk="1" latinLnBrk="0" hangingPunct="1">
              <a:spcBef>
                <a:spcPts val="0"/>
              </a:spcBef>
              <a:buClr>
                <a:schemeClr val="accent1"/>
              </a:buClr>
              <a:buSzPct val="80000"/>
              <a:buFont typeface="Wingdings 2"/>
              <a:buChar char=""/>
              <a:defRPr kumimoji="0" sz="3200" kern="1200">
                <a:solidFill>
                  <a:schemeClr val="bg1"/>
                </a:solidFill>
                <a:latin typeface="Times New Roman" pitchFamily="18" charset="0"/>
                <a:ea typeface="+mn-ea"/>
                <a:cs typeface="Times New Roman" pitchFamily="18" charset="0"/>
              </a:defRPr>
            </a:lvl1pPr>
            <a:lvl2pPr marL="731520" indent="-274320" algn="l" rtl="0" eaLnBrk="1" latinLnBrk="0" hangingPunct="1">
              <a:spcBef>
                <a:spcPct val="20000"/>
              </a:spcBef>
              <a:buClr>
                <a:schemeClr val="accent2"/>
              </a:buClr>
              <a:buSzPct val="90000"/>
              <a:buFont typeface="Wingdings"/>
              <a:buChar char=""/>
              <a:defRPr kumimoji="0" sz="2800" kern="1200">
                <a:solidFill>
                  <a:schemeClr val="bg1"/>
                </a:solidFill>
                <a:latin typeface="Times New Roman" pitchFamily="18" charset="0"/>
                <a:ea typeface="+mn-ea"/>
                <a:cs typeface="Times New Roman" pitchFamily="18" charset="0"/>
              </a:defRPr>
            </a:lvl2pPr>
            <a:lvl3pPr marL="996696" indent="-228600" algn="l" rtl="0" eaLnBrk="1" latinLnBrk="0" hangingPunct="1">
              <a:spcBef>
                <a:spcPct val="20000"/>
              </a:spcBef>
              <a:buClr>
                <a:schemeClr val="accent3"/>
              </a:buClr>
              <a:buFont typeface="Arial"/>
              <a:buChar char="▪"/>
              <a:defRPr kumimoji="0" sz="2400" kern="1200">
                <a:solidFill>
                  <a:schemeClr val="bg1"/>
                </a:solidFill>
                <a:latin typeface="Times New Roman" pitchFamily="18" charset="0"/>
                <a:ea typeface="+mn-ea"/>
                <a:cs typeface="Times New Roman" pitchFamily="18" charset="0"/>
              </a:defRPr>
            </a:lvl3pPr>
            <a:lvl4pPr marL="1216152" indent="-182880" algn="l" rtl="0" eaLnBrk="1" latinLnBrk="0" hangingPunct="1">
              <a:spcBef>
                <a:spcPct val="20000"/>
              </a:spcBef>
              <a:buClr>
                <a:schemeClr val="accent4"/>
              </a:buClr>
              <a:buFont typeface="Arial"/>
              <a:buChar char="▪"/>
              <a:defRPr kumimoji="0" sz="2000" kern="1200">
                <a:solidFill>
                  <a:schemeClr val="bg1"/>
                </a:solidFill>
                <a:latin typeface="Times New Roman" pitchFamily="18" charset="0"/>
                <a:ea typeface="+mn-ea"/>
                <a:cs typeface="Times New Roman" pitchFamily="18" charset="0"/>
              </a:defRPr>
            </a:lvl4pPr>
            <a:lvl5pPr marL="1426464" indent="-182880" algn="l" rtl="0" eaLnBrk="1" latinLnBrk="0" hangingPunct="1">
              <a:spcBef>
                <a:spcPct val="20000"/>
              </a:spcBef>
              <a:buClr>
                <a:schemeClr val="accent5"/>
              </a:buClr>
              <a:buFont typeface="Wingdings 3"/>
              <a:buChar char=""/>
              <a:defRPr kumimoji="0" lang="en-US" sz="2000" kern="1200" smtClean="0">
                <a:solidFill>
                  <a:schemeClr val="tx1"/>
                </a:solidFill>
                <a:latin typeface="Times New Roman" pitchFamily="18" charset="0"/>
                <a:ea typeface="+mn-ea"/>
                <a:cs typeface="Times New Roman" pitchFamily="18" charset="0"/>
              </a:defRPr>
            </a:lvl5pPr>
            <a:lvl6pPr marL="1627632" indent="-182880" algn="l" rtl="0" eaLnBrk="1" latinLnBrk="0" hangingPunct="1">
              <a:spcBef>
                <a:spcPct val="20000"/>
              </a:spcBef>
              <a:buClr>
                <a:schemeClr val="accent6"/>
              </a:buClr>
              <a:buSzPct val="100000"/>
              <a:buFont typeface="Wingdings 2"/>
              <a:buChar char=""/>
              <a:defRPr kumimoji="0" sz="2000" kern="1200">
                <a:solidFill>
                  <a:schemeClr val="tx1"/>
                </a:solidFill>
                <a:latin typeface="+mn-lt"/>
                <a:ea typeface="+mn-ea"/>
                <a:cs typeface="+mn-cs"/>
              </a:defRPr>
            </a:lvl6pPr>
            <a:lvl7pPr marL="1828800" indent="-182880" algn="l" rtl="0" eaLnBrk="1" latinLnBrk="0" hangingPunct="1">
              <a:spcBef>
                <a:spcPct val="20000"/>
              </a:spcBef>
              <a:buClr>
                <a:schemeClr val="accent1"/>
              </a:buClr>
              <a:buSzPct val="100000"/>
              <a:buFont typeface="Wingdings 2"/>
              <a:buChar char=""/>
              <a:defRPr kumimoji="0" sz="1800" kern="1200">
                <a:solidFill>
                  <a:schemeClr val="tx1"/>
                </a:solidFill>
                <a:latin typeface="+mn-lt"/>
                <a:ea typeface="+mn-ea"/>
                <a:cs typeface="+mn-cs"/>
              </a:defRPr>
            </a:lvl7pPr>
            <a:lvl8pPr marL="2029968" indent="-182880" algn="l" rtl="0" eaLnBrk="1" latinLnBrk="0" hangingPunct="1">
              <a:spcBef>
                <a:spcPct val="20000"/>
              </a:spcBef>
              <a:buClr>
                <a:schemeClr val="accent2"/>
              </a:buClr>
              <a:buFont typeface="Wingdings 2" pitchFamily="18" charset="2"/>
              <a:buChar char=""/>
              <a:defRPr kumimoji="0" sz="1800" kern="1200">
                <a:solidFill>
                  <a:schemeClr val="tx1"/>
                </a:solidFill>
                <a:latin typeface="+mn-lt"/>
                <a:ea typeface="+mn-ea"/>
                <a:cs typeface="+mn-cs"/>
              </a:defRPr>
            </a:lvl8pPr>
            <a:lvl9pPr marL="2231136" indent="-182880" algn="l" rtl="0" eaLnBrk="1" latinLnBrk="0" hangingPunct="1">
              <a:spcBef>
                <a:spcPct val="20000"/>
              </a:spcBef>
              <a:buClr>
                <a:schemeClr val="accent3"/>
              </a:buClr>
              <a:buFont typeface="Wingdings 2" pitchFamily="18" charset="2"/>
              <a:buChar char=""/>
              <a:defRPr kumimoji="0" sz="1800" kern="1200" baseline="0">
                <a:solidFill>
                  <a:schemeClr val="tx1"/>
                </a:solidFill>
                <a:latin typeface="+mn-lt"/>
                <a:ea typeface="+mn-ea"/>
                <a:cs typeface="+mn-cs"/>
              </a:defRPr>
            </a:lvl9pPr>
            <a:extLst/>
          </a:lstStyle>
          <a:p>
            <a:pPr marL="118872" indent="0">
              <a:lnSpc>
                <a:spcPts val="4000"/>
              </a:lnSpc>
              <a:buNone/>
            </a:pPr>
            <a:r>
              <a:rPr lang="en-US" altLang="zh-CN" sz="2800" b="1" dirty="0">
                <a:solidFill>
                  <a:srgbClr val="FFFF00"/>
                </a:solidFill>
              </a:rPr>
              <a:t>No man ever steps in the same river twice</a:t>
            </a:r>
          </a:p>
          <a:p>
            <a:pPr marL="118872" indent="0">
              <a:lnSpc>
                <a:spcPts val="4000"/>
              </a:lnSpc>
              <a:buNone/>
            </a:pPr>
            <a:r>
              <a:rPr lang="en-US" altLang="zh-CN" sz="2800" b="1" dirty="0">
                <a:solidFill>
                  <a:srgbClr val="FFFF00"/>
                </a:solidFill>
              </a:rPr>
              <a:t>                       ——</a:t>
            </a:r>
            <a:r>
              <a:rPr lang="zh-CN" altLang="en-US" sz="2800" b="1" dirty="0">
                <a:solidFill>
                  <a:srgbClr val="FFFF00"/>
                </a:solidFill>
              </a:rPr>
              <a:t>赫拉克利特（</a:t>
            </a:r>
            <a:r>
              <a:rPr lang="en-US" altLang="zh-CN" sz="2800" dirty="0" err="1">
                <a:solidFill>
                  <a:srgbClr val="FFFF00"/>
                </a:solidFill>
              </a:rPr>
              <a:t>Herakleitus</a:t>
            </a:r>
            <a:r>
              <a:rPr lang="zh-CN" altLang="en-US" sz="2800" dirty="0"/>
              <a:t>，</a:t>
            </a:r>
            <a:r>
              <a:rPr lang="zh-CN" altLang="en-US" sz="2800" b="1" dirty="0">
                <a:solidFill>
                  <a:srgbClr val="FFFF00"/>
                </a:solidFill>
              </a:rPr>
              <a:t>古希腊）</a:t>
            </a:r>
          </a:p>
        </p:txBody>
      </p:sp>
      <p:sp>
        <p:nvSpPr>
          <p:cNvPr id="14" name="日期占位符 3"/>
          <p:cNvSpPr txBox="1">
            <a:spLocks/>
          </p:cNvSpPr>
          <p:nvPr/>
        </p:nvSpPr>
        <p:spPr>
          <a:xfrm>
            <a:off x="457200" y="6476999"/>
            <a:ext cx="2133600" cy="274320"/>
          </a:xfrm>
          <a:prstGeom prst="rect">
            <a:avLst/>
          </a:prstGeom>
        </p:spPr>
        <p:txBody>
          <a:bodyPr vert="horz" lIns="109728" rIns="45720" bIns="0" rtlCol="0" anchor="b"/>
          <a:lstStyle>
            <a:defPPr>
              <a:defRPr lang="zh-CN"/>
            </a:defPPr>
            <a:lvl1pPr marL="0" algn="l" defTabSz="914400" rtl="0" eaLnBrk="1" latinLnBrk="0" hangingPunct="1">
              <a:defRPr kumimoji="0" sz="1800" kern="1200">
                <a:solidFill>
                  <a:srgbClr val="FF0000"/>
                </a:solidFill>
                <a:latin typeface="Times New Roman" pitchFamily="18" charset="0"/>
                <a:ea typeface="+mn-ea"/>
                <a:cs typeface="Times New Roman" pitchFamily="18"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dirty="0"/>
          </a:p>
        </p:txBody>
      </p:sp>
      <p:sp>
        <p:nvSpPr>
          <p:cNvPr id="16" name="内容占位符 2">
            <a:extLst>
              <a:ext uri="{FF2B5EF4-FFF2-40B4-BE49-F238E27FC236}">
                <a16:creationId xmlns:a16="http://schemas.microsoft.com/office/drawing/2014/main" id="{837EA2A2-0F40-44AE-897A-C0E2515BEDEB}"/>
              </a:ext>
            </a:extLst>
          </p:cNvPr>
          <p:cNvSpPr txBox="1">
            <a:spLocks/>
          </p:cNvSpPr>
          <p:nvPr/>
        </p:nvSpPr>
        <p:spPr>
          <a:xfrm>
            <a:off x="1403648" y="5445224"/>
            <a:ext cx="5722681" cy="1152128"/>
          </a:xfrm>
          <a:prstGeom prst="rect">
            <a:avLst/>
          </a:prstGeom>
        </p:spPr>
        <p:txBody>
          <a:bodyPr vert="horz" lIns="54864" tIns="91440" rtlCol="0">
            <a:noAutofit/>
          </a:bodyPr>
          <a:lstStyle>
            <a:lvl1pPr marL="438912" indent="-320040" algn="l" rtl="0" eaLnBrk="1" latinLnBrk="0" hangingPunct="1">
              <a:spcBef>
                <a:spcPts val="0"/>
              </a:spcBef>
              <a:buClr>
                <a:schemeClr val="accent1"/>
              </a:buClr>
              <a:buSzPct val="80000"/>
              <a:buFont typeface="Wingdings 2"/>
              <a:buChar char=""/>
              <a:defRPr kumimoji="0" sz="3200" kern="1200">
                <a:solidFill>
                  <a:schemeClr val="bg1"/>
                </a:solidFill>
                <a:latin typeface="Times New Roman" pitchFamily="18" charset="0"/>
                <a:ea typeface="+mn-ea"/>
                <a:cs typeface="Times New Roman" pitchFamily="18" charset="0"/>
              </a:defRPr>
            </a:lvl1pPr>
            <a:lvl2pPr marL="731520" indent="-274320" algn="l" rtl="0" eaLnBrk="1" latinLnBrk="0" hangingPunct="1">
              <a:spcBef>
                <a:spcPct val="20000"/>
              </a:spcBef>
              <a:buClr>
                <a:schemeClr val="accent2"/>
              </a:buClr>
              <a:buSzPct val="90000"/>
              <a:buFont typeface="Wingdings"/>
              <a:buChar char=""/>
              <a:defRPr kumimoji="0" sz="2800" kern="1200">
                <a:solidFill>
                  <a:schemeClr val="bg1"/>
                </a:solidFill>
                <a:latin typeface="Times New Roman" pitchFamily="18" charset="0"/>
                <a:ea typeface="+mn-ea"/>
                <a:cs typeface="Times New Roman" pitchFamily="18" charset="0"/>
              </a:defRPr>
            </a:lvl2pPr>
            <a:lvl3pPr marL="996696" indent="-228600" algn="l" rtl="0" eaLnBrk="1" latinLnBrk="0" hangingPunct="1">
              <a:spcBef>
                <a:spcPct val="20000"/>
              </a:spcBef>
              <a:buClr>
                <a:schemeClr val="accent3"/>
              </a:buClr>
              <a:buFont typeface="Arial"/>
              <a:buChar char="▪"/>
              <a:defRPr kumimoji="0" sz="2400" kern="1200">
                <a:solidFill>
                  <a:schemeClr val="bg1"/>
                </a:solidFill>
                <a:latin typeface="Times New Roman" pitchFamily="18" charset="0"/>
                <a:ea typeface="+mn-ea"/>
                <a:cs typeface="Times New Roman" pitchFamily="18" charset="0"/>
              </a:defRPr>
            </a:lvl3pPr>
            <a:lvl4pPr marL="1216152" indent="-182880" algn="l" rtl="0" eaLnBrk="1" latinLnBrk="0" hangingPunct="1">
              <a:spcBef>
                <a:spcPct val="20000"/>
              </a:spcBef>
              <a:buClr>
                <a:schemeClr val="accent4"/>
              </a:buClr>
              <a:buFont typeface="Arial"/>
              <a:buChar char="▪"/>
              <a:defRPr kumimoji="0" sz="2000" kern="1200">
                <a:solidFill>
                  <a:schemeClr val="bg1"/>
                </a:solidFill>
                <a:latin typeface="Times New Roman" pitchFamily="18" charset="0"/>
                <a:ea typeface="+mn-ea"/>
                <a:cs typeface="Times New Roman" pitchFamily="18" charset="0"/>
              </a:defRPr>
            </a:lvl4pPr>
            <a:lvl5pPr marL="1426464" indent="-182880" algn="l" rtl="0" eaLnBrk="1" latinLnBrk="0" hangingPunct="1">
              <a:spcBef>
                <a:spcPct val="20000"/>
              </a:spcBef>
              <a:buClr>
                <a:schemeClr val="accent5"/>
              </a:buClr>
              <a:buFont typeface="Wingdings 3"/>
              <a:buChar char=""/>
              <a:defRPr kumimoji="0" lang="en-US" sz="2000" kern="1200" smtClean="0">
                <a:solidFill>
                  <a:schemeClr val="tx1"/>
                </a:solidFill>
                <a:latin typeface="Times New Roman" pitchFamily="18" charset="0"/>
                <a:ea typeface="+mn-ea"/>
                <a:cs typeface="Times New Roman" pitchFamily="18" charset="0"/>
              </a:defRPr>
            </a:lvl5pPr>
            <a:lvl6pPr marL="1627632" indent="-182880" algn="l" rtl="0" eaLnBrk="1" latinLnBrk="0" hangingPunct="1">
              <a:spcBef>
                <a:spcPct val="20000"/>
              </a:spcBef>
              <a:buClr>
                <a:schemeClr val="accent6"/>
              </a:buClr>
              <a:buSzPct val="100000"/>
              <a:buFont typeface="Wingdings 2"/>
              <a:buChar char=""/>
              <a:defRPr kumimoji="0" sz="2000" kern="1200">
                <a:solidFill>
                  <a:schemeClr val="tx1"/>
                </a:solidFill>
                <a:latin typeface="+mn-lt"/>
                <a:ea typeface="+mn-ea"/>
                <a:cs typeface="+mn-cs"/>
              </a:defRPr>
            </a:lvl6pPr>
            <a:lvl7pPr marL="1828800" indent="-182880" algn="l" rtl="0" eaLnBrk="1" latinLnBrk="0" hangingPunct="1">
              <a:spcBef>
                <a:spcPct val="20000"/>
              </a:spcBef>
              <a:buClr>
                <a:schemeClr val="accent1"/>
              </a:buClr>
              <a:buSzPct val="100000"/>
              <a:buFont typeface="Wingdings 2"/>
              <a:buChar char=""/>
              <a:defRPr kumimoji="0" sz="1800" kern="1200">
                <a:solidFill>
                  <a:schemeClr val="tx1"/>
                </a:solidFill>
                <a:latin typeface="+mn-lt"/>
                <a:ea typeface="+mn-ea"/>
                <a:cs typeface="+mn-cs"/>
              </a:defRPr>
            </a:lvl7pPr>
            <a:lvl8pPr marL="2029968" indent="-182880" algn="l" rtl="0" eaLnBrk="1" latinLnBrk="0" hangingPunct="1">
              <a:spcBef>
                <a:spcPct val="20000"/>
              </a:spcBef>
              <a:buClr>
                <a:schemeClr val="accent2"/>
              </a:buClr>
              <a:buFont typeface="Wingdings 2" pitchFamily="18" charset="2"/>
              <a:buChar char=""/>
              <a:defRPr kumimoji="0" sz="1800" kern="1200">
                <a:solidFill>
                  <a:schemeClr val="tx1"/>
                </a:solidFill>
                <a:latin typeface="+mn-lt"/>
                <a:ea typeface="+mn-ea"/>
                <a:cs typeface="+mn-cs"/>
              </a:defRPr>
            </a:lvl8pPr>
            <a:lvl9pPr marL="2231136" indent="-182880" algn="l" rtl="0" eaLnBrk="1" latinLnBrk="0" hangingPunct="1">
              <a:spcBef>
                <a:spcPct val="20000"/>
              </a:spcBef>
              <a:buClr>
                <a:schemeClr val="accent3"/>
              </a:buClr>
              <a:buFont typeface="Wingdings 2" pitchFamily="18" charset="2"/>
              <a:buChar char=""/>
              <a:defRPr kumimoji="0" sz="1800" kern="1200" baseline="0">
                <a:solidFill>
                  <a:schemeClr val="tx1"/>
                </a:solidFill>
                <a:latin typeface="+mn-lt"/>
                <a:ea typeface="+mn-ea"/>
                <a:cs typeface="+mn-cs"/>
              </a:defRPr>
            </a:lvl9pPr>
            <a:extLst/>
          </a:lstStyle>
          <a:p>
            <a:pPr marL="118872" indent="0" algn="r">
              <a:lnSpc>
                <a:spcPts val="4000"/>
              </a:lnSpc>
              <a:buNone/>
            </a:pPr>
            <a:r>
              <a:rPr lang="zh-CN" altLang="en-US" sz="2800" b="1" dirty="0">
                <a:solidFill>
                  <a:srgbClr val="FFFF00"/>
                </a:solidFill>
              </a:rPr>
              <a:t>彼一时也，此一时也，岂可同哉？</a:t>
            </a:r>
            <a:br>
              <a:rPr lang="en-US" altLang="zh-CN" sz="2800" b="1" dirty="0">
                <a:solidFill>
                  <a:srgbClr val="FFFF00"/>
                </a:solidFill>
              </a:rPr>
            </a:br>
            <a:r>
              <a:rPr lang="en-US" altLang="zh-CN" sz="2800" b="1" dirty="0">
                <a:solidFill>
                  <a:srgbClr val="FFFF00"/>
                </a:solidFill>
              </a:rPr>
              <a:t>——</a:t>
            </a:r>
            <a:r>
              <a:rPr lang="zh-CN" altLang="en-US" sz="2800" b="1" dirty="0">
                <a:solidFill>
                  <a:srgbClr val="FFFF00"/>
                </a:solidFill>
              </a:rPr>
              <a:t>东方朔（西汉）</a:t>
            </a:r>
          </a:p>
        </p:txBody>
      </p:sp>
      <mc:AlternateContent xmlns:mc="http://schemas.openxmlformats.org/markup-compatibility/2006" xmlns:a14="http://schemas.microsoft.com/office/drawing/2010/main">
        <mc:Choice Requires="a14">
          <p:sp>
            <p:nvSpPr>
              <p:cNvPr id="4" name="对象 7">
                <a:extLst>
                  <a:ext uri="{FF2B5EF4-FFF2-40B4-BE49-F238E27FC236}">
                    <a16:creationId xmlns:a16="http://schemas.microsoft.com/office/drawing/2014/main" id="{F6A5E3AE-EF0F-A937-6724-EE8F18218E65}"/>
                  </a:ext>
                </a:extLst>
              </p:cNvPr>
              <p:cNvSpPr txBox="1"/>
              <p:nvPr/>
            </p:nvSpPr>
            <p:spPr bwMode="auto">
              <a:xfrm>
                <a:off x="2717534" y="1323950"/>
                <a:ext cx="3708932" cy="519154"/>
              </a:xfrm>
              <a:prstGeom prst="rect">
                <a:avLst/>
              </a:prstGeom>
              <a:noFill/>
              <a:ln>
                <a:noFill/>
              </a:ln>
            </p:spPr>
            <p:txBody>
              <a:bodyPr>
                <a:normAutofit/>
              </a:bodyPr>
              <a:lstStyle/>
              <a:p>
                <a:pPr/>
                <a14:m>
                  <m:oMathPara xmlns:m="http://schemas.openxmlformats.org/officeDocument/2006/math">
                    <m:oMathParaPr>
                      <m:jc m:val="left"/>
                    </m:oMathParaPr>
                    <m:oMath xmlns:m="http://schemas.openxmlformats.org/officeDocument/2006/math">
                      <m:acc>
                        <m:accPr>
                          <m:chr m:val="̇"/>
                          <m:ctrlPr>
                            <a:rPr lang="zh-CN" altLang="en-US" sz="2800" b="1" i="1" smtClean="0">
                              <a:solidFill>
                                <a:schemeClr val="bg1"/>
                              </a:solidFill>
                              <a:latin typeface="Cambria Math" panose="02040503050406030204" pitchFamily="18" charset="0"/>
                            </a:rPr>
                          </m:ctrlPr>
                        </m:accPr>
                        <m:e>
                          <m:r>
                            <a:rPr lang="zh-CN" altLang="en-US" sz="2800" b="1" i="1">
                              <a:solidFill>
                                <a:schemeClr val="bg1"/>
                              </a:solidFill>
                              <a:latin typeface="Cambria Math" panose="02040503050406030204" pitchFamily="18" charset="0"/>
                            </a:rPr>
                            <m:t>𝒙</m:t>
                          </m:r>
                        </m:e>
                      </m:acc>
                      <m:r>
                        <a:rPr lang="zh-CN" altLang="en-US" sz="2800" i="1">
                          <a:solidFill>
                            <a:schemeClr val="bg1"/>
                          </a:solidFill>
                          <a:latin typeface="Cambria Math" panose="02040503050406030204" pitchFamily="18" charset="0"/>
                        </a:rPr>
                        <m:t>=</m:t>
                      </m:r>
                      <m:r>
                        <a:rPr lang="zh-CN" altLang="en-US" sz="2800" b="1" i="1">
                          <a:solidFill>
                            <a:schemeClr val="bg1"/>
                          </a:solidFill>
                          <a:latin typeface="Cambria Math" panose="02040503050406030204" pitchFamily="18" charset="0"/>
                        </a:rPr>
                        <m:t>𝒇</m:t>
                      </m:r>
                      <m:d>
                        <m:dPr>
                          <m:ctrlPr>
                            <a:rPr lang="zh-CN" altLang="en-US" sz="2800" b="1" i="1">
                              <a:solidFill>
                                <a:schemeClr val="bg1"/>
                              </a:solidFill>
                              <a:latin typeface="Cambria Math" panose="02040503050406030204" pitchFamily="18" charset="0"/>
                            </a:rPr>
                          </m:ctrlPr>
                        </m:dPr>
                        <m:e>
                          <m:r>
                            <a:rPr lang="zh-CN" altLang="en-US" sz="2800" b="1" i="1">
                              <a:solidFill>
                                <a:schemeClr val="bg1"/>
                              </a:solidFill>
                              <a:latin typeface="Cambria Math" panose="02040503050406030204" pitchFamily="18" charset="0"/>
                            </a:rPr>
                            <m:t>𝒙</m:t>
                          </m:r>
                          <m:r>
                            <a:rPr lang="zh-CN" altLang="en-US" sz="2800" i="1">
                              <a:solidFill>
                                <a:schemeClr val="bg1"/>
                              </a:solidFill>
                              <a:latin typeface="Cambria Math" panose="02040503050406030204" pitchFamily="18" charset="0"/>
                            </a:rPr>
                            <m:t>,</m:t>
                          </m:r>
                          <m:r>
                            <a:rPr lang="zh-CN" altLang="en-US" sz="2800" i="1">
                              <a:solidFill>
                                <a:schemeClr val="bg1"/>
                              </a:solidFill>
                              <a:latin typeface="Cambria Math" panose="02040503050406030204" pitchFamily="18" charset="0"/>
                            </a:rPr>
                            <m:t>𝑡</m:t>
                          </m:r>
                        </m:e>
                      </m:d>
                      <m:r>
                        <a:rPr lang="zh-CN" altLang="en-US" sz="2800" i="1">
                          <a:solidFill>
                            <a:schemeClr val="bg1"/>
                          </a:solidFill>
                          <a:latin typeface="Cambria Math" panose="02040503050406030204" pitchFamily="18" charset="0"/>
                        </a:rPr>
                        <m:t>,</m:t>
                      </m:r>
                      <m:r>
                        <a:rPr lang="en-US" altLang="zh-CN" sz="2800" b="0" i="1" smtClean="0">
                          <a:solidFill>
                            <a:schemeClr val="bg1"/>
                          </a:solidFill>
                          <a:latin typeface="Cambria Math" panose="02040503050406030204" pitchFamily="18" charset="0"/>
                        </a:rPr>
                        <m:t>  </m:t>
                      </m:r>
                      <m:r>
                        <a:rPr lang="zh-CN" altLang="en-US" sz="2800" i="1">
                          <a:solidFill>
                            <a:schemeClr val="bg1"/>
                          </a:solidFill>
                          <a:latin typeface="Cambria Math" panose="02040503050406030204" pitchFamily="18" charset="0"/>
                        </a:rPr>
                        <m:t>​​​​​</m:t>
                      </m:r>
                      <m:r>
                        <a:rPr lang="zh-CN" altLang="en-US" sz="2800" b="1" i="1">
                          <a:solidFill>
                            <a:schemeClr val="bg1"/>
                          </a:solidFill>
                          <a:latin typeface="Cambria Math" panose="02040503050406030204" pitchFamily="18" charset="0"/>
                        </a:rPr>
                        <m:t>𝒙</m:t>
                      </m:r>
                      <m:r>
                        <a:rPr lang="zh-CN" altLang="en-US" sz="2800" i="1">
                          <a:solidFill>
                            <a:schemeClr val="bg1"/>
                          </a:solidFill>
                          <a:latin typeface="Cambria Math" panose="02040503050406030204" pitchFamily="18" charset="0"/>
                        </a:rPr>
                        <m:t>∈</m:t>
                      </m:r>
                      <m:sSup>
                        <m:sSupPr>
                          <m:ctrlPr>
                            <a:rPr lang="zh-CN" altLang="en-US" sz="2800" i="1">
                              <a:solidFill>
                                <a:schemeClr val="bg1"/>
                              </a:solidFill>
                              <a:latin typeface="Cambria Math" panose="02040503050406030204" pitchFamily="18" charset="0"/>
                            </a:rPr>
                          </m:ctrlPr>
                        </m:sSupPr>
                        <m:e>
                          <m:r>
                            <a:rPr lang="zh-CN" altLang="en-US" sz="2800" i="1">
                              <a:solidFill>
                                <a:schemeClr val="bg1"/>
                              </a:solidFill>
                              <a:latin typeface="Cambria Math" panose="02040503050406030204" pitchFamily="18" charset="0"/>
                            </a:rPr>
                            <m:t>ℝ</m:t>
                          </m:r>
                        </m:e>
                        <m:sup>
                          <m:r>
                            <a:rPr lang="zh-CN" altLang="en-US" sz="2800" i="1">
                              <a:solidFill>
                                <a:schemeClr val="bg1"/>
                              </a:solidFill>
                              <a:latin typeface="Cambria Math" panose="02040503050406030204" pitchFamily="18" charset="0"/>
                            </a:rPr>
                            <m:t>𝑛</m:t>
                          </m:r>
                        </m:sup>
                      </m:sSup>
                    </m:oMath>
                  </m:oMathPara>
                </a14:m>
                <a:endParaRPr lang="zh-CN" altLang="en-US" sz="2800" dirty="0">
                  <a:solidFill>
                    <a:schemeClr val="bg1"/>
                  </a:solidFill>
                </a:endParaRPr>
              </a:p>
            </p:txBody>
          </p:sp>
        </mc:Choice>
        <mc:Fallback xmlns="">
          <p:sp>
            <p:nvSpPr>
              <p:cNvPr id="4" name="对象 7">
                <a:extLst>
                  <a:ext uri="{FF2B5EF4-FFF2-40B4-BE49-F238E27FC236}">
                    <a16:creationId xmlns:a16="http://schemas.microsoft.com/office/drawing/2014/main" id="{F6A5E3AE-EF0F-A937-6724-EE8F18218E65}"/>
                  </a:ext>
                </a:extLst>
              </p:cNvPr>
              <p:cNvSpPr txBox="1">
                <a:spLocks noRot="1" noChangeAspect="1" noMove="1" noResize="1" noEditPoints="1" noAdjustHandles="1" noChangeArrowheads="1" noChangeShapeType="1" noTextEdit="1"/>
              </p:cNvSpPr>
              <p:nvPr/>
            </p:nvSpPr>
            <p:spPr bwMode="auto">
              <a:xfrm>
                <a:off x="2717534" y="1323950"/>
                <a:ext cx="3708932" cy="519154"/>
              </a:xfrm>
              <a:prstGeom prst="rect">
                <a:avLst/>
              </a:prstGeom>
              <a:blipFill>
                <a:blip r:embed="rId6"/>
                <a:stretch>
                  <a:fillRect/>
                </a:stretch>
              </a:blipFill>
              <a:ln>
                <a:noFill/>
              </a:ln>
            </p:spPr>
            <p:txBody>
              <a:bodyPr/>
              <a:lstStyle/>
              <a:p>
                <a:r>
                  <a:rPr lang="zh-CN" altLang="en-US">
                    <a:noFill/>
                  </a:rPr>
                  <a:t> </a:t>
                </a:r>
              </a:p>
            </p:txBody>
          </p:sp>
        </mc:Fallback>
      </mc:AlternateContent>
    </p:spTree>
    <p:custDataLst>
      <p:tags r:id="rId1"/>
    </p:custDataLst>
    <p:extLst>
      <p:ext uri="{BB962C8B-B14F-4D97-AF65-F5344CB8AC3E}">
        <p14:creationId xmlns:p14="http://schemas.microsoft.com/office/powerpoint/2010/main" val="248814419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zh-CN" altLang="en-US" dirty="0"/>
              <a:t>非自治系统的稳定性</a:t>
            </a:r>
          </a:p>
        </p:txBody>
      </p:sp>
      <p:sp>
        <p:nvSpPr>
          <p:cNvPr id="7" name="灯片编号占位符 6"/>
          <p:cNvSpPr>
            <a:spLocks noGrp="1"/>
          </p:cNvSpPr>
          <p:nvPr>
            <p:ph type="sldNum" sz="quarter" idx="12"/>
          </p:nvPr>
        </p:nvSpPr>
        <p:spPr/>
        <p:txBody>
          <a:bodyPr/>
          <a:lstStyle/>
          <a:p>
            <a:fld id="{58C210BB-F110-452C-89E7-9EA0A8D47DCE}" type="slidenum">
              <a:rPr lang="zh-CN" altLang="en-US" smtClean="0"/>
              <a:pPr/>
              <a:t>7</a:t>
            </a:fld>
            <a:endParaRPr lang="zh-CN" altLang="en-US" dirty="0"/>
          </a:p>
        </p:txBody>
      </p:sp>
      <mc:AlternateContent xmlns:mc="http://schemas.openxmlformats.org/markup-compatibility/2006" xmlns:a14="http://schemas.microsoft.com/office/drawing/2010/main">
        <mc:Choice Requires="a14">
          <p:sp>
            <p:nvSpPr>
              <p:cNvPr id="9" name="内容占位符 2"/>
              <p:cNvSpPr txBox="1">
                <a:spLocks/>
              </p:cNvSpPr>
              <p:nvPr/>
            </p:nvSpPr>
            <p:spPr>
              <a:xfrm>
                <a:off x="438472" y="1196752"/>
                <a:ext cx="8382000" cy="2880320"/>
              </a:xfrm>
              <a:prstGeom prst="rect">
                <a:avLst/>
              </a:prstGeom>
            </p:spPr>
            <p:txBody>
              <a:bodyPr vert="horz" lIns="54864" tIns="91440" rtlCol="0">
                <a:noAutofit/>
              </a:bodyPr>
              <a:lstStyle>
                <a:lvl1pPr marL="438912" indent="-320040" algn="l" rtl="0" eaLnBrk="1" latinLnBrk="0" hangingPunct="1">
                  <a:spcBef>
                    <a:spcPts val="0"/>
                  </a:spcBef>
                  <a:buClr>
                    <a:schemeClr val="accent1"/>
                  </a:buClr>
                  <a:buSzPct val="80000"/>
                  <a:buFont typeface="Wingdings 2"/>
                  <a:buChar char=""/>
                  <a:defRPr kumimoji="0" sz="3200" kern="1200">
                    <a:solidFill>
                      <a:schemeClr val="bg1"/>
                    </a:solidFill>
                    <a:latin typeface="Times New Roman" pitchFamily="18" charset="0"/>
                    <a:ea typeface="+mn-ea"/>
                    <a:cs typeface="Times New Roman" pitchFamily="18" charset="0"/>
                  </a:defRPr>
                </a:lvl1pPr>
                <a:lvl2pPr marL="731520" indent="-274320" algn="l" rtl="0" eaLnBrk="1" latinLnBrk="0" hangingPunct="1">
                  <a:spcBef>
                    <a:spcPct val="20000"/>
                  </a:spcBef>
                  <a:buClr>
                    <a:schemeClr val="accent2"/>
                  </a:buClr>
                  <a:buSzPct val="90000"/>
                  <a:buFont typeface="Wingdings"/>
                  <a:buChar char=""/>
                  <a:defRPr kumimoji="0" sz="2800" kern="1200">
                    <a:solidFill>
                      <a:schemeClr val="bg1"/>
                    </a:solidFill>
                    <a:latin typeface="Times New Roman" pitchFamily="18" charset="0"/>
                    <a:ea typeface="+mn-ea"/>
                    <a:cs typeface="Times New Roman" pitchFamily="18" charset="0"/>
                  </a:defRPr>
                </a:lvl2pPr>
                <a:lvl3pPr marL="996696" indent="-228600" algn="l" rtl="0" eaLnBrk="1" latinLnBrk="0" hangingPunct="1">
                  <a:spcBef>
                    <a:spcPct val="20000"/>
                  </a:spcBef>
                  <a:buClr>
                    <a:schemeClr val="accent3"/>
                  </a:buClr>
                  <a:buFont typeface="Arial"/>
                  <a:buChar char="▪"/>
                  <a:defRPr kumimoji="0" sz="2400" kern="1200">
                    <a:solidFill>
                      <a:schemeClr val="bg1"/>
                    </a:solidFill>
                    <a:latin typeface="Times New Roman" pitchFamily="18" charset="0"/>
                    <a:ea typeface="+mn-ea"/>
                    <a:cs typeface="Times New Roman" pitchFamily="18" charset="0"/>
                  </a:defRPr>
                </a:lvl3pPr>
                <a:lvl4pPr marL="1216152" indent="-182880" algn="l" rtl="0" eaLnBrk="1" latinLnBrk="0" hangingPunct="1">
                  <a:spcBef>
                    <a:spcPct val="20000"/>
                  </a:spcBef>
                  <a:buClr>
                    <a:schemeClr val="accent4"/>
                  </a:buClr>
                  <a:buFont typeface="Arial"/>
                  <a:buChar char="▪"/>
                  <a:defRPr kumimoji="0" sz="2000" kern="1200">
                    <a:solidFill>
                      <a:schemeClr val="bg1"/>
                    </a:solidFill>
                    <a:latin typeface="Times New Roman" pitchFamily="18" charset="0"/>
                    <a:ea typeface="+mn-ea"/>
                    <a:cs typeface="Times New Roman" pitchFamily="18" charset="0"/>
                  </a:defRPr>
                </a:lvl4pPr>
                <a:lvl5pPr marL="1426464" indent="-182880" algn="l" rtl="0" eaLnBrk="1" latinLnBrk="0" hangingPunct="1">
                  <a:spcBef>
                    <a:spcPct val="20000"/>
                  </a:spcBef>
                  <a:buClr>
                    <a:schemeClr val="accent5"/>
                  </a:buClr>
                  <a:buFont typeface="Wingdings 3"/>
                  <a:buChar char=""/>
                  <a:defRPr kumimoji="0" lang="en-US" sz="2000" kern="1200" smtClean="0">
                    <a:solidFill>
                      <a:schemeClr val="tx1"/>
                    </a:solidFill>
                    <a:latin typeface="Times New Roman" pitchFamily="18" charset="0"/>
                    <a:ea typeface="+mn-ea"/>
                    <a:cs typeface="Times New Roman" pitchFamily="18" charset="0"/>
                  </a:defRPr>
                </a:lvl5pPr>
                <a:lvl6pPr marL="1627632" indent="-182880" algn="l" rtl="0" eaLnBrk="1" latinLnBrk="0" hangingPunct="1">
                  <a:spcBef>
                    <a:spcPct val="20000"/>
                  </a:spcBef>
                  <a:buClr>
                    <a:schemeClr val="accent6"/>
                  </a:buClr>
                  <a:buSzPct val="100000"/>
                  <a:buFont typeface="Wingdings 2"/>
                  <a:buChar char=""/>
                  <a:defRPr kumimoji="0" sz="2000" kern="1200">
                    <a:solidFill>
                      <a:schemeClr val="tx1"/>
                    </a:solidFill>
                    <a:latin typeface="+mn-lt"/>
                    <a:ea typeface="+mn-ea"/>
                    <a:cs typeface="+mn-cs"/>
                  </a:defRPr>
                </a:lvl6pPr>
                <a:lvl7pPr marL="1828800" indent="-182880" algn="l" rtl="0" eaLnBrk="1" latinLnBrk="0" hangingPunct="1">
                  <a:spcBef>
                    <a:spcPct val="20000"/>
                  </a:spcBef>
                  <a:buClr>
                    <a:schemeClr val="accent1"/>
                  </a:buClr>
                  <a:buSzPct val="100000"/>
                  <a:buFont typeface="Wingdings 2"/>
                  <a:buChar char=""/>
                  <a:defRPr kumimoji="0" sz="1800" kern="1200">
                    <a:solidFill>
                      <a:schemeClr val="tx1"/>
                    </a:solidFill>
                    <a:latin typeface="+mn-lt"/>
                    <a:ea typeface="+mn-ea"/>
                    <a:cs typeface="+mn-cs"/>
                  </a:defRPr>
                </a:lvl7pPr>
                <a:lvl8pPr marL="2029968" indent="-182880" algn="l" rtl="0" eaLnBrk="1" latinLnBrk="0" hangingPunct="1">
                  <a:spcBef>
                    <a:spcPct val="20000"/>
                  </a:spcBef>
                  <a:buClr>
                    <a:schemeClr val="accent2"/>
                  </a:buClr>
                  <a:buFont typeface="Wingdings 2" pitchFamily="18" charset="2"/>
                  <a:buChar char=""/>
                  <a:defRPr kumimoji="0" sz="1800" kern="1200">
                    <a:solidFill>
                      <a:schemeClr val="tx1"/>
                    </a:solidFill>
                    <a:latin typeface="+mn-lt"/>
                    <a:ea typeface="+mn-ea"/>
                    <a:cs typeface="+mn-cs"/>
                  </a:defRPr>
                </a:lvl8pPr>
                <a:lvl9pPr marL="2231136" indent="-182880" algn="l" rtl="0" eaLnBrk="1" latinLnBrk="0" hangingPunct="1">
                  <a:spcBef>
                    <a:spcPct val="20000"/>
                  </a:spcBef>
                  <a:buClr>
                    <a:schemeClr val="accent3"/>
                  </a:buClr>
                  <a:buFont typeface="Wingdings 2" pitchFamily="18" charset="2"/>
                  <a:buChar char=""/>
                  <a:defRPr kumimoji="0" sz="1800" kern="1200" baseline="0">
                    <a:solidFill>
                      <a:schemeClr val="tx1"/>
                    </a:solidFill>
                    <a:latin typeface="+mn-lt"/>
                    <a:ea typeface="+mn-ea"/>
                    <a:cs typeface="+mn-cs"/>
                  </a:defRPr>
                </a:lvl9pPr>
                <a:extLst/>
              </a:lstStyle>
              <a:p>
                <a:pPr>
                  <a:lnSpc>
                    <a:spcPts val="4000"/>
                  </a:lnSpc>
                </a:pPr>
                <a:r>
                  <a:rPr lang="zh-CN" altLang="en-US" sz="2800" b="1" dirty="0"/>
                  <a:t>称系统 </a:t>
                </a:r>
                <a14:m>
                  <m:oMath xmlns:m="http://schemas.openxmlformats.org/officeDocument/2006/math">
                    <m:acc>
                      <m:accPr>
                        <m:chr m:val="̇"/>
                        <m:ctrlPr>
                          <a:rPr lang="zh-CN" altLang="en-US" sz="2800" b="1" i="1" smtClean="0">
                            <a:solidFill>
                              <a:schemeClr val="bg1"/>
                            </a:solidFill>
                            <a:latin typeface="Cambria Math" panose="02040503050406030204" pitchFamily="18" charset="0"/>
                          </a:rPr>
                        </m:ctrlPr>
                      </m:accPr>
                      <m:e>
                        <m:r>
                          <a:rPr lang="zh-CN" altLang="en-US" sz="2800" b="1" i="1">
                            <a:solidFill>
                              <a:schemeClr val="bg1"/>
                            </a:solidFill>
                            <a:latin typeface="Cambria Math" panose="02040503050406030204" pitchFamily="18" charset="0"/>
                          </a:rPr>
                          <m:t>𝒙</m:t>
                        </m:r>
                      </m:e>
                    </m:acc>
                    <m:r>
                      <a:rPr lang="zh-CN" altLang="en-US" sz="2800" i="1">
                        <a:solidFill>
                          <a:schemeClr val="bg1"/>
                        </a:solidFill>
                        <a:latin typeface="Cambria Math" panose="02040503050406030204" pitchFamily="18" charset="0"/>
                      </a:rPr>
                      <m:t>=</m:t>
                    </m:r>
                    <m:r>
                      <a:rPr lang="zh-CN" altLang="en-US" sz="2800" b="1" i="1">
                        <a:solidFill>
                          <a:schemeClr val="bg1"/>
                        </a:solidFill>
                        <a:latin typeface="Cambria Math" panose="02040503050406030204" pitchFamily="18" charset="0"/>
                      </a:rPr>
                      <m:t>𝒇</m:t>
                    </m:r>
                    <m:r>
                      <a:rPr lang="zh-CN" altLang="en-US" sz="2800" i="1">
                        <a:solidFill>
                          <a:schemeClr val="bg1"/>
                        </a:solidFill>
                        <a:latin typeface="Cambria Math" panose="02040503050406030204" pitchFamily="18" charset="0"/>
                      </a:rPr>
                      <m:t>(</m:t>
                    </m:r>
                    <m:r>
                      <a:rPr lang="zh-CN" altLang="en-US" sz="2800" b="1" i="1">
                        <a:solidFill>
                          <a:schemeClr val="bg1"/>
                        </a:solidFill>
                        <a:latin typeface="Cambria Math" panose="02040503050406030204" pitchFamily="18" charset="0"/>
                      </a:rPr>
                      <m:t>𝒙</m:t>
                    </m:r>
                    <m:r>
                      <a:rPr lang="zh-CN" altLang="en-US" sz="2800" i="1">
                        <a:solidFill>
                          <a:schemeClr val="bg1"/>
                        </a:solidFill>
                        <a:latin typeface="Cambria Math" panose="02040503050406030204" pitchFamily="18" charset="0"/>
                      </a:rPr>
                      <m:t>,</m:t>
                    </m:r>
                    <m:r>
                      <a:rPr lang="zh-CN" altLang="en-US" sz="2800" i="1">
                        <a:solidFill>
                          <a:schemeClr val="bg1"/>
                        </a:solidFill>
                        <a:latin typeface="Cambria Math" panose="02040503050406030204" pitchFamily="18" charset="0"/>
                      </a:rPr>
                      <m:t>𝑡</m:t>
                    </m:r>
                    <m:r>
                      <a:rPr lang="zh-CN" altLang="en-US" sz="2800" i="1">
                        <a:solidFill>
                          <a:schemeClr val="bg1"/>
                        </a:solidFill>
                        <a:latin typeface="Cambria Math" panose="02040503050406030204" pitchFamily="18" charset="0"/>
                      </a:rPr>
                      <m:t>)</m:t>
                    </m:r>
                  </m:oMath>
                </a14:m>
                <a:r>
                  <a:rPr lang="zh-CN" altLang="en-US" sz="2800" b="1" dirty="0"/>
                  <a:t>的平衡点 </a:t>
                </a:r>
                <a14:m>
                  <m:oMath xmlns:m="http://schemas.openxmlformats.org/officeDocument/2006/math">
                    <m:r>
                      <a:rPr lang="zh-CN" altLang="en-US" sz="2800" b="1" i="1" smtClean="0">
                        <a:solidFill>
                          <a:schemeClr val="bg1"/>
                        </a:solidFill>
                        <a:latin typeface="Cambria Math" panose="02040503050406030204" pitchFamily="18" charset="0"/>
                      </a:rPr>
                      <m:t>𝒙</m:t>
                    </m:r>
                    <m:r>
                      <a:rPr lang="zh-CN" altLang="en-US" sz="2800" i="1">
                        <a:solidFill>
                          <a:schemeClr val="bg1"/>
                        </a:solidFill>
                        <a:latin typeface="Cambria Math" panose="02040503050406030204" pitchFamily="18" charset="0"/>
                      </a:rPr>
                      <m:t>=0</m:t>
                    </m:r>
                  </m:oMath>
                </a14:m>
                <a:r>
                  <a:rPr lang="zh-CN" altLang="en-US" sz="2800" b="1" dirty="0"/>
                  <a:t>           </a:t>
                </a:r>
                <a:endParaRPr lang="en-US" altLang="zh-CN" sz="2800" b="1" dirty="0"/>
              </a:p>
              <a:p>
                <a:pPr marL="118872" indent="0">
                  <a:lnSpc>
                    <a:spcPts val="4000"/>
                  </a:lnSpc>
                  <a:buNone/>
                </a:pPr>
                <a:r>
                  <a:rPr lang="en-US" altLang="zh-CN" sz="2800" b="1" dirty="0"/>
                  <a:t>(1) </a:t>
                </a:r>
                <a:r>
                  <a:rPr lang="en-US" altLang="zh-CN" sz="2800" b="1" dirty="0">
                    <a:solidFill>
                      <a:srgbClr val="FFFF00"/>
                    </a:solidFill>
                  </a:rPr>
                  <a:t>Lyapunov</a:t>
                </a:r>
                <a:r>
                  <a:rPr lang="zh-CN" altLang="en-US" sz="2800" b="1" dirty="0">
                    <a:solidFill>
                      <a:srgbClr val="FFFF00"/>
                    </a:solidFill>
                  </a:rPr>
                  <a:t>稳定</a:t>
                </a:r>
                <a:r>
                  <a:rPr lang="zh-CN" altLang="en-US" sz="2800" b="1" dirty="0"/>
                  <a:t>，如果：</a:t>
                </a:r>
                <a:br>
                  <a:rPr lang="en-US" altLang="zh-CN" sz="2800" b="1" dirty="0"/>
                </a:br>
                <a:r>
                  <a:rPr lang="zh-CN" altLang="en-US" sz="2800" b="1" dirty="0"/>
                  <a:t>对于任意 </a:t>
                </a:r>
                <a14:m>
                  <m:oMath xmlns:m="http://schemas.openxmlformats.org/officeDocument/2006/math">
                    <m:r>
                      <a:rPr lang="zh-CN" altLang="en-US" sz="2800" i="1" smtClean="0">
                        <a:solidFill>
                          <a:schemeClr val="bg1"/>
                        </a:solidFill>
                        <a:latin typeface="Cambria Math" panose="02040503050406030204" pitchFamily="18" charset="0"/>
                      </a:rPr>
                      <m:t>𝜀</m:t>
                    </m:r>
                    <m:r>
                      <a:rPr lang="zh-CN" altLang="en-US" sz="2800" i="1" smtClean="0">
                        <a:solidFill>
                          <a:schemeClr val="bg1"/>
                        </a:solidFill>
                        <a:latin typeface="Cambria Math" panose="02040503050406030204" pitchFamily="18" charset="0"/>
                      </a:rPr>
                      <m:t>&gt;0,  </m:t>
                    </m:r>
                    <m:sSub>
                      <m:sSubPr>
                        <m:ctrlPr>
                          <a:rPr lang="zh-CN" altLang="en-US" sz="2800" i="1">
                            <a:solidFill>
                              <a:schemeClr val="bg1"/>
                            </a:solidFill>
                            <a:latin typeface="Cambria Math" panose="02040503050406030204" pitchFamily="18" charset="0"/>
                          </a:rPr>
                        </m:ctrlPr>
                      </m:sSubPr>
                      <m:e>
                        <m:r>
                          <a:rPr lang="zh-CN" altLang="en-US" sz="2800" i="1">
                            <a:solidFill>
                              <a:schemeClr val="bg1"/>
                            </a:solidFill>
                            <a:latin typeface="Cambria Math" panose="02040503050406030204" pitchFamily="18" charset="0"/>
                          </a:rPr>
                          <m:t>𝑡</m:t>
                        </m:r>
                      </m:e>
                      <m:sub>
                        <m:r>
                          <a:rPr lang="zh-CN" altLang="en-US" sz="2800" i="1">
                            <a:solidFill>
                              <a:schemeClr val="bg1"/>
                            </a:solidFill>
                            <a:latin typeface="Cambria Math" panose="02040503050406030204" pitchFamily="18" charset="0"/>
                          </a:rPr>
                          <m:t>0</m:t>
                        </m:r>
                      </m:sub>
                    </m:sSub>
                    <m:r>
                      <a:rPr lang="zh-CN" altLang="en-US" sz="2800" i="1">
                        <a:solidFill>
                          <a:schemeClr val="bg1"/>
                        </a:solidFill>
                        <a:latin typeface="Cambria Math" panose="02040503050406030204" pitchFamily="18" charset="0"/>
                      </a:rPr>
                      <m:t>≥0</m:t>
                    </m:r>
                  </m:oMath>
                </a14:m>
                <a:r>
                  <a:rPr lang="zh-CN" altLang="en-US" sz="2800" b="1" dirty="0"/>
                  <a:t>，都存在 </a:t>
                </a:r>
                <a14:m>
                  <m:oMath xmlns:m="http://schemas.openxmlformats.org/officeDocument/2006/math">
                    <m:r>
                      <a:rPr lang="zh-CN" altLang="en-US" sz="2800" i="1" smtClean="0">
                        <a:solidFill>
                          <a:schemeClr val="bg1"/>
                        </a:solidFill>
                        <a:latin typeface="Cambria Math" panose="02040503050406030204" pitchFamily="18" charset="0"/>
                      </a:rPr>
                      <m:t>𝛿</m:t>
                    </m:r>
                    <m:d>
                      <m:dPr>
                        <m:ctrlPr>
                          <a:rPr lang="en-US" altLang="zh-CN" sz="2800" i="1" smtClean="0">
                            <a:solidFill>
                              <a:schemeClr val="bg1"/>
                            </a:solidFill>
                            <a:latin typeface="Cambria Math" panose="02040503050406030204" pitchFamily="18" charset="0"/>
                          </a:rPr>
                        </m:ctrlPr>
                      </m:dPr>
                      <m:e>
                        <m:r>
                          <a:rPr lang="zh-CN" altLang="en-US" sz="2800" i="1" smtClean="0">
                            <a:solidFill>
                              <a:schemeClr val="bg1"/>
                            </a:solidFill>
                            <a:latin typeface="Cambria Math" panose="02040503050406030204" pitchFamily="18" charset="0"/>
                          </a:rPr>
                          <m:t>𝜀</m:t>
                        </m:r>
                        <m:r>
                          <a:rPr lang="en-US" altLang="zh-CN" sz="2800" b="0" i="1" smtClean="0">
                            <a:solidFill>
                              <a:schemeClr val="bg1"/>
                            </a:solidFill>
                            <a:latin typeface="Cambria Math" panose="02040503050406030204" pitchFamily="18" charset="0"/>
                          </a:rPr>
                          <m:t>,</m:t>
                        </m:r>
                        <m:sSub>
                          <m:sSubPr>
                            <m:ctrlPr>
                              <a:rPr lang="en-US" altLang="zh-CN" sz="2800" b="0" i="1" smtClean="0">
                                <a:solidFill>
                                  <a:srgbClr val="FFFF00"/>
                                </a:solidFill>
                                <a:latin typeface="Cambria Math" panose="02040503050406030204" pitchFamily="18" charset="0"/>
                              </a:rPr>
                            </m:ctrlPr>
                          </m:sSubPr>
                          <m:e>
                            <m:r>
                              <a:rPr lang="en-US" altLang="zh-CN" sz="2800" b="0" i="1" smtClean="0">
                                <a:solidFill>
                                  <a:srgbClr val="FFFF00"/>
                                </a:solidFill>
                                <a:latin typeface="Cambria Math" panose="02040503050406030204" pitchFamily="18" charset="0"/>
                              </a:rPr>
                              <m:t>𝑡</m:t>
                            </m:r>
                          </m:e>
                          <m:sub>
                            <m:r>
                              <a:rPr lang="en-US" altLang="zh-CN" sz="2800" b="0" i="1" smtClean="0">
                                <a:solidFill>
                                  <a:srgbClr val="FFFF00"/>
                                </a:solidFill>
                                <a:latin typeface="Cambria Math" panose="02040503050406030204" pitchFamily="18" charset="0"/>
                              </a:rPr>
                              <m:t>0</m:t>
                            </m:r>
                          </m:sub>
                        </m:sSub>
                      </m:e>
                    </m:d>
                    <m:r>
                      <a:rPr lang="en-US" altLang="zh-CN" sz="2800" b="0" i="1" smtClean="0">
                        <a:solidFill>
                          <a:schemeClr val="bg1"/>
                        </a:solidFill>
                        <a:latin typeface="Cambria Math" panose="02040503050406030204" pitchFamily="18" charset="0"/>
                      </a:rPr>
                      <m:t>&gt;0</m:t>
                    </m:r>
                  </m:oMath>
                </a14:m>
                <a:r>
                  <a:rPr lang="zh-CN" altLang="en-US" sz="2800" b="1" dirty="0"/>
                  <a:t>，使得</a:t>
                </a:r>
                <a:br>
                  <a:rPr lang="en-US" altLang="zh-CN" sz="2800" b="1" dirty="0"/>
                </a:br>
                <a:r>
                  <a:rPr lang="zh-CN" altLang="en-US" sz="2800" b="1" dirty="0"/>
                  <a:t>当</a:t>
                </a:r>
                <a14:m>
                  <m:oMath xmlns:m="http://schemas.openxmlformats.org/officeDocument/2006/math">
                    <m:d>
                      <m:dPr>
                        <m:begChr m:val="‖"/>
                        <m:endChr m:val="‖"/>
                        <m:ctrlPr>
                          <a:rPr lang="zh-CN" altLang="en-US" sz="2800" i="1" smtClean="0">
                            <a:solidFill>
                              <a:schemeClr val="bg1"/>
                            </a:solidFill>
                            <a:latin typeface="Cambria Math" panose="02040503050406030204" pitchFamily="18" charset="0"/>
                          </a:rPr>
                        </m:ctrlPr>
                      </m:dPr>
                      <m:e>
                        <m:r>
                          <a:rPr lang="zh-CN" altLang="en-US" sz="2800" b="1" i="1">
                            <a:solidFill>
                              <a:schemeClr val="bg1"/>
                            </a:solidFill>
                            <a:latin typeface="Cambria Math" panose="02040503050406030204" pitchFamily="18" charset="0"/>
                          </a:rPr>
                          <m:t>𝒙</m:t>
                        </m:r>
                        <m:r>
                          <a:rPr lang="zh-CN" altLang="en-US" sz="2800" i="1">
                            <a:solidFill>
                              <a:schemeClr val="bg1"/>
                            </a:solidFill>
                            <a:latin typeface="Cambria Math" panose="02040503050406030204" pitchFamily="18" charset="0"/>
                          </a:rPr>
                          <m:t>(</m:t>
                        </m:r>
                        <m:sSub>
                          <m:sSubPr>
                            <m:ctrlPr>
                              <a:rPr lang="zh-CN" altLang="en-US" sz="2800" i="1">
                                <a:solidFill>
                                  <a:schemeClr val="bg1"/>
                                </a:solidFill>
                                <a:latin typeface="Cambria Math" panose="02040503050406030204" pitchFamily="18" charset="0"/>
                              </a:rPr>
                            </m:ctrlPr>
                          </m:sSubPr>
                          <m:e>
                            <m:r>
                              <a:rPr lang="zh-CN" altLang="en-US" sz="2800" i="1">
                                <a:solidFill>
                                  <a:schemeClr val="bg1"/>
                                </a:solidFill>
                                <a:latin typeface="Cambria Math" panose="02040503050406030204" pitchFamily="18" charset="0"/>
                              </a:rPr>
                              <m:t>𝑡</m:t>
                            </m:r>
                          </m:e>
                          <m:sub>
                            <m:r>
                              <a:rPr lang="zh-CN" altLang="en-US" sz="2800" i="1">
                                <a:solidFill>
                                  <a:schemeClr val="bg1"/>
                                </a:solidFill>
                                <a:latin typeface="Cambria Math" panose="02040503050406030204" pitchFamily="18" charset="0"/>
                              </a:rPr>
                              <m:t>0</m:t>
                            </m:r>
                          </m:sub>
                        </m:sSub>
                        <m:r>
                          <a:rPr lang="zh-CN" altLang="en-US" sz="2800" i="1">
                            <a:solidFill>
                              <a:schemeClr val="bg1"/>
                            </a:solidFill>
                            <a:latin typeface="Cambria Math" panose="02040503050406030204" pitchFamily="18" charset="0"/>
                          </a:rPr>
                          <m:t>)</m:t>
                        </m:r>
                      </m:e>
                    </m:d>
                    <m:r>
                      <a:rPr lang="zh-CN" altLang="en-US" sz="2800" i="1">
                        <a:solidFill>
                          <a:schemeClr val="bg1"/>
                        </a:solidFill>
                        <a:latin typeface="Cambria Math" panose="02040503050406030204" pitchFamily="18" charset="0"/>
                      </a:rPr>
                      <m:t>&lt;</m:t>
                    </m:r>
                    <m:r>
                      <a:rPr lang="zh-CN" altLang="en-US" sz="2800" i="1">
                        <a:solidFill>
                          <a:schemeClr val="bg1"/>
                        </a:solidFill>
                        <a:latin typeface="Cambria Math" panose="02040503050406030204" pitchFamily="18" charset="0"/>
                      </a:rPr>
                      <m:t>𝛿</m:t>
                    </m:r>
                  </m:oMath>
                </a14:m>
                <a:r>
                  <a:rPr lang="zh-CN" altLang="en-US" sz="2800" b="1" dirty="0"/>
                  <a:t>时，都有</a:t>
                </a:r>
                <a14:m>
                  <m:oMath xmlns:m="http://schemas.openxmlformats.org/officeDocument/2006/math">
                    <m:d>
                      <m:dPr>
                        <m:begChr m:val="‖"/>
                        <m:endChr m:val="‖"/>
                        <m:ctrlPr>
                          <a:rPr lang="zh-CN" altLang="en-US" sz="2800" i="1" smtClean="0">
                            <a:solidFill>
                              <a:schemeClr val="bg1"/>
                            </a:solidFill>
                            <a:latin typeface="Cambria Math" panose="02040503050406030204" pitchFamily="18" charset="0"/>
                          </a:rPr>
                        </m:ctrlPr>
                      </m:dPr>
                      <m:e>
                        <m:r>
                          <a:rPr lang="zh-CN" altLang="en-US" sz="2800" b="1" i="1">
                            <a:solidFill>
                              <a:schemeClr val="bg1"/>
                            </a:solidFill>
                            <a:latin typeface="Cambria Math" panose="02040503050406030204" pitchFamily="18" charset="0"/>
                          </a:rPr>
                          <m:t>𝒙</m:t>
                        </m:r>
                        <m:r>
                          <a:rPr lang="zh-CN" altLang="en-US" sz="2800" i="1">
                            <a:solidFill>
                              <a:schemeClr val="bg1"/>
                            </a:solidFill>
                            <a:latin typeface="Cambria Math" panose="02040503050406030204" pitchFamily="18" charset="0"/>
                          </a:rPr>
                          <m:t>(</m:t>
                        </m:r>
                        <m:r>
                          <a:rPr lang="zh-CN" altLang="en-US" sz="2800" i="1">
                            <a:solidFill>
                              <a:schemeClr val="bg1"/>
                            </a:solidFill>
                            <a:latin typeface="Cambria Math" panose="02040503050406030204" pitchFamily="18" charset="0"/>
                          </a:rPr>
                          <m:t>𝑡</m:t>
                        </m:r>
                        <m:r>
                          <a:rPr lang="zh-CN" altLang="en-US" sz="2800" i="0">
                            <a:solidFill>
                              <a:schemeClr val="bg1"/>
                            </a:solidFill>
                            <a:latin typeface="Cambria Math" panose="02040503050406030204" pitchFamily="18" charset="0"/>
                          </a:rPr>
                          <m:t>,</m:t>
                        </m:r>
                        <m:sSub>
                          <m:sSubPr>
                            <m:ctrlPr>
                              <a:rPr lang="zh-CN" altLang="en-US" sz="2800" i="1">
                                <a:solidFill>
                                  <a:schemeClr val="bg1"/>
                                </a:solidFill>
                                <a:latin typeface="Cambria Math" panose="02040503050406030204" pitchFamily="18" charset="0"/>
                              </a:rPr>
                            </m:ctrlPr>
                          </m:sSubPr>
                          <m:e>
                            <m:r>
                              <a:rPr lang="zh-CN" altLang="en-US" sz="2800" i="1">
                                <a:solidFill>
                                  <a:schemeClr val="bg1"/>
                                </a:solidFill>
                                <a:latin typeface="Cambria Math" panose="02040503050406030204" pitchFamily="18" charset="0"/>
                              </a:rPr>
                              <m:t>𝑡</m:t>
                            </m:r>
                          </m:e>
                          <m:sub>
                            <m:r>
                              <a:rPr lang="zh-CN" altLang="en-US" sz="2800" i="1">
                                <a:solidFill>
                                  <a:schemeClr val="bg1"/>
                                </a:solidFill>
                                <a:latin typeface="Cambria Math" panose="02040503050406030204" pitchFamily="18" charset="0"/>
                              </a:rPr>
                              <m:t>0</m:t>
                            </m:r>
                          </m:sub>
                        </m:sSub>
                        <m:r>
                          <a:rPr lang="zh-CN" altLang="en-US" sz="2800" i="1">
                            <a:solidFill>
                              <a:schemeClr val="bg1"/>
                            </a:solidFill>
                            <a:latin typeface="Cambria Math" panose="02040503050406030204" pitchFamily="18" charset="0"/>
                          </a:rPr>
                          <m:t>,</m:t>
                        </m:r>
                        <m:sSub>
                          <m:sSubPr>
                            <m:ctrlPr>
                              <a:rPr lang="zh-CN" altLang="en-US" sz="2800" i="1">
                                <a:solidFill>
                                  <a:schemeClr val="bg1"/>
                                </a:solidFill>
                                <a:latin typeface="Cambria Math" panose="02040503050406030204" pitchFamily="18" charset="0"/>
                              </a:rPr>
                            </m:ctrlPr>
                          </m:sSubPr>
                          <m:e>
                            <m:r>
                              <a:rPr lang="zh-CN" altLang="en-US" sz="2800" b="1" i="1">
                                <a:solidFill>
                                  <a:schemeClr val="bg1"/>
                                </a:solidFill>
                                <a:latin typeface="Cambria Math" panose="02040503050406030204" pitchFamily="18" charset="0"/>
                              </a:rPr>
                              <m:t>𝒙</m:t>
                            </m:r>
                          </m:e>
                          <m:sub>
                            <m:r>
                              <a:rPr lang="zh-CN" altLang="en-US" sz="2800" i="1">
                                <a:solidFill>
                                  <a:schemeClr val="bg1"/>
                                </a:solidFill>
                                <a:latin typeface="Cambria Math" panose="02040503050406030204" pitchFamily="18" charset="0"/>
                              </a:rPr>
                              <m:t>0</m:t>
                            </m:r>
                          </m:sub>
                        </m:sSub>
                        <m:r>
                          <a:rPr lang="zh-CN" altLang="en-US" sz="2800" i="1">
                            <a:solidFill>
                              <a:schemeClr val="bg1"/>
                            </a:solidFill>
                            <a:latin typeface="Cambria Math" panose="02040503050406030204" pitchFamily="18" charset="0"/>
                          </a:rPr>
                          <m:t>)</m:t>
                        </m:r>
                      </m:e>
                    </m:d>
                    <m:r>
                      <a:rPr lang="zh-CN" altLang="en-US" sz="2800" i="1">
                        <a:solidFill>
                          <a:schemeClr val="bg1"/>
                        </a:solidFill>
                        <a:latin typeface="Cambria Math" panose="02040503050406030204" pitchFamily="18" charset="0"/>
                      </a:rPr>
                      <m:t>&lt;</m:t>
                    </m:r>
                    <m:r>
                      <a:rPr lang="zh-CN" altLang="en-US" sz="2800" i="1">
                        <a:solidFill>
                          <a:schemeClr val="bg1"/>
                        </a:solidFill>
                        <a:latin typeface="Cambria Math" panose="02040503050406030204" pitchFamily="18" charset="0"/>
                      </a:rPr>
                      <m:t>𝜀</m:t>
                    </m:r>
                    <m:r>
                      <a:rPr lang="zh-CN" altLang="en-US" sz="2800" i="1">
                        <a:solidFill>
                          <a:schemeClr val="bg1"/>
                        </a:solidFill>
                        <a:latin typeface="Cambria Math" panose="02040503050406030204" pitchFamily="18" charset="0"/>
                      </a:rPr>
                      <m:t>,  ​​​​</m:t>
                    </m:r>
                    <m:r>
                      <a:rPr lang="zh-CN" altLang="en-US" sz="2800" i="1">
                        <a:solidFill>
                          <a:schemeClr val="bg1"/>
                        </a:solidFill>
                        <a:latin typeface="Cambria Math" panose="02040503050406030204" pitchFamily="18" charset="0"/>
                      </a:rPr>
                      <m:t>𝑡</m:t>
                    </m:r>
                    <m:r>
                      <a:rPr lang="zh-CN" altLang="en-US" sz="2800" i="1">
                        <a:solidFill>
                          <a:schemeClr val="bg1"/>
                        </a:solidFill>
                        <a:latin typeface="Cambria Math" panose="02040503050406030204" pitchFamily="18" charset="0"/>
                      </a:rPr>
                      <m:t>≥</m:t>
                    </m:r>
                    <m:sSub>
                      <m:sSubPr>
                        <m:ctrlPr>
                          <a:rPr lang="zh-CN" altLang="en-US" sz="2800" i="1">
                            <a:solidFill>
                              <a:schemeClr val="bg1"/>
                            </a:solidFill>
                            <a:latin typeface="Cambria Math" panose="02040503050406030204" pitchFamily="18" charset="0"/>
                          </a:rPr>
                        </m:ctrlPr>
                      </m:sSubPr>
                      <m:e>
                        <m:r>
                          <a:rPr lang="zh-CN" altLang="en-US" sz="2800" i="1">
                            <a:solidFill>
                              <a:schemeClr val="bg1"/>
                            </a:solidFill>
                            <a:latin typeface="Cambria Math" panose="02040503050406030204" pitchFamily="18" charset="0"/>
                          </a:rPr>
                          <m:t>𝑡</m:t>
                        </m:r>
                      </m:e>
                      <m:sub>
                        <m:r>
                          <a:rPr lang="zh-CN" altLang="en-US" sz="2800" i="1">
                            <a:solidFill>
                              <a:schemeClr val="bg1"/>
                            </a:solidFill>
                            <a:latin typeface="Cambria Math" panose="02040503050406030204" pitchFamily="18" charset="0"/>
                          </a:rPr>
                          <m:t>0</m:t>
                        </m:r>
                      </m:sub>
                    </m:sSub>
                    <m:r>
                      <a:rPr lang="zh-CN" altLang="en-US" sz="2800" i="1">
                        <a:solidFill>
                          <a:schemeClr val="bg1"/>
                        </a:solidFill>
                        <a:latin typeface="Cambria Math" panose="02040503050406030204" pitchFamily="18" charset="0"/>
                      </a:rPr>
                      <m:t> </m:t>
                    </m:r>
                  </m:oMath>
                </a14:m>
                <a:r>
                  <a:rPr lang="zh-CN" altLang="en-US" sz="2800" b="1" dirty="0"/>
                  <a:t>；</a:t>
                </a:r>
                <a:endParaRPr lang="en-US" altLang="zh-CN" sz="2800" b="1" dirty="0"/>
              </a:p>
              <a:p>
                <a:pPr marL="118872" indent="0">
                  <a:lnSpc>
                    <a:spcPts val="4000"/>
                  </a:lnSpc>
                  <a:buNone/>
                </a:pPr>
                <a:r>
                  <a:rPr lang="en-US" altLang="zh-CN" sz="2800" b="1" dirty="0"/>
                  <a:t>(2) </a:t>
                </a:r>
                <a:r>
                  <a:rPr lang="zh-CN" altLang="en-US" sz="2800" b="1" dirty="0">
                    <a:solidFill>
                      <a:srgbClr val="FFFF00"/>
                    </a:solidFill>
                  </a:rPr>
                  <a:t>不稳定</a:t>
                </a:r>
                <a:r>
                  <a:rPr lang="zh-CN" altLang="en-US" sz="2800" b="1" dirty="0"/>
                  <a:t>（</a:t>
                </a:r>
                <a:r>
                  <a:rPr lang="en-US" altLang="zh-CN" sz="2800" b="1" dirty="0"/>
                  <a:t>unstable</a:t>
                </a:r>
                <a:r>
                  <a:rPr lang="zh-CN" altLang="en-US" sz="2800" b="1" dirty="0"/>
                  <a:t>），如果上述条件</a:t>
                </a:r>
                <a:r>
                  <a:rPr lang="zh-CN" altLang="en-US" sz="2800" b="1" dirty="0">
                    <a:solidFill>
                      <a:srgbClr val="FFFF00"/>
                    </a:solidFill>
                  </a:rPr>
                  <a:t>不</a:t>
                </a:r>
                <a:r>
                  <a:rPr lang="zh-CN" altLang="en-US" sz="2800" b="1" dirty="0"/>
                  <a:t>满足。</a:t>
                </a:r>
                <a:endParaRPr lang="en-US" altLang="zh-CN" sz="2800" b="1" dirty="0"/>
              </a:p>
            </p:txBody>
          </p:sp>
        </mc:Choice>
        <mc:Fallback xmlns="">
          <p:sp>
            <p:nvSpPr>
              <p:cNvPr id="9" name="内容占位符 2"/>
              <p:cNvSpPr txBox="1">
                <a:spLocks noRot="1" noChangeAspect="1" noMove="1" noResize="1" noEditPoints="1" noAdjustHandles="1" noChangeArrowheads="1" noChangeShapeType="1" noTextEdit="1"/>
              </p:cNvSpPr>
              <p:nvPr/>
            </p:nvSpPr>
            <p:spPr>
              <a:xfrm>
                <a:off x="438472" y="1196752"/>
                <a:ext cx="8382000" cy="2880320"/>
              </a:xfrm>
              <a:prstGeom prst="rect">
                <a:avLst/>
              </a:prstGeom>
              <a:blipFill>
                <a:blip r:embed="rId3"/>
                <a:stretch>
                  <a:fillRect l="-582" r="-436"/>
                </a:stretch>
              </a:blipFill>
            </p:spPr>
            <p:txBody>
              <a:bodyPr/>
              <a:lstStyle/>
              <a:p>
                <a:r>
                  <a:rPr lang="zh-CN" altLang="en-US">
                    <a:noFill/>
                  </a:rPr>
                  <a:t> </a:t>
                </a:r>
              </a:p>
            </p:txBody>
          </p:sp>
        </mc:Fallback>
      </mc:AlternateContent>
      <p:pic>
        <p:nvPicPr>
          <p:cNvPr id="34822" name="Picture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23728" y="4005064"/>
            <a:ext cx="4896544" cy="2230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9" name="TextBox 18"/>
          <p:cNvSpPr txBox="1"/>
          <p:nvPr/>
        </p:nvSpPr>
        <p:spPr>
          <a:xfrm>
            <a:off x="3393889" y="6192862"/>
            <a:ext cx="2356222" cy="461665"/>
          </a:xfrm>
          <a:prstGeom prst="rect">
            <a:avLst/>
          </a:prstGeom>
          <a:noFill/>
        </p:spPr>
        <p:txBody>
          <a:bodyPr wrap="none" rtlCol="0">
            <a:spAutoFit/>
          </a:bodyPr>
          <a:lstStyle/>
          <a:p>
            <a:r>
              <a:rPr lang="en-US" altLang="zh-CN" sz="2400" b="1" dirty="0" err="1">
                <a:solidFill>
                  <a:srgbClr val="FFFF00"/>
                </a:solidFill>
                <a:latin typeface="Times New Roman" pitchFamily="18" charset="0"/>
                <a:cs typeface="Times New Roman" pitchFamily="18" charset="0"/>
              </a:rPr>
              <a:t>Lyapunov</a:t>
            </a:r>
            <a:r>
              <a:rPr lang="en-US" altLang="zh-CN" sz="2400" b="1" dirty="0">
                <a:solidFill>
                  <a:srgbClr val="FFFF00"/>
                </a:solidFill>
                <a:latin typeface="Times New Roman" pitchFamily="18" charset="0"/>
                <a:cs typeface="Times New Roman" pitchFamily="18" charset="0"/>
              </a:rPr>
              <a:t> stable</a:t>
            </a:r>
            <a:endParaRPr lang="zh-CN" altLang="en-US" sz="2400" b="1" dirty="0">
              <a:solidFill>
                <a:srgbClr val="FFFF00"/>
              </a:solidFill>
              <a:latin typeface="Times New Roman" pitchFamily="18" charset="0"/>
              <a:cs typeface="Times New Roman" pitchFamily="18" charset="0"/>
            </a:endParaRPr>
          </a:p>
        </p:txBody>
      </p:sp>
      <p:sp>
        <p:nvSpPr>
          <p:cNvPr id="18" name="日期占位符 3"/>
          <p:cNvSpPr txBox="1">
            <a:spLocks/>
          </p:cNvSpPr>
          <p:nvPr/>
        </p:nvSpPr>
        <p:spPr>
          <a:xfrm>
            <a:off x="457200" y="6476999"/>
            <a:ext cx="2133600" cy="274320"/>
          </a:xfrm>
          <a:prstGeom prst="rect">
            <a:avLst/>
          </a:prstGeom>
        </p:spPr>
        <p:txBody>
          <a:bodyPr vert="horz" lIns="109728" rIns="45720" bIns="0" rtlCol="0" anchor="b"/>
          <a:lstStyle>
            <a:defPPr>
              <a:defRPr lang="zh-CN"/>
            </a:defPPr>
            <a:lvl1pPr marL="0" algn="l" defTabSz="914400" rtl="0" eaLnBrk="1" latinLnBrk="0" hangingPunct="1">
              <a:defRPr kumimoji="0" sz="1800" kern="1200">
                <a:solidFill>
                  <a:srgbClr val="FF0000"/>
                </a:solidFill>
                <a:latin typeface="Times New Roman" pitchFamily="18" charset="0"/>
                <a:ea typeface="+mn-ea"/>
                <a:cs typeface="Times New Roman" pitchFamily="18"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dirty="0"/>
          </a:p>
        </p:txBody>
      </p:sp>
    </p:spTree>
    <p:extLst>
      <p:ext uri="{BB962C8B-B14F-4D97-AF65-F5344CB8AC3E}">
        <p14:creationId xmlns:p14="http://schemas.microsoft.com/office/powerpoint/2010/main" val="22217880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zh-CN" altLang="en-US" dirty="0"/>
              <a:t>非自治系统的稳定性</a:t>
            </a:r>
          </a:p>
        </p:txBody>
      </p:sp>
      <p:sp>
        <p:nvSpPr>
          <p:cNvPr id="7" name="灯片编号占位符 6"/>
          <p:cNvSpPr>
            <a:spLocks noGrp="1"/>
          </p:cNvSpPr>
          <p:nvPr>
            <p:ph type="sldNum" sz="quarter" idx="12"/>
          </p:nvPr>
        </p:nvSpPr>
        <p:spPr/>
        <p:txBody>
          <a:bodyPr/>
          <a:lstStyle/>
          <a:p>
            <a:fld id="{58C210BB-F110-452C-89E7-9EA0A8D47DCE}" type="slidenum">
              <a:rPr lang="zh-CN" altLang="en-US" smtClean="0"/>
              <a:pPr/>
              <a:t>8</a:t>
            </a:fld>
            <a:endParaRPr lang="zh-CN" altLang="en-US" dirty="0"/>
          </a:p>
        </p:txBody>
      </p:sp>
      <mc:AlternateContent xmlns:mc="http://schemas.openxmlformats.org/markup-compatibility/2006">
        <mc:Choice xmlns:a14="http://schemas.microsoft.com/office/drawing/2010/main" Requires="a14">
          <p:sp>
            <p:nvSpPr>
              <p:cNvPr id="9" name="内容占位符 2"/>
              <p:cNvSpPr txBox="1">
                <a:spLocks/>
              </p:cNvSpPr>
              <p:nvPr/>
            </p:nvSpPr>
            <p:spPr>
              <a:xfrm>
                <a:off x="438472" y="1196751"/>
                <a:ext cx="8382000" cy="4320482"/>
              </a:xfrm>
              <a:prstGeom prst="rect">
                <a:avLst/>
              </a:prstGeom>
            </p:spPr>
            <p:txBody>
              <a:bodyPr vert="horz" lIns="54864" tIns="91440" rtlCol="0">
                <a:normAutofit/>
              </a:bodyPr>
              <a:lstStyle>
                <a:lvl1pPr marL="438912" indent="-320040" algn="l" rtl="0" eaLnBrk="1" latinLnBrk="0" hangingPunct="1">
                  <a:spcBef>
                    <a:spcPts val="0"/>
                  </a:spcBef>
                  <a:buClr>
                    <a:schemeClr val="accent1"/>
                  </a:buClr>
                  <a:buSzPct val="80000"/>
                  <a:buFont typeface="Wingdings 2"/>
                  <a:buChar char=""/>
                  <a:defRPr kumimoji="0" sz="3200" kern="1200">
                    <a:solidFill>
                      <a:schemeClr val="bg1"/>
                    </a:solidFill>
                    <a:latin typeface="Times New Roman" pitchFamily="18" charset="0"/>
                    <a:ea typeface="+mn-ea"/>
                    <a:cs typeface="Times New Roman" pitchFamily="18" charset="0"/>
                  </a:defRPr>
                </a:lvl1pPr>
                <a:lvl2pPr marL="731520" indent="-274320" algn="l" rtl="0" eaLnBrk="1" latinLnBrk="0" hangingPunct="1">
                  <a:spcBef>
                    <a:spcPct val="20000"/>
                  </a:spcBef>
                  <a:buClr>
                    <a:schemeClr val="accent2"/>
                  </a:buClr>
                  <a:buSzPct val="90000"/>
                  <a:buFont typeface="Wingdings"/>
                  <a:buChar char=""/>
                  <a:defRPr kumimoji="0" sz="2800" kern="1200">
                    <a:solidFill>
                      <a:schemeClr val="bg1"/>
                    </a:solidFill>
                    <a:latin typeface="Times New Roman" pitchFamily="18" charset="0"/>
                    <a:ea typeface="+mn-ea"/>
                    <a:cs typeface="Times New Roman" pitchFamily="18" charset="0"/>
                  </a:defRPr>
                </a:lvl2pPr>
                <a:lvl3pPr marL="996696" indent="-228600" algn="l" rtl="0" eaLnBrk="1" latinLnBrk="0" hangingPunct="1">
                  <a:spcBef>
                    <a:spcPct val="20000"/>
                  </a:spcBef>
                  <a:buClr>
                    <a:schemeClr val="accent3"/>
                  </a:buClr>
                  <a:buFont typeface="Arial"/>
                  <a:buChar char="▪"/>
                  <a:defRPr kumimoji="0" sz="2400" kern="1200">
                    <a:solidFill>
                      <a:schemeClr val="bg1"/>
                    </a:solidFill>
                    <a:latin typeface="Times New Roman" pitchFamily="18" charset="0"/>
                    <a:ea typeface="+mn-ea"/>
                    <a:cs typeface="Times New Roman" pitchFamily="18" charset="0"/>
                  </a:defRPr>
                </a:lvl3pPr>
                <a:lvl4pPr marL="1216152" indent="-182880" algn="l" rtl="0" eaLnBrk="1" latinLnBrk="0" hangingPunct="1">
                  <a:spcBef>
                    <a:spcPct val="20000"/>
                  </a:spcBef>
                  <a:buClr>
                    <a:schemeClr val="accent4"/>
                  </a:buClr>
                  <a:buFont typeface="Arial"/>
                  <a:buChar char="▪"/>
                  <a:defRPr kumimoji="0" sz="2000" kern="1200">
                    <a:solidFill>
                      <a:schemeClr val="bg1"/>
                    </a:solidFill>
                    <a:latin typeface="Times New Roman" pitchFamily="18" charset="0"/>
                    <a:ea typeface="+mn-ea"/>
                    <a:cs typeface="Times New Roman" pitchFamily="18" charset="0"/>
                  </a:defRPr>
                </a:lvl4pPr>
                <a:lvl5pPr marL="1426464" indent="-182880" algn="l" rtl="0" eaLnBrk="1" latinLnBrk="0" hangingPunct="1">
                  <a:spcBef>
                    <a:spcPct val="20000"/>
                  </a:spcBef>
                  <a:buClr>
                    <a:schemeClr val="accent5"/>
                  </a:buClr>
                  <a:buFont typeface="Wingdings 3"/>
                  <a:buChar char=""/>
                  <a:defRPr kumimoji="0" lang="en-US" sz="2000" kern="1200" smtClean="0">
                    <a:solidFill>
                      <a:schemeClr val="tx1"/>
                    </a:solidFill>
                    <a:latin typeface="Times New Roman" pitchFamily="18" charset="0"/>
                    <a:ea typeface="+mn-ea"/>
                    <a:cs typeface="Times New Roman" pitchFamily="18" charset="0"/>
                  </a:defRPr>
                </a:lvl5pPr>
                <a:lvl6pPr marL="1627632" indent="-182880" algn="l" rtl="0" eaLnBrk="1" latinLnBrk="0" hangingPunct="1">
                  <a:spcBef>
                    <a:spcPct val="20000"/>
                  </a:spcBef>
                  <a:buClr>
                    <a:schemeClr val="accent6"/>
                  </a:buClr>
                  <a:buSzPct val="100000"/>
                  <a:buFont typeface="Wingdings 2"/>
                  <a:buChar char=""/>
                  <a:defRPr kumimoji="0" sz="2000" kern="1200">
                    <a:solidFill>
                      <a:schemeClr val="tx1"/>
                    </a:solidFill>
                    <a:latin typeface="+mn-lt"/>
                    <a:ea typeface="+mn-ea"/>
                    <a:cs typeface="+mn-cs"/>
                  </a:defRPr>
                </a:lvl6pPr>
                <a:lvl7pPr marL="1828800" indent="-182880" algn="l" rtl="0" eaLnBrk="1" latinLnBrk="0" hangingPunct="1">
                  <a:spcBef>
                    <a:spcPct val="20000"/>
                  </a:spcBef>
                  <a:buClr>
                    <a:schemeClr val="accent1"/>
                  </a:buClr>
                  <a:buSzPct val="100000"/>
                  <a:buFont typeface="Wingdings 2"/>
                  <a:buChar char=""/>
                  <a:defRPr kumimoji="0" sz="1800" kern="1200">
                    <a:solidFill>
                      <a:schemeClr val="tx1"/>
                    </a:solidFill>
                    <a:latin typeface="+mn-lt"/>
                    <a:ea typeface="+mn-ea"/>
                    <a:cs typeface="+mn-cs"/>
                  </a:defRPr>
                </a:lvl7pPr>
                <a:lvl8pPr marL="2029968" indent="-182880" algn="l" rtl="0" eaLnBrk="1" latinLnBrk="0" hangingPunct="1">
                  <a:spcBef>
                    <a:spcPct val="20000"/>
                  </a:spcBef>
                  <a:buClr>
                    <a:schemeClr val="accent2"/>
                  </a:buClr>
                  <a:buFont typeface="Wingdings 2" pitchFamily="18" charset="2"/>
                  <a:buChar char=""/>
                  <a:defRPr kumimoji="0" sz="1800" kern="1200">
                    <a:solidFill>
                      <a:schemeClr val="tx1"/>
                    </a:solidFill>
                    <a:latin typeface="+mn-lt"/>
                    <a:ea typeface="+mn-ea"/>
                    <a:cs typeface="+mn-cs"/>
                  </a:defRPr>
                </a:lvl8pPr>
                <a:lvl9pPr marL="2231136" indent="-182880" algn="l" rtl="0" eaLnBrk="1" latinLnBrk="0" hangingPunct="1">
                  <a:spcBef>
                    <a:spcPct val="20000"/>
                  </a:spcBef>
                  <a:buClr>
                    <a:schemeClr val="accent3"/>
                  </a:buClr>
                  <a:buFont typeface="Wingdings 2" pitchFamily="18" charset="2"/>
                  <a:buChar char=""/>
                  <a:defRPr kumimoji="0" sz="1800" kern="1200" baseline="0">
                    <a:solidFill>
                      <a:schemeClr val="tx1"/>
                    </a:solidFill>
                    <a:latin typeface="+mn-lt"/>
                    <a:ea typeface="+mn-ea"/>
                    <a:cs typeface="+mn-cs"/>
                  </a:defRPr>
                </a:lvl9pPr>
                <a:extLst/>
              </a:lstStyle>
              <a:p>
                <a:pPr>
                  <a:lnSpc>
                    <a:spcPts val="4000"/>
                  </a:lnSpc>
                </a:pPr>
                <a:r>
                  <a:rPr lang="zh-CN" altLang="en-US" sz="2800" b="1" dirty="0"/>
                  <a:t>称系统 </a:t>
                </a:r>
                <a14:m>
                  <m:oMath xmlns:m="http://schemas.openxmlformats.org/officeDocument/2006/math">
                    <m:acc>
                      <m:accPr>
                        <m:chr m:val="̇"/>
                        <m:ctrlPr>
                          <a:rPr lang="zh-CN" altLang="en-US" sz="2800" b="1" i="1" smtClean="0">
                            <a:solidFill>
                              <a:schemeClr val="bg1"/>
                            </a:solidFill>
                            <a:latin typeface="Cambria Math" panose="02040503050406030204" pitchFamily="18" charset="0"/>
                          </a:rPr>
                        </m:ctrlPr>
                      </m:accPr>
                      <m:e>
                        <m:r>
                          <a:rPr lang="zh-CN" altLang="en-US" sz="2800" b="1" i="1">
                            <a:solidFill>
                              <a:schemeClr val="bg1"/>
                            </a:solidFill>
                            <a:latin typeface="Cambria Math" panose="02040503050406030204" pitchFamily="18" charset="0"/>
                          </a:rPr>
                          <m:t>𝒙</m:t>
                        </m:r>
                      </m:e>
                    </m:acc>
                    <m:r>
                      <a:rPr lang="zh-CN" altLang="en-US" sz="2800" i="1">
                        <a:solidFill>
                          <a:schemeClr val="bg1"/>
                        </a:solidFill>
                        <a:latin typeface="Cambria Math" panose="02040503050406030204" pitchFamily="18" charset="0"/>
                      </a:rPr>
                      <m:t>=</m:t>
                    </m:r>
                    <m:r>
                      <a:rPr lang="zh-CN" altLang="en-US" sz="2800" b="1" i="1">
                        <a:solidFill>
                          <a:schemeClr val="bg1"/>
                        </a:solidFill>
                        <a:latin typeface="Cambria Math" panose="02040503050406030204" pitchFamily="18" charset="0"/>
                      </a:rPr>
                      <m:t>𝒇</m:t>
                    </m:r>
                    <m:r>
                      <a:rPr lang="zh-CN" altLang="en-US" sz="2800" i="1">
                        <a:solidFill>
                          <a:schemeClr val="bg1"/>
                        </a:solidFill>
                        <a:latin typeface="Cambria Math" panose="02040503050406030204" pitchFamily="18" charset="0"/>
                      </a:rPr>
                      <m:t>(</m:t>
                    </m:r>
                    <m:r>
                      <a:rPr lang="zh-CN" altLang="en-US" sz="2800" b="1" i="1">
                        <a:solidFill>
                          <a:schemeClr val="bg1"/>
                        </a:solidFill>
                        <a:latin typeface="Cambria Math" panose="02040503050406030204" pitchFamily="18" charset="0"/>
                      </a:rPr>
                      <m:t>𝒙</m:t>
                    </m:r>
                    <m:r>
                      <a:rPr lang="zh-CN" altLang="en-US" sz="2800" i="1">
                        <a:solidFill>
                          <a:schemeClr val="bg1"/>
                        </a:solidFill>
                        <a:latin typeface="Cambria Math" panose="02040503050406030204" pitchFamily="18" charset="0"/>
                      </a:rPr>
                      <m:t>,</m:t>
                    </m:r>
                    <m:r>
                      <a:rPr lang="zh-CN" altLang="en-US" sz="2800" i="1">
                        <a:solidFill>
                          <a:schemeClr val="bg1"/>
                        </a:solidFill>
                        <a:latin typeface="Cambria Math" panose="02040503050406030204" pitchFamily="18" charset="0"/>
                      </a:rPr>
                      <m:t>𝑡</m:t>
                    </m:r>
                    <m:r>
                      <a:rPr lang="zh-CN" altLang="en-US" sz="2800" i="1">
                        <a:solidFill>
                          <a:schemeClr val="bg1"/>
                        </a:solidFill>
                        <a:latin typeface="Cambria Math" panose="02040503050406030204" pitchFamily="18" charset="0"/>
                      </a:rPr>
                      <m:t>)</m:t>
                    </m:r>
                  </m:oMath>
                </a14:m>
                <a:r>
                  <a:rPr lang="zh-CN" altLang="en-US" sz="2800" b="1" dirty="0"/>
                  <a:t> 的平衡点 </a:t>
                </a:r>
                <a14:m>
                  <m:oMath xmlns:m="http://schemas.openxmlformats.org/officeDocument/2006/math">
                    <m:r>
                      <a:rPr lang="zh-CN" altLang="en-US" sz="2800" b="1" i="1">
                        <a:latin typeface="Cambria Math" panose="02040503050406030204" pitchFamily="18" charset="0"/>
                      </a:rPr>
                      <m:t>𝒙</m:t>
                    </m:r>
                    <m:r>
                      <a:rPr lang="zh-CN" altLang="en-US" sz="2800" i="1">
                        <a:latin typeface="Cambria Math" panose="02040503050406030204" pitchFamily="18" charset="0"/>
                      </a:rPr>
                      <m:t>=0</m:t>
                    </m:r>
                  </m:oMath>
                </a14:m>
                <a:r>
                  <a:rPr lang="zh-CN" altLang="en-US" sz="2800" b="1" dirty="0">
                    <a:solidFill>
                      <a:srgbClr val="FFFF00"/>
                    </a:solidFill>
                  </a:rPr>
                  <a:t> 局部渐进稳定</a:t>
                </a:r>
                <a:r>
                  <a:rPr lang="zh-CN" altLang="en-US" sz="2800" b="1" dirty="0"/>
                  <a:t>（</a:t>
                </a:r>
                <a:r>
                  <a:rPr lang="en-US" altLang="zh-CN" sz="2800" b="1" dirty="0">
                    <a:solidFill>
                      <a:srgbClr val="FFFF00"/>
                    </a:solidFill>
                  </a:rPr>
                  <a:t>locally asymptotically stable</a:t>
                </a:r>
                <a:r>
                  <a:rPr lang="zh-CN" altLang="en-US" sz="2800" b="1" dirty="0"/>
                  <a:t>），如果满足：</a:t>
                </a:r>
                <a:endParaRPr lang="en-US" altLang="zh-CN" sz="2800" b="1" dirty="0"/>
              </a:p>
              <a:p>
                <a:pPr marL="118872" indent="0">
                  <a:lnSpc>
                    <a:spcPts val="4000"/>
                  </a:lnSpc>
                  <a:buNone/>
                </a:pPr>
                <a:r>
                  <a:rPr lang="en-US" altLang="zh-CN" sz="2800" b="1" dirty="0"/>
                  <a:t>(1)  Lyapunov</a:t>
                </a:r>
                <a:r>
                  <a:rPr lang="zh-CN" altLang="en-US" sz="2800" b="1" dirty="0"/>
                  <a:t>稳定：</a:t>
                </a:r>
                <a:br>
                  <a:rPr lang="en-US" altLang="zh-CN" sz="2800" b="1" dirty="0"/>
                </a:br>
                <a14:m>
                  <m:oMath xmlns:m="http://schemas.openxmlformats.org/officeDocument/2006/math">
                    <m:r>
                      <a:rPr lang="zh-CN" altLang="en-US" sz="2800" i="1">
                        <a:latin typeface="Cambria Math" panose="02040503050406030204" pitchFamily="18" charset="0"/>
                      </a:rPr>
                      <m:t>∀</m:t>
                    </m:r>
                    <m:r>
                      <a:rPr lang="zh-CN" altLang="en-US" sz="2800" i="1">
                        <a:latin typeface="Cambria Math" panose="02040503050406030204" pitchFamily="18" charset="0"/>
                      </a:rPr>
                      <m:t>𝜀</m:t>
                    </m:r>
                    <m:r>
                      <a:rPr lang="zh-CN" altLang="en-US" sz="2800" i="1">
                        <a:latin typeface="Cambria Math" panose="02040503050406030204" pitchFamily="18" charset="0"/>
                      </a:rPr>
                      <m:t>&gt;0, ∀</m:t>
                    </m:r>
                    <m:sSub>
                      <m:sSubPr>
                        <m:ctrlPr>
                          <a:rPr lang="zh-CN" altLang="en-US" sz="2800" i="1">
                            <a:solidFill>
                              <a:schemeClr val="bg1"/>
                            </a:solidFill>
                            <a:latin typeface="Cambria Math" panose="02040503050406030204" pitchFamily="18" charset="0"/>
                          </a:rPr>
                        </m:ctrlPr>
                      </m:sSubPr>
                      <m:e>
                        <m:r>
                          <a:rPr lang="zh-CN" altLang="en-US" sz="2800" i="1">
                            <a:solidFill>
                              <a:schemeClr val="bg1"/>
                            </a:solidFill>
                            <a:latin typeface="Cambria Math" panose="02040503050406030204" pitchFamily="18" charset="0"/>
                          </a:rPr>
                          <m:t>𝑡</m:t>
                        </m:r>
                      </m:e>
                      <m:sub>
                        <m:r>
                          <a:rPr lang="zh-CN" altLang="en-US" sz="2800" i="1">
                            <a:solidFill>
                              <a:schemeClr val="bg1"/>
                            </a:solidFill>
                            <a:latin typeface="Cambria Math" panose="02040503050406030204" pitchFamily="18" charset="0"/>
                          </a:rPr>
                          <m:t>0</m:t>
                        </m:r>
                      </m:sub>
                    </m:sSub>
                    <m:r>
                      <a:rPr lang="zh-CN" altLang="en-US" sz="2800" i="1">
                        <a:solidFill>
                          <a:schemeClr val="bg1"/>
                        </a:solidFill>
                        <a:latin typeface="Cambria Math" panose="02040503050406030204" pitchFamily="18" charset="0"/>
                      </a:rPr>
                      <m:t>≥0</m:t>
                    </m:r>
                  </m:oMath>
                </a14:m>
                <a:r>
                  <a:rPr lang="zh-CN" altLang="en-US" sz="2800" b="1" dirty="0"/>
                  <a:t>， </a:t>
                </a:r>
                <a14:m>
                  <m:oMath xmlns:m="http://schemas.openxmlformats.org/officeDocument/2006/math">
                    <m:r>
                      <a:rPr lang="zh-CN" altLang="en-US" sz="2800" i="1" smtClean="0">
                        <a:solidFill>
                          <a:schemeClr val="bg1"/>
                        </a:solidFill>
                        <a:latin typeface="Cambria Math" panose="02040503050406030204" pitchFamily="18" charset="0"/>
                      </a:rPr>
                      <m:t>∃</m:t>
                    </m:r>
                    <m:r>
                      <a:rPr lang="zh-CN" altLang="en-US" sz="2800" i="1" smtClean="0">
                        <a:solidFill>
                          <a:schemeClr val="bg1"/>
                        </a:solidFill>
                        <a:latin typeface="Cambria Math" panose="02040503050406030204" pitchFamily="18" charset="0"/>
                      </a:rPr>
                      <m:t>𝛿</m:t>
                    </m:r>
                    <m:d>
                      <m:dPr>
                        <m:ctrlPr>
                          <a:rPr lang="en-US" altLang="zh-CN" sz="2800" i="1" smtClean="0">
                            <a:solidFill>
                              <a:schemeClr val="bg1"/>
                            </a:solidFill>
                            <a:latin typeface="Cambria Math" panose="02040503050406030204" pitchFamily="18" charset="0"/>
                          </a:rPr>
                        </m:ctrlPr>
                      </m:dPr>
                      <m:e>
                        <m:r>
                          <a:rPr lang="zh-CN" altLang="en-US" sz="2800" i="1" smtClean="0">
                            <a:solidFill>
                              <a:schemeClr val="bg1"/>
                            </a:solidFill>
                            <a:latin typeface="Cambria Math" panose="02040503050406030204" pitchFamily="18" charset="0"/>
                          </a:rPr>
                          <m:t>𝜀</m:t>
                        </m:r>
                        <m:r>
                          <a:rPr lang="en-US" altLang="zh-CN" sz="2800" b="0" i="1" smtClean="0">
                            <a:solidFill>
                              <a:schemeClr val="bg1"/>
                            </a:solidFill>
                            <a:latin typeface="Cambria Math" panose="02040503050406030204" pitchFamily="18" charset="0"/>
                          </a:rPr>
                          <m:t>,</m:t>
                        </m:r>
                        <m:sSub>
                          <m:sSubPr>
                            <m:ctrlPr>
                              <a:rPr lang="en-US" altLang="zh-CN" sz="2800" b="0" i="1" smtClean="0">
                                <a:solidFill>
                                  <a:srgbClr val="FFFF00"/>
                                </a:solidFill>
                                <a:latin typeface="Cambria Math" panose="02040503050406030204" pitchFamily="18" charset="0"/>
                              </a:rPr>
                            </m:ctrlPr>
                          </m:sSubPr>
                          <m:e>
                            <m:r>
                              <a:rPr lang="en-US" altLang="zh-CN" sz="2800" b="0" i="1" smtClean="0">
                                <a:solidFill>
                                  <a:srgbClr val="FFFF00"/>
                                </a:solidFill>
                                <a:latin typeface="Cambria Math" panose="02040503050406030204" pitchFamily="18" charset="0"/>
                              </a:rPr>
                              <m:t>𝑡</m:t>
                            </m:r>
                          </m:e>
                          <m:sub>
                            <m:r>
                              <a:rPr lang="en-US" altLang="zh-CN" sz="2800" b="0" i="1" smtClean="0">
                                <a:solidFill>
                                  <a:srgbClr val="FFFF00"/>
                                </a:solidFill>
                                <a:latin typeface="Cambria Math" panose="02040503050406030204" pitchFamily="18" charset="0"/>
                              </a:rPr>
                              <m:t>0</m:t>
                            </m:r>
                          </m:sub>
                        </m:sSub>
                      </m:e>
                    </m:d>
                    <m:r>
                      <a:rPr lang="en-US" altLang="zh-CN" sz="2800" b="0" i="1" smtClean="0">
                        <a:solidFill>
                          <a:schemeClr val="bg1"/>
                        </a:solidFill>
                        <a:latin typeface="Cambria Math" panose="02040503050406030204" pitchFamily="18" charset="0"/>
                      </a:rPr>
                      <m:t>&gt;0</m:t>
                    </m:r>
                  </m:oMath>
                </a14:m>
                <a:br>
                  <a:rPr lang="en-US" altLang="zh-CN" sz="2800" b="0" i="1" dirty="0">
                    <a:solidFill>
                      <a:schemeClr val="bg1"/>
                    </a:solidFill>
                    <a:latin typeface="Cambria Math" panose="02040503050406030204" pitchFamily="18" charset="0"/>
                  </a:rPr>
                </a:br>
                <a:r>
                  <a:rPr lang="en-US" altLang="zh-CN" sz="2800" b="0" i="1" dirty="0">
                    <a:solidFill>
                      <a:schemeClr val="bg1"/>
                    </a:solidFill>
                    <a:latin typeface="Cambria Math" panose="02040503050406030204" pitchFamily="18" charset="0"/>
                  </a:rPr>
                  <a:t>            </a:t>
                </a:r>
                <a14:m>
                  <m:oMath xmlns:m="http://schemas.openxmlformats.org/officeDocument/2006/math">
                    <m:r>
                      <m:rPr>
                        <m:sty m:val="p"/>
                      </m:rPr>
                      <a:rPr lang="zh-CN" altLang="en-US" sz="2800">
                        <a:solidFill>
                          <a:srgbClr val="FFFF00"/>
                        </a:solidFill>
                        <a:latin typeface="Cambria Math" panose="02040503050406030204" pitchFamily="18" charset="0"/>
                      </a:rPr>
                      <m:t>s</m:t>
                    </m:r>
                    <m:r>
                      <a:rPr lang="zh-CN" altLang="en-US" sz="2800">
                        <a:solidFill>
                          <a:srgbClr val="FFFF00"/>
                        </a:solidFill>
                        <a:latin typeface="Cambria Math" panose="02040503050406030204" pitchFamily="18" charset="0"/>
                      </a:rPr>
                      <m:t>.</m:t>
                    </m:r>
                    <m:r>
                      <m:rPr>
                        <m:sty m:val="p"/>
                      </m:rPr>
                      <a:rPr lang="zh-CN" altLang="en-US" sz="2800">
                        <a:solidFill>
                          <a:srgbClr val="FFFF00"/>
                        </a:solidFill>
                        <a:latin typeface="Cambria Math" panose="02040503050406030204" pitchFamily="18" charset="0"/>
                      </a:rPr>
                      <m:t>t</m:t>
                    </m:r>
                    <m:r>
                      <a:rPr lang="zh-CN" altLang="en-US" sz="2800">
                        <a:solidFill>
                          <a:srgbClr val="FFFF00"/>
                        </a:solidFill>
                        <a:latin typeface="Cambria Math" panose="02040503050406030204" pitchFamily="18" charset="0"/>
                      </a:rPr>
                      <m:t>.</m:t>
                    </m:r>
                    <m:r>
                      <a:rPr lang="zh-CN" altLang="en-US" sz="2800" i="1">
                        <a:solidFill>
                          <a:srgbClr val="FFFF00"/>
                        </a:solidFill>
                        <a:latin typeface="Cambria Math" panose="02040503050406030204" pitchFamily="18" charset="0"/>
                      </a:rPr>
                      <m:t> </m:t>
                    </m:r>
                    <m:r>
                      <a:rPr lang="en-US" altLang="zh-CN" sz="2800" b="0" i="1" smtClean="0">
                        <a:solidFill>
                          <a:srgbClr val="FFFF00"/>
                        </a:solidFill>
                        <a:latin typeface="Cambria Math" panose="02040503050406030204" pitchFamily="18" charset="0"/>
                      </a:rPr>
                      <m:t> </m:t>
                    </m:r>
                    <m:d>
                      <m:dPr>
                        <m:begChr m:val="‖"/>
                        <m:endChr m:val="‖"/>
                        <m:ctrlPr>
                          <a:rPr lang="zh-CN" altLang="en-US" sz="2800" i="1" smtClean="0">
                            <a:solidFill>
                              <a:schemeClr val="bg1"/>
                            </a:solidFill>
                            <a:latin typeface="Cambria Math" panose="02040503050406030204" pitchFamily="18" charset="0"/>
                          </a:rPr>
                        </m:ctrlPr>
                      </m:dPr>
                      <m:e>
                        <m:r>
                          <a:rPr lang="zh-CN" altLang="en-US" sz="2800" b="1" i="1">
                            <a:solidFill>
                              <a:schemeClr val="bg1"/>
                            </a:solidFill>
                            <a:latin typeface="Cambria Math" panose="02040503050406030204" pitchFamily="18" charset="0"/>
                          </a:rPr>
                          <m:t>𝒙</m:t>
                        </m:r>
                        <m:r>
                          <a:rPr lang="zh-CN" altLang="en-US" sz="2800" i="1">
                            <a:solidFill>
                              <a:schemeClr val="bg1"/>
                            </a:solidFill>
                            <a:latin typeface="Cambria Math" panose="02040503050406030204" pitchFamily="18" charset="0"/>
                          </a:rPr>
                          <m:t>(</m:t>
                        </m:r>
                        <m:r>
                          <a:rPr lang="zh-CN" altLang="en-US" sz="2800" i="1">
                            <a:solidFill>
                              <a:schemeClr val="bg1"/>
                            </a:solidFill>
                            <a:latin typeface="Cambria Math" panose="02040503050406030204" pitchFamily="18" charset="0"/>
                          </a:rPr>
                          <m:t>𝑡</m:t>
                        </m:r>
                        <m:r>
                          <a:rPr lang="zh-CN" altLang="en-US" sz="2800" i="0">
                            <a:solidFill>
                              <a:schemeClr val="bg1"/>
                            </a:solidFill>
                            <a:latin typeface="Cambria Math" panose="02040503050406030204" pitchFamily="18" charset="0"/>
                          </a:rPr>
                          <m:t>,</m:t>
                        </m:r>
                        <m:sSub>
                          <m:sSubPr>
                            <m:ctrlPr>
                              <a:rPr lang="zh-CN" altLang="en-US" sz="2800" i="1">
                                <a:solidFill>
                                  <a:schemeClr val="bg1"/>
                                </a:solidFill>
                                <a:latin typeface="Cambria Math" panose="02040503050406030204" pitchFamily="18" charset="0"/>
                              </a:rPr>
                            </m:ctrlPr>
                          </m:sSubPr>
                          <m:e>
                            <m:r>
                              <a:rPr lang="zh-CN" altLang="en-US" sz="2800" i="1">
                                <a:solidFill>
                                  <a:schemeClr val="bg1"/>
                                </a:solidFill>
                                <a:latin typeface="Cambria Math" panose="02040503050406030204" pitchFamily="18" charset="0"/>
                              </a:rPr>
                              <m:t>𝑡</m:t>
                            </m:r>
                          </m:e>
                          <m:sub>
                            <m:r>
                              <a:rPr lang="zh-CN" altLang="en-US" sz="2800" i="1">
                                <a:solidFill>
                                  <a:schemeClr val="bg1"/>
                                </a:solidFill>
                                <a:latin typeface="Cambria Math" panose="02040503050406030204" pitchFamily="18" charset="0"/>
                              </a:rPr>
                              <m:t>0</m:t>
                            </m:r>
                          </m:sub>
                        </m:sSub>
                        <m:r>
                          <a:rPr lang="zh-CN" altLang="en-US" sz="2800" i="1">
                            <a:solidFill>
                              <a:schemeClr val="bg1"/>
                            </a:solidFill>
                            <a:latin typeface="Cambria Math" panose="02040503050406030204" pitchFamily="18" charset="0"/>
                          </a:rPr>
                          <m:t>,</m:t>
                        </m:r>
                        <m:sSub>
                          <m:sSubPr>
                            <m:ctrlPr>
                              <a:rPr lang="zh-CN" altLang="en-US" sz="2800" i="1">
                                <a:solidFill>
                                  <a:schemeClr val="bg1"/>
                                </a:solidFill>
                                <a:latin typeface="Cambria Math" panose="02040503050406030204" pitchFamily="18" charset="0"/>
                              </a:rPr>
                            </m:ctrlPr>
                          </m:sSubPr>
                          <m:e>
                            <m:r>
                              <a:rPr lang="zh-CN" altLang="en-US" sz="2800" b="1" i="1">
                                <a:solidFill>
                                  <a:schemeClr val="bg1"/>
                                </a:solidFill>
                                <a:latin typeface="Cambria Math" panose="02040503050406030204" pitchFamily="18" charset="0"/>
                              </a:rPr>
                              <m:t>𝒙</m:t>
                            </m:r>
                          </m:e>
                          <m:sub>
                            <m:r>
                              <a:rPr lang="zh-CN" altLang="en-US" sz="2800" i="1">
                                <a:solidFill>
                                  <a:schemeClr val="bg1"/>
                                </a:solidFill>
                                <a:latin typeface="Cambria Math" panose="02040503050406030204" pitchFamily="18" charset="0"/>
                              </a:rPr>
                              <m:t>0</m:t>
                            </m:r>
                          </m:sub>
                        </m:sSub>
                        <m:r>
                          <a:rPr lang="zh-CN" altLang="en-US" sz="2800" i="1">
                            <a:solidFill>
                              <a:schemeClr val="bg1"/>
                            </a:solidFill>
                            <a:latin typeface="Cambria Math" panose="02040503050406030204" pitchFamily="18" charset="0"/>
                          </a:rPr>
                          <m:t>)</m:t>
                        </m:r>
                      </m:e>
                    </m:d>
                    <m:r>
                      <a:rPr lang="zh-CN" altLang="en-US" sz="2800" i="1">
                        <a:solidFill>
                          <a:schemeClr val="bg1"/>
                        </a:solidFill>
                        <a:latin typeface="Cambria Math" panose="02040503050406030204" pitchFamily="18" charset="0"/>
                      </a:rPr>
                      <m:t>&lt;</m:t>
                    </m:r>
                    <m:r>
                      <a:rPr lang="zh-CN" altLang="en-US" sz="2800" i="1">
                        <a:solidFill>
                          <a:schemeClr val="bg1"/>
                        </a:solidFill>
                        <a:latin typeface="Cambria Math" panose="02040503050406030204" pitchFamily="18" charset="0"/>
                      </a:rPr>
                      <m:t>𝜀</m:t>
                    </m:r>
                    <m:r>
                      <a:rPr lang="zh-CN" altLang="en-US" sz="2800" i="1">
                        <a:solidFill>
                          <a:schemeClr val="bg1"/>
                        </a:solidFill>
                        <a:latin typeface="Cambria Math" panose="02040503050406030204" pitchFamily="18" charset="0"/>
                      </a:rPr>
                      <m:t>,  ​​​​</m:t>
                    </m:r>
                    <m:r>
                      <a:rPr lang="zh-CN" altLang="en-US" sz="2800" i="1">
                        <a:solidFill>
                          <a:schemeClr val="bg1"/>
                        </a:solidFill>
                        <a:latin typeface="Cambria Math" panose="02040503050406030204" pitchFamily="18" charset="0"/>
                      </a:rPr>
                      <m:t>𝑡</m:t>
                    </m:r>
                    <m:r>
                      <a:rPr lang="zh-CN" altLang="en-US" sz="2800" i="1">
                        <a:solidFill>
                          <a:schemeClr val="bg1"/>
                        </a:solidFill>
                        <a:latin typeface="Cambria Math" panose="02040503050406030204" pitchFamily="18" charset="0"/>
                      </a:rPr>
                      <m:t>≥</m:t>
                    </m:r>
                    <m:sSub>
                      <m:sSubPr>
                        <m:ctrlPr>
                          <a:rPr lang="zh-CN" altLang="en-US" sz="2800" i="1">
                            <a:solidFill>
                              <a:schemeClr val="bg1"/>
                            </a:solidFill>
                            <a:latin typeface="Cambria Math" panose="02040503050406030204" pitchFamily="18" charset="0"/>
                          </a:rPr>
                        </m:ctrlPr>
                      </m:sSubPr>
                      <m:e>
                        <m:r>
                          <a:rPr lang="zh-CN" altLang="en-US" sz="2800" i="1">
                            <a:solidFill>
                              <a:schemeClr val="bg1"/>
                            </a:solidFill>
                            <a:latin typeface="Cambria Math" panose="02040503050406030204" pitchFamily="18" charset="0"/>
                          </a:rPr>
                          <m:t>𝑡</m:t>
                        </m:r>
                      </m:e>
                      <m:sub>
                        <m:r>
                          <a:rPr lang="zh-CN" altLang="en-US" sz="2800" i="1">
                            <a:solidFill>
                              <a:schemeClr val="bg1"/>
                            </a:solidFill>
                            <a:latin typeface="Cambria Math" panose="02040503050406030204" pitchFamily="18" charset="0"/>
                          </a:rPr>
                          <m:t>0</m:t>
                        </m:r>
                      </m:sub>
                    </m:sSub>
                    <m:r>
                      <a:rPr lang="zh-CN" altLang="en-US" sz="2800" i="1">
                        <a:solidFill>
                          <a:schemeClr val="bg1"/>
                        </a:solidFill>
                        <a:latin typeface="Cambria Math" panose="02040503050406030204" pitchFamily="18" charset="0"/>
                      </a:rPr>
                      <m:t> </m:t>
                    </m:r>
                    <m:r>
                      <a:rPr lang="en-US" altLang="zh-CN" sz="2800" b="0" i="1" smtClean="0">
                        <a:solidFill>
                          <a:schemeClr val="bg1"/>
                        </a:solidFill>
                        <a:latin typeface="Cambria Math" panose="02040503050406030204" pitchFamily="18" charset="0"/>
                      </a:rPr>
                      <m:t>,</m:t>
                    </m:r>
                    <m:d>
                      <m:dPr>
                        <m:begChr m:val="‖"/>
                        <m:endChr m:val="‖"/>
                        <m:ctrlPr>
                          <a:rPr lang="zh-CN" altLang="en-US" sz="2800" i="1">
                            <a:latin typeface="Cambria Math" panose="02040503050406030204" pitchFamily="18" charset="0"/>
                          </a:rPr>
                        </m:ctrlPr>
                      </m:dPr>
                      <m:e>
                        <m:r>
                          <a:rPr lang="zh-CN" altLang="en-US" sz="2800" b="1" i="1">
                            <a:latin typeface="Cambria Math" panose="02040503050406030204" pitchFamily="18" charset="0"/>
                          </a:rPr>
                          <m:t>𝒙</m:t>
                        </m:r>
                        <m:r>
                          <a:rPr lang="zh-CN" altLang="en-US" sz="2800" i="1">
                            <a:latin typeface="Cambria Math" panose="02040503050406030204" pitchFamily="18" charset="0"/>
                          </a:rPr>
                          <m:t>(</m:t>
                        </m:r>
                        <m:sSub>
                          <m:sSubPr>
                            <m:ctrlPr>
                              <a:rPr lang="zh-CN" altLang="en-US" sz="2800" i="1">
                                <a:latin typeface="Cambria Math" panose="02040503050406030204" pitchFamily="18" charset="0"/>
                              </a:rPr>
                            </m:ctrlPr>
                          </m:sSubPr>
                          <m:e>
                            <m:r>
                              <a:rPr lang="zh-CN" altLang="en-US" sz="2800" i="1">
                                <a:latin typeface="Cambria Math" panose="02040503050406030204" pitchFamily="18" charset="0"/>
                              </a:rPr>
                              <m:t>𝑡</m:t>
                            </m:r>
                          </m:e>
                          <m:sub>
                            <m:r>
                              <a:rPr lang="zh-CN" altLang="en-US" sz="2800" i="1">
                                <a:latin typeface="Cambria Math" panose="02040503050406030204" pitchFamily="18" charset="0"/>
                              </a:rPr>
                              <m:t>0</m:t>
                            </m:r>
                          </m:sub>
                        </m:sSub>
                        <m:r>
                          <a:rPr lang="zh-CN" altLang="en-US" sz="2800" i="1">
                            <a:latin typeface="Cambria Math" panose="02040503050406030204" pitchFamily="18" charset="0"/>
                          </a:rPr>
                          <m:t>)</m:t>
                        </m:r>
                      </m:e>
                    </m:d>
                    <m:r>
                      <a:rPr lang="zh-CN" altLang="en-US" sz="2800" i="1">
                        <a:latin typeface="Cambria Math" panose="02040503050406030204" pitchFamily="18" charset="0"/>
                      </a:rPr>
                      <m:t>&lt;</m:t>
                    </m:r>
                    <m:r>
                      <a:rPr lang="zh-CN" altLang="en-US" sz="2800" i="1">
                        <a:latin typeface="Cambria Math" panose="02040503050406030204" pitchFamily="18" charset="0"/>
                      </a:rPr>
                      <m:t>𝛿</m:t>
                    </m:r>
                  </m:oMath>
                </a14:m>
                <a:r>
                  <a:rPr lang="zh-CN" altLang="en-US" sz="2800" b="1" dirty="0"/>
                  <a:t>；</a:t>
                </a:r>
                <a:endParaRPr lang="en-US" altLang="zh-CN" sz="2800" b="1" dirty="0"/>
              </a:p>
              <a:p>
                <a:pPr marL="118872" indent="0">
                  <a:lnSpc>
                    <a:spcPts val="4000"/>
                  </a:lnSpc>
                  <a:buNone/>
                </a:pPr>
                <a:r>
                  <a:rPr lang="en-US" altLang="zh-CN" sz="2800" b="1" dirty="0"/>
                  <a:t>(2)  </a:t>
                </a:r>
                <a:r>
                  <a:rPr lang="zh-CN" altLang="en-US" sz="2800" b="1" dirty="0"/>
                  <a:t>局部收敛性（</a:t>
                </a:r>
                <a:r>
                  <a:rPr lang="en-US" altLang="zh-CN" sz="2800" b="1" dirty="0"/>
                  <a:t>local convergence</a:t>
                </a:r>
                <a:r>
                  <a:rPr lang="zh-CN" altLang="en-US" sz="2800" b="1" dirty="0"/>
                  <a:t>）：</a:t>
                </a:r>
                <a:br>
                  <a:rPr lang="en-US" altLang="zh-CN" sz="2800" b="1" dirty="0"/>
                </a:br>
                <a:r>
                  <a:rPr lang="en-US" altLang="zh-CN" sz="2800" b="1" dirty="0"/>
                  <a:t>        </a:t>
                </a:r>
                <a:r>
                  <a:rPr lang="zh-CN" altLang="en-US" sz="2800" b="1" dirty="0"/>
                  <a:t>存在</a:t>
                </a:r>
                <a14:m>
                  <m:oMath xmlns:m="http://schemas.openxmlformats.org/officeDocument/2006/math">
                    <m:r>
                      <a:rPr lang="zh-CN" altLang="en-US" sz="2800" i="1" smtClean="0">
                        <a:solidFill>
                          <a:srgbClr val="FFFF00"/>
                        </a:solidFill>
                        <a:latin typeface="Cambria Math" panose="02040503050406030204" pitchFamily="18" charset="0"/>
                      </a:rPr>
                      <m:t>𝛿</m:t>
                    </m:r>
                    <m:d>
                      <m:dPr>
                        <m:ctrlPr>
                          <a:rPr lang="en-US" altLang="zh-CN" sz="2800" i="1">
                            <a:solidFill>
                              <a:srgbClr val="FFFF00"/>
                            </a:solidFill>
                            <a:latin typeface="Cambria Math" panose="02040503050406030204" pitchFamily="18" charset="0"/>
                          </a:rPr>
                        </m:ctrlPr>
                      </m:dPr>
                      <m:e>
                        <m:sSub>
                          <m:sSubPr>
                            <m:ctrlPr>
                              <a:rPr lang="en-US" altLang="zh-CN" sz="2800" i="1" smtClean="0">
                                <a:solidFill>
                                  <a:srgbClr val="FFFF00"/>
                                </a:solidFill>
                                <a:latin typeface="Cambria Math" panose="02040503050406030204" pitchFamily="18" charset="0"/>
                              </a:rPr>
                            </m:ctrlPr>
                          </m:sSubPr>
                          <m:e>
                            <m:r>
                              <a:rPr lang="en-US" altLang="zh-CN" sz="2800" i="1">
                                <a:solidFill>
                                  <a:srgbClr val="FFFF00"/>
                                </a:solidFill>
                                <a:latin typeface="Cambria Math" panose="02040503050406030204" pitchFamily="18" charset="0"/>
                              </a:rPr>
                              <m:t>𝑡</m:t>
                            </m:r>
                          </m:e>
                          <m:sub>
                            <m:r>
                              <a:rPr lang="en-US" altLang="zh-CN" sz="2800" i="1">
                                <a:solidFill>
                                  <a:srgbClr val="FFFF00"/>
                                </a:solidFill>
                                <a:latin typeface="Cambria Math" panose="02040503050406030204" pitchFamily="18" charset="0"/>
                              </a:rPr>
                              <m:t>0</m:t>
                            </m:r>
                          </m:sub>
                        </m:sSub>
                      </m:e>
                    </m:d>
                    <m:r>
                      <a:rPr lang="en-US" altLang="zh-CN" sz="2800" i="1">
                        <a:solidFill>
                          <a:srgbClr val="FFFF00"/>
                        </a:solidFill>
                        <a:latin typeface="Cambria Math" panose="02040503050406030204" pitchFamily="18" charset="0"/>
                      </a:rPr>
                      <m:t>&gt;0</m:t>
                    </m:r>
                  </m:oMath>
                </a14:m>
                <a:r>
                  <a:rPr lang="zh-CN" altLang="en-US" sz="2800" b="1" dirty="0"/>
                  <a:t>使得当初始状态满足</a:t>
                </a:r>
                <a14:m>
                  <m:oMath xmlns:m="http://schemas.openxmlformats.org/officeDocument/2006/math">
                    <m:d>
                      <m:dPr>
                        <m:begChr m:val="‖"/>
                        <m:endChr m:val="‖"/>
                        <m:ctrlPr>
                          <a:rPr lang="zh-CN" altLang="en-US" sz="2800" i="1" smtClean="0">
                            <a:solidFill>
                              <a:srgbClr val="FFFF00"/>
                            </a:solidFill>
                            <a:latin typeface="Cambria Math" panose="02040503050406030204" pitchFamily="18" charset="0"/>
                          </a:rPr>
                        </m:ctrlPr>
                      </m:dPr>
                      <m:e>
                        <m:r>
                          <a:rPr lang="zh-CN" altLang="en-US" sz="2800" b="1" i="1">
                            <a:solidFill>
                              <a:srgbClr val="FFFF00"/>
                            </a:solidFill>
                            <a:latin typeface="Cambria Math" panose="02040503050406030204" pitchFamily="18" charset="0"/>
                          </a:rPr>
                          <m:t>𝒙</m:t>
                        </m:r>
                        <m:r>
                          <a:rPr lang="zh-CN" altLang="en-US" sz="2800" i="1">
                            <a:solidFill>
                              <a:srgbClr val="FFFF00"/>
                            </a:solidFill>
                            <a:latin typeface="Cambria Math" panose="02040503050406030204" pitchFamily="18" charset="0"/>
                          </a:rPr>
                          <m:t>(</m:t>
                        </m:r>
                        <m:sSub>
                          <m:sSubPr>
                            <m:ctrlPr>
                              <a:rPr lang="zh-CN" altLang="en-US" sz="2800" i="1" smtClean="0">
                                <a:solidFill>
                                  <a:srgbClr val="FFFF00"/>
                                </a:solidFill>
                                <a:latin typeface="Cambria Math" panose="02040503050406030204" pitchFamily="18" charset="0"/>
                              </a:rPr>
                            </m:ctrlPr>
                          </m:sSubPr>
                          <m:e>
                            <m:r>
                              <a:rPr lang="zh-CN" altLang="en-US" sz="2800" i="1">
                                <a:solidFill>
                                  <a:srgbClr val="FFFF00"/>
                                </a:solidFill>
                                <a:latin typeface="Cambria Math" panose="02040503050406030204" pitchFamily="18" charset="0"/>
                              </a:rPr>
                              <m:t>𝑡</m:t>
                            </m:r>
                          </m:e>
                          <m:sub>
                            <m:r>
                              <a:rPr lang="zh-CN" altLang="en-US" sz="2800" i="1">
                                <a:solidFill>
                                  <a:srgbClr val="FFFF00"/>
                                </a:solidFill>
                                <a:latin typeface="Cambria Math" panose="02040503050406030204" pitchFamily="18" charset="0"/>
                              </a:rPr>
                              <m:t>0</m:t>
                            </m:r>
                          </m:sub>
                        </m:sSub>
                        <m:r>
                          <a:rPr lang="zh-CN" altLang="en-US" sz="2800" i="1">
                            <a:solidFill>
                              <a:srgbClr val="FFFF00"/>
                            </a:solidFill>
                            <a:latin typeface="Cambria Math" panose="02040503050406030204" pitchFamily="18" charset="0"/>
                          </a:rPr>
                          <m:t>)</m:t>
                        </m:r>
                      </m:e>
                    </m:d>
                    <m:r>
                      <a:rPr lang="zh-CN" altLang="en-US" sz="2800" i="1">
                        <a:solidFill>
                          <a:srgbClr val="FFFF00"/>
                        </a:solidFill>
                        <a:latin typeface="Cambria Math" panose="02040503050406030204" pitchFamily="18" charset="0"/>
                      </a:rPr>
                      <m:t>&lt;</m:t>
                    </m:r>
                    <m:r>
                      <a:rPr lang="zh-CN" altLang="en-US" sz="2800" i="1">
                        <a:solidFill>
                          <a:srgbClr val="FFFF00"/>
                        </a:solidFill>
                        <a:latin typeface="Cambria Math" panose="02040503050406030204" pitchFamily="18" charset="0"/>
                      </a:rPr>
                      <m:t>𝛿</m:t>
                    </m:r>
                  </m:oMath>
                </a14:m>
                <a:r>
                  <a:rPr lang="zh-CN" altLang="en-US" sz="2800" b="1" dirty="0"/>
                  <a:t>时，都有 </a:t>
                </a:r>
                <a14:m>
                  <m:oMath xmlns:m="http://schemas.openxmlformats.org/officeDocument/2006/math">
                    <m:func>
                      <m:funcPr>
                        <m:ctrlPr>
                          <a:rPr lang="zh-CN" altLang="en-US" sz="2800" b="1" i="1" smtClean="0">
                            <a:solidFill>
                              <a:srgbClr val="FFFF00"/>
                            </a:solidFill>
                            <a:latin typeface="Cambria Math" panose="02040503050406030204" pitchFamily="18" charset="0"/>
                          </a:rPr>
                        </m:ctrlPr>
                      </m:funcPr>
                      <m:fName>
                        <m:sSub>
                          <m:sSubPr>
                            <m:ctrlPr>
                              <a:rPr lang="zh-CN" altLang="en-US" sz="2800" b="1" i="1">
                                <a:solidFill>
                                  <a:srgbClr val="FFFF00"/>
                                </a:solidFill>
                                <a:latin typeface="Cambria Math" panose="02040503050406030204" pitchFamily="18" charset="0"/>
                              </a:rPr>
                            </m:ctrlPr>
                          </m:sSubPr>
                          <m:e>
                            <m:r>
                              <m:rPr>
                                <m:sty m:val="p"/>
                              </m:rPr>
                              <a:rPr lang="zh-CN" altLang="en-US" sz="2800" b="0" i="0">
                                <a:solidFill>
                                  <a:srgbClr val="FFFF00"/>
                                </a:solidFill>
                                <a:latin typeface="Cambria Math" panose="02040503050406030204" pitchFamily="18" charset="0"/>
                              </a:rPr>
                              <m:t>lim</m:t>
                            </m:r>
                          </m:e>
                          <m:sub>
                            <m:r>
                              <a:rPr lang="zh-CN" altLang="en-US" sz="2800" b="0" i="1">
                                <a:solidFill>
                                  <a:srgbClr val="FFFF00"/>
                                </a:solidFill>
                                <a:latin typeface="Cambria Math" panose="02040503050406030204" pitchFamily="18" charset="0"/>
                              </a:rPr>
                              <m:t>𝑡</m:t>
                            </m:r>
                            <m:r>
                              <a:rPr lang="zh-CN" altLang="en-US" sz="2800" b="1" i="1">
                                <a:solidFill>
                                  <a:srgbClr val="FFFF00"/>
                                </a:solidFill>
                                <a:latin typeface="Cambria Math" panose="02040503050406030204" pitchFamily="18" charset="0"/>
                              </a:rPr>
                              <m:t>→∞</m:t>
                            </m:r>
                          </m:sub>
                        </m:sSub>
                      </m:fName>
                      <m:e>
                        <m:r>
                          <a:rPr lang="zh-CN" altLang="en-US" sz="2800" b="1" i="1">
                            <a:solidFill>
                              <a:srgbClr val="FFFF00"/>
                            </a:solidFill>
                            <a:latin typeface="Cambria Math" panose="02040503050406030204" pitchFamily="18" charset="0"/>
                          </a:rPr>
                          <m:t>𝒙</m:t>
                        </m:r>
                      </m:e>
                    </m:func>
                    <m:r>
                      <a:rPr lang="zh-CN" altLang="en-US" sz="2800" i="1">
                        <a:solidFill>
                          <a:srgbClr val="FFFF00"/>
                        </a:solidFill>
                        <a:latin typeface="Cambria Math" panose="02040503050406030204" pitchFamily="18" charset="0"/>
                      </a:rPr>
                      <m:t>(</m:t>
                    </m:r>
                    <m:r>
                      <a:rPr lang="zh-CN" altLang="en-US" sz="2800" i="1">
                        <a:solidFill>
                          <a:srgbClr val="FFFF00"/>
                        </a:solidFill>
                        <a:latin typeface="Cambria Math" panose="02040503050406030204" pitchFamily="18" charset="0"/>
                      </a:rPr>
                      <m:t>𝑡</m:t>
                    </m:r>
                    <m:r>
                      <a:rPr lang="zh-CN" altLang="en-US" sz="2800" i="0">
                        <a:solidFill>
                          <a:srgbClr val="FFFF00"/>
                        </a:solidFill>
                        <a:latin typeface="Cambria Math" panose="02040503050406030204" pitchFamily="18" charset="0"/>
                      </a:rPr>
                      <m:t>,</m:t>
                    </m:r>
                    <m:sSub>
                      <m:sSubPr>
                        <m:ctrlPr>
                          <a:rPr lang="zh-CN" altLang="en-US" sz="2800" i="1">
                            <a:solidFill>
                              <a:srgbClr val="FFFF00"/>
                            </a:solidFill>
                            <a:latin typeface="Cambria Math" panose="02040503050406030204" pitchFamily="18" charset="0"/>
                          </a:rPr>
                        </m:ctrlPr>
                      </m:sSubPr>
                      <m:e>
                        <m:r>
                          <a:rPr lang="zh-CN" altLang="en-US" sz="2800" i="1">
                            <a:solidFill>
                              <a:srgbClr val="FFFF00"/>
                            </a:solidFill>
                            <a:latin typeface="Cambria Math" panose="02040503050406030204" pitchFamily="18" charset="0"/>
                          </a:rPr>
                          <m:t>𝑡</m:t>
                        </m:r>
                      </m:e>
                      <m:sub>
                        <m:r>
                          <a:rPr lang="zh-CN" altLang="en-US" sz="2800" i="1">
                            <a:solidFill>
                              <a:srgbClr val="FFFF00"/>
                            </a:solidFill>
                            <a:latin typeface="Cambria Math" panose="02040503050406030204" pitchFamily="18" charset="0"/>
                          </a:rPr>
                          <m:t>0</m:t>
                        </m:r>
                      </m:sub>
                    </m:sSub>
                    <m:r>
                      <a:rPr lang="zh-CN" altLang="en-US" sz="2800" i="1">
                        <a:solidFill>
                          <a:srgbClr val="FFFF00"/>
                        </a:solidFill>
                        <a:latin typeface="Cambria Math" panose="02040503050406030204" pitchFamily="18" charset="0"/>
                      </a:rPr>
                      <m:t>,</m:t>
                    </m:r>
                    <m:sSub>
                      <m:sSubPr>
                        <m:ctrlPr>
                          <a:rPr lang="zh-CN" altLang="en-US" sz="2800" i="1">
                            <a:solidFill>
                              <a:srgbClr val="FFFF00"/>
                            </a:solidFill>
                            <a:latin typeface="Cambria Math" panose="02040503050406030204" pitchFamily="18" charset="0"/>
                          </a:rPr>
                        </m:ctrlPr>
                      </m:sSubPr>
                      <m:e>
                        <m:r>
                          <a:rPr lang="zh-CN" altLang="en-US" sz="2800" b="1" i="1">
                            <a:solidFill>
                              <a:srgbClr val="FFFF00"/>
                            </a:solidFill>
                            <a:latin typeface="Cambria Math" panose="02040503050406030204" pitchFamily="18" charset="0"/>
                          </a:rPr>
                          <m:t>𝒙</m:t>
                        </m:r>
                      </m:e>
                      <m:sub>
                        <m:r>
                          <a:rPr lang="zh-CN" altLang="en-US" sz="2800" i="1">
                            <a:solidFill>
                              <a:srgbClr val="FFFF00"/>
                            </a:solidFill>
                            <a:latin typeface="Cambria Math" panose="02040503050406030204" pitchFamily="18" charset="0"/>
                          </a:rPr>
                          <m:t>0</m:t>
                        </m:r>
                      </m:sub>
                    </m:sSub>
                    <m:r>
                      <a:rPr lang="zh-CN" altLang="en-US" sz="2800" i="1">
                        <a:solidFill>
                          <a:srgbClr val="FFFF00"/>
                        </a:solidFill>
                        <a:latin typeface="Cambria Math" panose="02040503050406030204" pitchFamily="18" charset="0"/>
                      </a:rPr>
                      <m:t>)=0 </m:t>
                    </m:r>
                  </m:oMath>
                </a14:m>
                <a:r>
                  <a:rPr lang="zh-CN" altLang="en-US" sz="2800" b="1" dirty="0"/>
                  <a:t>。</a:t>
                </a:r>
                <a:endParaRPr lang="en-US" altLang="zh-CN" sz="2800" b="1" dirty="0"/>
              </a:p>
            </p:txBody>
          </p:sp>
        </mc:Choice>
        <mc:Fallback>
          <p:sp>
            <p:nvSpPr>
              <p:cNvPr id="9" name="内容占位符 2"/>
              <p:cNvSpPr txBox="1">
                <a:spLocks noRot="1" noChangeAspect="1" noMove="1" noResize="1" noEditPoints="1" noAdjustHandles="1" noChangeArrowheads="1" noChangeShapeType="1" noTextEdit="1"/>
              </p:cNvSpPr>
              <p:nvPr/>
            </p:nvSpPr>
            <p:spPr>
              <a:xfrm>
                <a:off x="438472" y="1196751"/>
                <a:ext cx="8382000" cy="4320482"/>
              </a:xfrm>
              <a:prstGeom prst="rect">
                <a:avLst/>
              </a:prstGeom>
              <a:blipFill>
                <a:blip r:embed="rId3"/>
                <a:stretch>
                  <a:fillRect l="-582" b="-564"/>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7" name="对象 16">
                <a:extLst>
                  <a:ext uri="{FF2B5EF4-FFF2-40B4-BE49-F238E27FC236}">
                    <a16:creationId xmlns:a16="http://schemas.microsoft.com/office/drawing/2014/main" id="{4F176A63-4383-4C8A-BB8F-D4D66A7FEF62}"/>
                  </a:ext>
                </a:extLst>
              </p:cNvPr>
              <p:cNvSpPr txBox="1"/>
              <p:nvPr/>
            </p:nvSpPr>
            <p:spPr bwMode="auto">
              <a:xfrm>
                <a:off x="558230" y="5354841"/>
                <a:ext cx="8190234" cy="1458535"/>
              </a:xfrm>
              <a:prstGeom prst="rect">
                <a:avLst/>
              </a:prstGeom>
              <a:noFill/>
              <a:ln>
                <a:noFill/>
              </a:ln>
            </p:spPr>
            <p:txBody>
              <a:bodyPr>
                <a:noAutofit/>
              </a:bodyPr>
              <a:lstStyle/>
              <a:p>
                <a:r>
                  <a:rPr lang="zh-CN" altLang="en-US" sz="2800" dirty="0">
                    <a:solidFill>
                      <a:schemeClr val="bg1"/>
                    </a:solidFill>
                  </a:rPr>
                  <a:t>局部收敛性：</a:t>
                </a:r>
                <a14:m>
                  <m:oMath xmlns:m="http://schemas.openxmlformats.org/officeDocument/2006/math">
                    <m:r>
                      <a:rPr lang="zh-CN" altLang="en-US" sz="2800" i="1" smtClean="0">
                        <a:solidFill>
                          <a:srgbClr val="FFFF00"/>
                        </a:solidFill>
                        <a:latin typeface="Cambria Math" panose="02040503050406030204" pitchFamily="18" charset="0"/>
                      </a:rPr>
                      <m:t>∀</m:t>
                    </m:r>
                    <m:r>
                      <a:rPr lang="zh-CN" altLang="en-US" sz="2800" i="1" smtClean="0">
                        <a:solidFill>
                          <a:srgbClr val="FFFF00"/>
                        </a:solidFill>
                        <a:latin typeface="Cambria Math" panose="02040503050406030204" pitchFamily="18" charset="0"/>
                      </a:rPr>
                      <m:t>𝜀</m:t>
                    </m:r>
                    <m:r>
                      <a:rPr lang="zh-CN" altLang="en-US" sz="2800" i="1" smtClean="0">
                        <a:solidFill>
                          <a:srgbClr val="FFFF00"/>
                        </a:solidFill>
                        <a:latin typeface="Cambria Math" panose="02040503050406030204" pitchFamily="18" charset="0"/>
                      </a:rPr>
                      <m:t>&gt;0, ∃</m:t>
                    </m:r>
                    <m:r>
                      <a:rPr lang="zh-CN" altLang="en-US" sz="2800" i="1" smtClean="0">
                        <a:solidFill>
                          <a:srgbClr val="FFFF00"/>
                        </a:solidFill>
                        <a:latin typeface="Cambria Math" panose="02040503050406030204" pitchFamily="18" charset="0"/>
                      </a:rPr>
                      <m:t>𝛿</m:t>
                    </m:r>
                    <m:d>
                      <m:dPr>
                        <m:ctrlPr>
                          <a:rPr lang="zh-CN" altLang="en-US" sz="2800" i="1">
                            <a:solidFill>
                              <a:srgbClr val="FFFF00"/>
                            </a:solidFill>
                            <a:latin typeface="Cambria Math" panose="02040503050406030204" pitchFamily="18" charset="0"/>
                          </a:rPr>
                        </m:ctrlPr>
                      </m:dPr>
                      <m:e>
                        <m:sSub>
                          <m:sSubPr>
                            <m:ctrlPr>
                              <a:rPr lang="zh-CN" altLang="en-US" sz="2800" i="1">
                                <a:solidFill>
                                  <a:srgbClr val="FFFF00"/>
                                </a:solidFill>
                                <a:latin typeface="Cambria Math" panose="02040503050406030204" pitchFamily="18" charset="0"/>
                              </a:rPr>
                            </m:ctrlPr>
                          </m:sSubPr>
                          <m:e>
                            <m:r>
                              <a:rPr lang="zh-CN" altLang="en-US" sz="2800" i="1">
                                <a:solidFill>
                                  <a:srgbClr val="FFFF00"/>
                                </a:solidFill>
                                <a:latin typeface="Cambria Math" panose="02040503050406030204" pitchFamily="18" charset="0"/>
                              </a:rPr>
                              <m:t>𝑡</m:t>
                            </m:r>
                          </m:e>
                          <m:sub>
                            <m:r>
                              <a:rPr lang="zh-CN" altLang="en-US" sz="2800" i="1">
                                <a:solidFill>
                                  <a:srgbClr val="FFFF00"/>
                                </a:solidFill>
                                <a:latin typeface="Cambria Math" panose="02040503050406030204" pitchFamily="18" charset="0"/>
                              </a:rPr>
                              <m:t>0</m:t>
                            </m:r>
                          </m:sub>
                        </m:sSub>
                      </m:e>
                    </m:d>
                    <m:r>
                      <a:rPr lang="zh-CN" altLang="en-US" sz="2800" i="1">
                        <a:solidFill>
                          <a:srgbClr val="FFFF00"/>
                        </a:solidFill>
                        <a:latin typeface="Cambria Math" panose="02040503050406030204" pitchFamily="18" charset="0"/>
                      </a:rPr>
                      <m:t>&gt;0, ∃</m:t>
                    </m:r>
                    <m:r>
                      <a:rPr lang="zh-CN" altLang="en-US" sz="2800" i="1">
                        <a:solidFill>
                          <a:srgbClr val="FFFF00"/>
                        </a:solidFill>
                        <a:latin typeface="Cambria Math" panose="02040503050406030204" pitchFamily="18" charset="0"/>
                      </a:rPr>
                      <m:t>𝑇</m:t>
                    </m:r>
                    <m:d>
                      <m:dPr>
                        <m:ctrlPr>
                          <a:rPr lang="zh-CN" altLang="en-US" sz="2800" i="1">
                            <a:solidFill>
                              <a:srgbClr val="FFFF00"/>
                            </a:solidFill>
                            <a:latin typeface="Cambria Math" panose="02040503050406030204" pitchFamily="18" charset="0"/>
                          </a:rPr>
                        </m:ctrlPr>
                      </m:dPr>
                      <m:e>
                        <m:r>
                          <a:rPr lang="zh-CN" altLang="en-US" sz="2800" i="1">
                            <a:solidFill>
                              <a:srgbClr val="FFFF00"/>
                            </a:solidFill>
                            <a:latin typeface="Cambria Math" panose="02040503050406030204" pitchFamily="18" charset="0"/>
                          </a:rPr>
                          <m:t>𝜀</m:t>
                        </m:r>
                        <m:r>
                          <a:rPr lang="zh-CN" altLang="en-US" sz="2800" i="1">
                            <a:solidFill>
                              <a:srgbClr val="FFFF00"/>
                            </a:solidFill>
                            <a:latin typeface="Cambria Math" panose="02040503050406030204" pitchFamily="18" charset="0"/>
                          </a:rPr>
                          <m:t>,</m:t>
                        </m:r>
                        <m:sSub>
                          <m:sSubPr>
                            <m:ctrlPr>
                              <a:rPr lang="zh-CN" altLang="en-US" sz="2800" i="1">
                                <a:solidFill>
                                  <a:srgbClr val="FFFF00"/>
                                </a:solidFill>
                                <a:latin typeface="Cambria Math" panose="02040503050406030204" pitchFamily="18" charset="0"/>
                              </a:rPr>
                            </m:ctrlPr>
                          </m:sSubPr>
                          <m:e>
                            <m:r>
                              <a:rPr lang="zh-CN" altLang="en-US" sz="2800" i="1">
                                <a:solidFill>
                                  <a:srgbClr val="FFFF00"/>
                                </a:solidFill>
                                <a:latin typeface="Cambria Math" panose="02040503050406030204" pitchFamily="18" charset="0"/>
                              </a:rPr>
                              <m:t>𝑡</m:t>
                            </m:r>
                          </m:e>
                          <m:sub>
                            <m:r>
                              <a:rPr lang="zh-CN" altLang="en-US" sz="2800" i="1">
                                <a:solidFill>
                                  <a:srgbClr val="FFFF00"/>
                                </a:solidFill>
                                <a:latin typeface="Cambria Math" panose="02040503050406030204" pitchFamily="18" charset="0"/>
                              </a:rPr>
                              <m:t>0</m:t>
                            </m:r>
                          </m:sub>
                        </m:sSub>
                      </m:e>
                    </m:d>
                    <m:r>
                      <a:rPr lang="zh-CN" altLang="en-US" sz="2800" i="1">
                        <a:solidFill>
                          <a:srgbClr val="FFFF00"/>
                        </a:solidFill>
                        <a:latin typeface="Cambria Math" panose="02040503050406030204" pitchFamily="18" charset="0"/>
                      </a:rPr>
                      <m:t>≥</m:t>
                    </m:r>
                    <m:sSub>
                      <m:sSubPr>
                        <m:ctrlPr>
                          <a:rPr lang="zh-CN" altLang="en-US" sz="2800" i="1">
                            <a:solidFill>
                              <a:srgbClr val="FFFF00"/>
                            </a:solidFill>
                            <a:latin typeface="Cambria Math" panose="02040503050406030204" pitchFamily="18" charset="0"/>
                          </a:rPr>
                        </m:ctrlPr>
                      </m:sSubPr>
                      <m:e>
                        <m:r>
                          <a:rPr lang="zh-CN" altLang="en-US" sz="2800" i="1">
                            <a:solidFill>
                              <a:srgbClr val="FFFF00"/>
                            </a:solidFill>
                            <a:latin typeface="Cambria Math" panose="02040503050406030204" pitchFamily="18" charset="0"/>
                          </a:rPr>
                          <m:t>𝑡</m:t>
                        </m:r>
                      </m:e>
                      <m:sub>
                        <m:r>
                          <a:rPr lang="zh-CN" altLang="en-US" sz="2800" i="1">
                            <a:solidFill>
                              <a:srgbClr val="FFFF00"/>
                            </a:solidFill>
                            <a:latin typeface="Cambria Math" panose="02040503050406030204" pitchFamily="18" charset="0"/>
                          </a:rPr>
                          <m:t>0</m:t>
                        </m:r>
                      </m:sub>
                    </m:sSub>
                    <m:r>
                      <a:rPr lang="zh-CN" altLang="en-US" sz="2800" i="1">
                        <a:solidFill>
                          <a:srgbClr val="FFFF00"/>
                        </a:solidFill>
                        <a:latin typeface="Cambria Math" panose="02040503050406030204" pitchFamily="18" charset="0"/>
                      </a:rPr>
                      <m:t>,  </m:t>
                    </m:r>
                  </m:oMath>
                </a14:m>
                <a:endParaRPr lang="en-US" altLang="zh-CN" sz="2800" i="1" dirty="0">
                  <a:solidFill>
                    <a:srgbClr val="FFFF00"/>
                  </a:solidFill>
                  <a:latin typeface="Cambria Math" panose="02040503050406030204" pitchFamily="18" charset="0"/>
                </a:endParaRPr>
              </a:p>
              <a:p>
                <a:pPr/>
                <a14:m>
                  <m:oMathPara xmlns:m="http://schemas.openxmlformats.org/officeDocument/2006/math">
                    <m:oMathParaPr>
                      <m:jc m:val="left"/>
                    </m:oMathParaPr>
                    <m:oMath xmlns:m="http://schemas.openxmlformats.org/officeDocument/2006/math">
                      <m:func>
                        <m:funcPr>
                          <m:ctrlPr>
                            <a:rPr lang="zh-CN" altLang="en-US" sz="2800" i="1">
                              <a:solidFill>
                                <a:srgbClr val="FFFF00"/>
                              </a:solidFill>
                              <a:latin typeface="Cambria Math" panose="02040503050406030204" pitchFamily="18" charset="0"/>
                            </a:rPr>
                          </m:ctrlPr>
                        </m:funcPr>
                        <m:fName>
                          <m:r>
                            <m:rPr>
                              <m:sty m:val="p"/>
                            </m:rPr>
                            <a:rPr lang="zh-CN" altLang="en-US" sz="2800" i="0">
                              <a:solidFill>
                                <a:srgbClr val="FFFF00"/>
                              </a:solidFill>
                              <a:latin typeface="Cambria Math" panose="02040503050406030204" pitchFamily="18" charset="0"/>
                            </a:rPr>
                            <m:t>s</m:t>
                          </m:r>
                          <m:r>
                            <a:rPr lang="zh-CN" altLang="en-US" sz="2800" i="0">
                              <a:solidFill>
                                <a:srgbClr val="FFFF00"/>
                              </a:solidFill>
                              <a:latin typeface="Cambria Math" panose="02040503050406030204" pitchFamily="18" charset="0"/>
                            </a:rPr>
                            <m:t>.</m:t>
                          </m:r>
                          <m:r>
                            <m:rPr>
                              <m:sty m:val="p"/>
                            </m:rPr>
                            <a:rPr lang="zh-CN" altLang="en-US" sz="2800" i="0">
                              <a:solidFill>
                                <a:srgbClr val="FFFF00"/>
                              </a:solidFill>
                              <a:latin typeface="Cambria Math" panose="02040503050406030204" pitchFamily="18" charset="0"/>
                            </a:rPr>
                            <m:t>t</m:t>
                          </m:r>
                          <m:r>
                            <a:rPr lang="zh-CN" altLang="en-US" sz="2800" i="0">
                              <a:solidFill>
                                <a:srgbClr val="FFFF00"/>
                              </a:solidFill>
                              <a:latin typeface="Cambria Math" panose="02040503050406030204" pitchFamily="18" charset="0"/>
                            </a:rPr>
                            <m:t>.</m:t>
                          </m:r>
                        </m:fName>
                        <m:e/>
                      </m:func>
                      <m:d>
                        <m:dPr>
                          <m:begChr m:val="‖"/>
                          <m:endChr m:val="‖"/>
                          <m:ctrlPr>
                            <a:rPr lang="zh-CN" altLang="en-US" sz="2800" i="1">
                              <a:solidFill>
                                <a:srgbClr val="FFFF00"/>
                              </a:solidFill>
                              <a:latin typeface="Cambria Math" panose="02040503050406030204" pitchFamily="18" charset="0"/>
                            </a:rPr>
                          </m:ctrlPr>
                        </m:dPr>
                        <m:e>
                          <m:r>
                            <a:rPr lang="zh-CN" altLang="en-US" sz="2800" b="1" i="1">
                              <a:solidFill>
                                <a:srgbClr val="FFFF00"/>
                              </a:solidFill>
                              <a:latin typeface="Cambria Math" panose="02040503050406030204" pitchFamily="18" charset="0"/>
                            </a:rPr>
                            <m:t>𝒙</m:t>
                          </m:r>
                          <m:d>
                            <m:dPr>
                              <m:ctrlPr>
                                <a:rPr lang="zh-CN" altLang="en-US" sz="2800" b="1" i="1">
                                  <a:solidFill>
                                    <a:srgbClr val="FFFF00"/>
                                  </a:solidFill>
                                  <a:latin typeface="Cambria Math" panose="02040503050406030204" pitchFamily="18" charset="0"/>
                                </a:rPr>
                              </m:ctrlPr>
                            </m:dPr>
                            <m:e>
                              <m:r>
                                <a:rPr lang="zh-CN" altLang="en-US" sz="2800" i="1">
                                  <a:solidFill>
                                    <a:srgbClr val="FFFF00"/>
                                  </a:solidFill>
                                  <a:latin typeface="Cambria Math" panose="02040503050406030204" pitchFamily="18" charset="0"/>
                                </a:rPr>
                                <m:t>𝑡</m:t>
                              </m:r>
                              <m:r>
                                <a:rPr lang="zh-CN" altLang="en-US" sz="2800" i="0">
                                  <a:solidFill>
                                    <a:srgbClr val="FFFF00"/>
                                  </a:solidFill>
                                  <a:latin typeface="Cambria Math" panose="02040503050406030204" pitchFamily="18" charset="0"/>
                                </a:rPr>
                                <m:t>,</m:t>
                              </m:r>
                              <m:sSub>
                                <m:sSubPr>
                                  <m:ctrlPr>
                                    <a:rPr lang="zh-CN" altLang="en-US" sz="2800" i="1">
                                      <a:solidFill>
                                        <a:srgbClr val="FFFF00"/>
                                      </a:solidFill>
                                      <a:latin typeface="Cambria Math" panose="02040503050406030204" pitchFamily="18" charset="0"/>
                                    </a:rPr>
                                  </m:ctrlPr>
                                </m:sSubPr>
                                <m:e>
                                  <m:r>
                                    <a:rPr lang="zh-CN" altLang="en-US" sz="2800" i="1">
                                      <a:solidFill>
                                        <a:srgbClr val="FFFF00"/>
                                      </a:solidFill>
                                      <a:latin typeface="Cambria Math" panose="02040503050406030204" pitchFamily="18" charset="0"/>
                                    </a:rPr>
                                    <m:t>𝑡</m:t>
                                  </m:r>
                                </m:e>
                                <m:sub>
                                  <m:r>
                                    <a:rPr lang="zh-CN" altLang="en-US" sz="2800" i="1">
                                      <a:solidFill>
                                        <a:srgbClr val="FFFF00"/>
                                      </a:solidFill>
                                      <a:latin typeface="Cambria Math" panose="02040503050406030204" pitchFamily="18" charset="0"/>
                                    </a:rPr>
                                    <m:t>0</m:t>
                                  </m:r>
                                </m:sub>
                              </m:sSub>
                              <m:r>
                                <a:rPr lang="zh-CN" altLang="en-US" sz="2800" i="1">
                                  <a:solidFill>
                                    <a:srgbClr val="FFFF00"/>
                                  </a:solidFill>
                                  <a:latin typeface="Cambria Math" panose="02040503050406030204" pitchFamily="18" charset="0"/>
                                </a:rPr>
                                <m:t>,</m:t>
                              </m:r>
                              <m:sSub>
                                <m:sSubPr>
                                  <m:ctrlPr>
                                    <a:rPr lang="zh-CN" altLang="en-US" sz="2800" i="1">
                                      <a:solidFill>
                                        <a:srgbClr val="FFFF00"/>
                                      </a:solidFill>
                                      <a:latin typeface="Cambria Math" panose="02040503050406030204" pitchFamily="18" charset="0"/>
                                    </a:rPr>
                                  </m:ctrlPr>
                                </m:sSubPr>
                                <m:e>
                                  <m:r>
                                    <a:rPr lang="zh-CN" altLang="en-US" sz="2800" b="1" i="1">
                                      <a:solidFill>
                                        <a:srgbClr val="FFFF00"/>
                                      </a:solidFill>
                                      <a:latin typeface="Cambria Math" panose="02040503050406030204" pitchFamily="18" charset="0"/>
                                    </a:rPr>
                                    <m:t>𝒙</m:t>
                                  </m:r>
                                </m:e>
                                <m:sub>
                                  <m:r>
                                    <a:rPr lang="zh-CN" altLang="en-US" sz="2800" i="1">
                                      <a:solidFill>
                                        <a:srgbClr val="FFFF00"/>
                                      </a:solidFill>
                                      <a:latin typeface="Cambria Math" panose="02040503050406030204" pitchFamily="18" charset="0"/>
                                    </a:rPr>
                                    <m:t>0</m:t>
                                  </m:r>
                                </m:sub>
                              </m:sSub>
                            </m:e>
                          </m:d>
                        </m:e>
                      </m:d>
                      <m:r>
                        <a:rPr lang="zh-CN" altLang="en-US" sz="2800" i="1">
                          <a:solidFill>
                            <a:srgbClr val="FFFF00"/>
                          </a:solidFill>
                          <a:latin typeface="Cambria Math" panose="02040503050406030204" pitchFamily="18" charset="0"/>
                        </a:rPr>
                        <m:t>&lt;</m:t>
                      </m:r>
                      <m:r>
                        <a:rPr lang="zh-CN" altLang="en-US" sz="2800" i="1">
                          <a:solidFill>
                            <a:srgbClr val="FFFF00"/>
                          </a:solidFill>
                          <a:latin typeface="Cambria Math" panose="02040503050406030204" pitchFamily="18" charset="0"/>
                        </a:rPr>
                        <m:t>𝜀</m:t>
                      </m:r>
                      <m:r>
                        <a:rPr lang="zh-CN" altLang="en-US" sz="2800" i="1">
                          <a:solidFill>
                            <a:srgbClr val="FFFF00"/>
                          </a:solidFill>
                          <a:latin typeface="Cambria Math" panose="02040503050406030204" pitchFamily="18" charset="0"/>
                        </a:rPr>
                        <m:t>,  ​​​​</m:t>
                      </m:r>
                      <m:r>
                        <a:rPr lang="zh-CN" altLang="en-US" sz="2800" i="1">
                          <a:solidFill>
                            <a:srgbClr val="FFFF00"/>
                          </a:solidFill>
                          <a:latin typeface="Cambria Math" panose="02040503050406030204" pitchFamily="18" charset="0"/>
                        </a:rPr>
                        <m:t>𝑡</m:t>
                      </m:r>
                      <m:r>
                        <a:rPr lang="zh-CN" altLang="en-US" sz="2800" i="1">
                          <a:solidFill>
                            <a:srgbClr val="FFFF00"/>
                          </a:solidFill>
                          <a:latin typeface="Cambria Math" panose="02040503050406030204" pitchFamily="18" charset="0"/>
                        </a:rPr>
                        <m:t>≥</m:t>
                      </m:r>
                      <m:r>
                        <a:rPr lang="zh-CN" altLang="en-US" sz="2800" i="1">
                          <a:solidFill>
                            <a:srgbClr val="FFFF00"/>
                          </a:solidFill>
                          <a:latin typeface="Cambria Math" panose="02040503050406030204" pitchFamily="18" charset="0"/>
                        </a:rPr>
                        <m:t>𝑇</m:t>
                      </m:r>
                      <m:d>
                        <m:dPr>
                          <m:ctrlPr>
                            <a:rPr lang="zh-CN" altLang="en-US" sz="2800" i="1">
                              <a:solidFill>
                                <a:srgbClr val="FFFF00"/>
                              </a:solidFill>
                              <a:latin typeface="Cambria Math" panose="02040503050406030204" pitchFamily="18" charset="0"/>
                            </a:rPr>
                          </m:ctrlPr>
                        </m:dPr>
                        <m:e>
                          <m:r>
                            <a:rPr lang="zh-CN" altLang="en-US" sz="2800" i="1">
                              <a:solidFill>
                                <a:srgbClr val="FFFF00"/>
                              </a:solidFill>
                              <a:latin typeface="Cambria Math" panose="02040503050406030204" pitchFamily="18" charset="0"/>
                            </a:rPr>
                            <m:t>𝛿</m:t>
                          </m:r>
                          <m:r>
                            <a:rPr lang="zh-CN" altLang="en-US" sz="2800" i="1">
                              <a:solidFill>
                                <a:srgbClr val="FFFF00"/>
                              </a:solidFill>
                              <a:latin typeface="Cambria Math" panose="02040503050406030204" pitchFamily="18" charset="0"/>
                            </a:rPr>
                            <m:t>,</m:t>
                          </m:r>
                          <m:r>
                            <a:rPr lang="zh-CN" altLang="en-US" sz="2800" i="1">
                              <a:solidFill>
                                <a:srgbClr val="FFFF00"/>
                              </a:solidFill>
                              <a:latin typeface="Cambria Math" panose="02040503050406030204" pitchFamily="18" charset="0"/>
                            </a:rPr>
                            <m:t>𝜀</m:t>
                          </m:r>
                          <m:r>
                            <a:rPr lang="zh-CN" altLang="en-US" sz="2800" i="1">
                              <a:solidFill>
                                <a:srgbClr val="FFFF00"/>
                              </a:solidFill>
                              <a:latin typeface="Cambria Math" panose="02040503050406030204" pitchFamily="18" charset="0"/>
                            </a:rPr>
                            <m:t>,</m:t>
                          </m:r>
                          <m:sSub>
                            <m:sSubPr>
                              <m:ctrlPr>
                                <a:rPr lang="zh-CN" altLang="en-US" sz="2800" i="1">
                                  <a:solidFill>
                                    <a:srgbClr val="FFFF00"/>
                                  </a:solidFill>
                                  <a:latin typeface="Cambria Math" panose="02040503050406030204" pitchFamily="18" charset="0"/>
                                </a:rPr>
                              </m:ctrlPr>
                            </m:sSubPr>
                            <m:e>
                              <m:r>
                                <a:rPr lang="zh-CN" altLang="en-US" sz="2800" i="1">
                                  <a:solidFill>
                                    <a:srgbClr val="FFFF00"/>
                                  </a:solidFill>
                                  <a:latin typeface="Cambria Math" panose="02040503050406030204" pitchFamily="18" charset="0"/>
                                </a:rPr>
                                <m:t>𝑡</m:t>
                              </m:r>
                            </m:e>
                            <m:sub>
                              <m:r>
                                <a:rPr lang="zh-CN" altLang="en-US" sz="2800" i="1">
                                  <a:solidFill>
                                    <a:srgbClr val="FFFF00"/>
                                  </a:solidFill>
                                  <a:latin typeface="Cambria Math" panose="02040503050406030204" pitchFamily="18" charset="0"/>
                                </a:rPr>
                                <m:t>0</m:t>
                              </m:r>
                            </m:sub>
                          </m:sSub>
                        </m:e>
                      </m:d>
                      <m:r>
                        <a:rPr lang="zh-CN" altLang="en-US" sz="2800" i="1">
                          <a:solidFill>
                            <a:srgbClr val="FFFF00"/>
                          </a:solidFill>
                          <a:latin typeface="Cambria Math" panose="02040503050406030204" pitchFamily="18" charset="0"/>
                        </a:rPr>
                        <m:t>+</m:t>
                      </m:r>
                      <m:sSub>
                        <m:sSubPr>
                          <m:ctrlPr>
                            <a:rPr lang="zh-CN" altLang="en-US" sz="2800" i="1">
                              <a:solidFill>
                                <a:srgbClr val="FFFF00"/>
                              </a:solidFill>
                              <a:latin typeface="Cambria Math" panose="02040503050406030204" pitchFamily="18" charset="0"/>
                            </a:rPr>
                          </m:ctrlPr>
                        </m:sSubPr>
                        <m:e>
                          <m:r>
                            <a:rPr lang="zh-CN" altLang="en-US" sz="2800" i="1">
                              <a:solidFill>
                                <a:srgbClr val="FFFF00"/>
                              </a:solidFill>
                              <a:latin typeface="Cambria Math" panose="02040503050406030204" pitchFamily="18" charset="0"/>
                            </a:rPr>
                            <m:t>𝑡</m:t>
                          </m:r>
                        </m:e>
                        <m:sub>
                          <m:r>
                            <a:rPr lang="zh-CN" altLang="en-US" sz="2800" i="1">
                              <a:solidFill>
                                <a:srgbClr val="FFFF00"/>
                              </a:solidFill>
                              <a:latin typeface="Cambria Math" panose="02040503050406030204" pitchFamily="18" charset="0"/>
                            </a:rPr>
                            <m:t>0</m:t>
                          </m:r>
                        </m:sub>
                      </m:sSub>
                      <m:r>
                        <a:rPr lang="zh-CN" altLang="en-US" sz="2800" i="1">
                          <a:solidFill>
                            <a:srgbClr val="FFFF00"/>
                          </a:solidFill>
                          <a:latin typeface="Cambria Math" panose="02040503050406030204" pitchFamily="18" charset="0"/>
                        </a:rPr>
                        <m:t>,  </m:t>
                      </m:r>
                    </m:oMath>
                  </m:oMathPara>
                </a14:m>
                <a:br>
                  <a:rPr lang="en-US" altLang="zh-CN" sz="2800" i="1" dirty="0">
                    <a:solidFill>
                      <a:srgbClr val="FFFF00"/>
                    </a:solidFill>
                    <a:latin typeface="Cambria Math" panose="02040503050406030204" pitchFamily="18" charset="0"/>
                  </a:rPr>
                </a:br>
                <a:r>
                  <a:rPr lang="en-US" altLang="zh-CN" sz="2800" i="1" dirty="0">
                    <a:solidFill>
                      <a:srgbClr val="FFFF00"/>
                    </a:solidFill>
                    <a:latin typeface="Cambria Math" panose="02040503050406030204" pitchFamily="18" charset="0"/>
                  </a:rPr>
                  <a:t>                                                       </a:t>
                </a:r>
                <a14:m>
                  <m:oMath xmlns:m="http://schemas.openxmlformats.org/officeDocument/2006/math">
                    <m:r>
                      <a:rPr lang="zh-CN" altLang="en-US" sz="2800" i="1">
                        <a:solidFill>
                          <a:srgbClr val="FFFF00"/>
                        </a:solidFill>
                        <a:latin typeface="Cambria Math" panose="02040503050406030204" pitchFamily="18" charset="0"/>
                      </a:rPr>
                      <m:t>∀</m:t>
                    </m:r>
                    <m:d>
                      <m:dPr>
                        <m:begChr m:val="‖"/>
                        <m:endChr m:val="‖"/>
                        <m:ctrlPr>
                          <a:rPr lang="zh-CN" altLang="en-US" sz="2800" i="1">
                            <a:solidFill>
                              <a:srgbClr val="FFFF00"/>
                            </a:solidFill>
                            <a:latin typeface="Cambria Math" panose="02040503050406030204" pitchFamily="18" charset="0"/>
                          </a:rPr>
                        </m:ctrlPr>
                      </m:dPr>
                      <m:e>
                        <m:r>
                          <a:rPr lang="zh-CN" altLang="en-US" sz="2800" b="1" i="1">
                            <a:solidFill>
                              <a:srgbClr val="FFFF00"/>
                            </a:solidFill>
                            <a:latin typeface="Cambria Math" panose="02040503050406030204" pitchFamily="18" charset="0"/>
                          </a:rPr>
                          <m:t>𝒙</m:t>
                        </m:r>
                        <m:r>
                          <a:rPr lang="zh-CN" altLang="en-US" sz="2800" i="1">
                            <a:solidFill>
                              <a:srgbClr val="FFFF00"/>
                            </a:solidFill>
                            <a:latin typeface="Cambria Math" panose="02040503050406030204" pitchFamily="18" charset="0"/>
                          </a:rPr>
                          <m:t>(</m:t>
                        </m:r>
                        <m:sSub>
                          <m:sSubPr>
                            <m:ctrlPr>
                              <a:rPr lang="zh-CN" altLang="en-US" sz="2800" i="1">
                                <a:solidFill>
                                  <a:srgbClr val="FFFF00"/>
                                </a:solidFill>
                                <a:latin typeface="Cambria Math" panose="02040503050406030204" pitchFamily="18" charset="0"/>
                              </a:rPr>
                            </m:ctrlPr>
                          </m:sSubPr>
                          <m:e>
                            <m:r>
                              <a:rPr lang="zh-CN" altLang="en-US" sz="2800" i="1">
                                <a:solidFill>
                                  <a:srgbClr val="FFFF00"/>
                                </a:solidFill>
                                <a:latin typeface="Cambria Math" panose="02040503050406030204" pitchFamily="18" charset="0"/>
                              </a:rPr>
                              <m:t>𝑡</m:t>
                            </m:r>
                          </m:e>
                          <m:sub>
                            <m:r>
                              <a:rPr lang="zh-CN" altLang="en-US" sz="2800" i="1">
                                <a:solidFill>
                                  <a:srgbClr val="FFFF00"/>
                                </a:solidFill>
                                <a:latin typeface="Cambria Math" panose="02040503050406030204" pitchFamily="18" charset="0"/>
                              </a:rPr>
                              <m:t>0</m:t>
                            </m:r>
                          </m:sub>
                        </m:sSub>
                        <m:r>
                          <a:rPr lang="zh-CN" altLang="en-US" sz="2800" i="1">
                            <a:solidFill>
                              <a:srgbClr val="FFFF00"/>
                            </a:solidFill>
                            <a:latin typeface="Cambria Math" panose="02040503050406030204" pitchFamily="18" charset="0"/>
                          </a:rPr>
                          <m:t>)</m:t>
                        </m:r>
                      </m:e>
                    </m:d>
                    <m:r>
                      <a:rPr lang="zh-CN" altLang="en-US" sz="2800" i="1">
                        <a:solidFill>
                          <a:srgbClr val="FFFF00"/>
                        </a:solidFill>
                        <a:latin typeface="Cambria Math" panose="02040503050406030204" pitchFamily="18" charset="0"/>
                      </a:rPr>
                      <m:t>&lt;</m:t>
                    </m:r>
                    <m:r>
                      <a:rPr lang="zh-CN" altLang="en-US" sz="2800" i="1">
                        <a:solidFill>
                          <a:srgbClr val="FFFF00"/>
                        </a:solidFill>
                        <a:latin typeface="Cambria Math" panose="02040503050406030204" pitchFamily="18" charset="0"/>
                      </a:rPr>
                      <m:t>𝛿</m:t>
                    </m:r>
                    <m:r>
                      <a:rPr lang="zh-CN" altLang="en-US" sz="2800" i="1">
                        <a:solidFill>
                          <a:srgbClr val="FFFF00"/>
                        </a:solidFill>
                        <a:latin typeface="Cambria Math" panose="02040503050406030204" pitchFamily="18" charset="0"/>
                      </a:rPr>
                      <m:t>(</m:t>
                    </m:r>
                    <m:sSub>
                      <m:sSubPr>
                        <m:ctrlPr>
                          <a:rPr lang="zh-CN" altLang="en-US" sz="2800" i="1">
                            <a:solidFill>
                              <a:srgbClr val="FFFF00"/>
                            </a:solidFill>
                            <a:latin typeface="Cambria Math" panose="02040503050406030204" pitchFamily="18" charset="0"/>
                          </a:rPr>
                        </m:ctrlPr>
                      </m:sSubPr>
                      <m:e>
                        <m:r>
                          <a:rPr lang="zh-CN" altLang="en-US" sz="2800" i="1">
                            <a:solidFill>
                              <a:srgbClr val="FFFF00"/>
                            </a:solidFill>
                            <a:latin typeface="Cambria Math" panose="02040503050406030204" pitchFamily="18" charset="0"/>
                          </a:rPr>
                          <m:t>𝑡</m:t>
                        </m:r>
                      </m:e>
                      <m:sub>
                        <m:r>
                          <a:rPr lang="zh-CN" altLang="en-US" sz="2800" i="1">
                            <a:solidFill>
                              <a:srgbClr val="FFFF00"/>
                            </a:solidFill>
                            <a:latin typeface="Cambria Math" panose="02040503050406030204" pitchFamily="18" charset="0"/>
                          </a:rPr>
                          <m:t>0</m:t>
                        </m:r>
                      </m:sub>
                    </m:sSub>
                    <m:r>
                      <a:rPr lang="zh-CN" altLang="en-US" sz="2800" i="1">
                        <a:solidFill>
                          <a:srgbClr val="FFFF00"/>
                        </a:solidFill>
                        <a:latin typeface="Cambria Math" panose="02040503050406030204" pitchFamily="18" charset="0"/>
                      </a:rPr>
                      <m:t>)</m:t>
                    </m:r>
                  </m:oMath>
                </a14:m>
                <a:endParaRPr lang="zh-CN" altLang="en-US" sz="2800" dirty="0">
                  <a:solidFill>
                    <a:srgbClr val="FFFF00"/>
                  </a:solidFill>
                </a:endParaRPr>
              </a:p>
            </p:txBody>
          </p:sp>
        </mc:Choice>
        <mc:Fallback xmlns="">
          <p:sp>
            <p:nvSpPr>
              <p:cNvPr id="17" name="对象 16">
                <a:extLst>
                  <a:ext uri="{FF2B5EF4-FFF2-40B4-BE49-F238E27FC236}">
                    <a16:creationId xmlns:a16="http://schemas.microsoft.com/office/drawing/2014/main" id="{4F176A63-4383-4C8A-BB8F-D4D66A7FEF62}"/>
                  </a:ext>
                </a:extLst>
              </p:cNvPr>
              <p:cNvSpPr txBox="1">
                <a:spLocks noRot="1" noChangeAspect="1" noMove="1" noResize="1" noEditPoints="1" noAdjustHandles="1" noChangeArrowheads="1" noChangeShapeType="1" noTextEdit="1"/>
              </p:cNvSpPr>
              <p:nvPr/>
            </p:nvSpPr>
            <p:spPr bwMode="auto">
              <a:xfrm>
                <a:off x="558230" y="5354841"/>
                <a:ext cx="8190234" cy="1458535"/>
              </a:xfrm>
              <a:prstGeom prst="rect">
                <a:avLst/>
              </a:prstGeom>
              <a:blipFill>
                <a:blip r:embed="rId4"/>
                <a:stretch>
                  <a:fillRect l="-1564" t="-4167"/>
                </a:stretch>
              </a:blipFill>
              <a:ln>
                <a:noFill/>
              </a:ln>
            </p:spPr>
            <p:txBody>
              <a:bodyPr/>
              <a:lstStyle/>
              <a:p>
                <a:r>
                  <a:rPr lang="zh-CN" altLang="en-US">
                    <a:noFill/>
                  </a:rPr>
                  <a:t> </a:t>
                </a:r>
              </a:p>
            </p:txBody>
          </p:sp>
        </mc:Fallback>
      </mc:AlternateContent>
      <p:sp>
        <p:nvSpPr>
          <p:cNvPr id="13" name="日期占位符 3"/>
          <p:cNvSpPr txBox="1">
            <a:spLocks/>
          </p:cNvSpPr>
          <p:nvPr/>
        </p:nvSpPr>
        <p:spPr>
          <a:xfrm>
            <a:off x="457200" y="6476999"/>
            <a:ext cx="2133600" cy="274320"/>
          </a:xfrm>
          <a:prstGeom prst="rect">
            <a:avLst/>
          </a:prstGeom>
        </p:spPr>
        <p:txBody>
          <a:bodyPr vert="horz" lIns="109728" rIns="45720" bIns="0" rtlCol="0" anchor="b"/>
          <a:lstStyle>
            <a:defPPr>
              <a:defRPr lang="zh-CN"/>
            </a:defPPr>
            <a:lvl1pPr marL="0" algn="l" defTabSz="914400" rtl="0" eaLnBrk="1" latinLnBrk="0" hangingPunct="1">
              <a:defRPr kumimoji="0" sz="1800" kern="1200">
                <a:solidFill>
                  <a:srgbClr val="FF0000"/>
                </a:solidFill>
                <a:latin typeface="Times New Roman" pitchFamily="18" charset="0"/>
                <a:ea typeface="+mn-ea"/>
                <a:cs typeface="Times New Roman" pitchFamily="18"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dirty="0"/>
          </a:p>
        </p:txBody>
      </p:sp>
    </p:spTree>
    <p:extLst>
      <p:ext uri="{BB962C8B-B14F-4D97-AF65-F5344CB8AC3E}">
        <p14:creationId xmlns:p14="http://schemas.microsoft.com/office/powerpoint/2010/main" val="313547027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zh-CN" altLang="en-US" dirty="0"/>
              <a:t>非自治系统的稳定性</a:t>
            </a:r>
          </a:p>
        </p:txBody>
      </p:sp>
      <p:sp>
        <p:nvSpPr>
          <p:cNvPr id="7" name="灯片编号占位符 6"/>
          <p:cNvSpPr>
            <a:spLocks noGrp="1"/>
          </p:cNvSpPr>
          <p:nvPr>
            <p:ph type="sldNum" sz="quarter" idx="12"/>
          </p:nvPr>
        </p:nvSpPr>
        <p:spPr/>
        <p:txBody>
          <a:bodyPr/>
          <a:lstStyle/>
          <a:p>
            <a:fld id="{58C210BB-F110-452C-89E7-9EA0A8D47DCE}" type="slidenum">
              <a:rPr lang="zh-CN" altLang="en-US" smtClean="0"/>
              <a:pPr/>
              <a:t>9</a:t>
            </a:fld>
            <a:endParaRPr lang="zh-CN" altLang="en-US" dirty="0"/>
          </a:p>
        </p:txBody>
      </p:sp>
      <mc:AlternateContent xmlns:mc="http://schemas.openxmlformats.org/markup-compatibility/2006">
        <mc:Choice xmlns:a14="http://schemas.microsoft.com/office/drawing/2010/main" Requires="a14">
          <p:sp>
            <p:nvSpPr>
              <p:cNvPr id="32" name="内容占位符 2"/>
              <p:cNvSpPr txBox="1">
                <a:spLocks/>
              </p:cNvSpPr>
              <p:nvPr/>
            </p:nvSpPr>
            <p:spPr>
              <a:xfrm>
                <a:off x="438472" y="1196752"/>
                <a:ext cx="8382000" cy="3240360"/>
              </a:xfrm>
              <a:prstGeom prst="rect">
                <a:avLst/>
              </a:prstGeom>
            </p:spPr>
            <p:txBody>
              <a:bodyPr vert="horz" lIns="54864" tIns="91440" rtlCol="0">
                <a:normAutofit/>
              </a:bodyPr>
              <a:lstStyle>
                <a:lvl1pPr marL="438912" indent="-320040" algn="l" rtl="0" eaLnBrk="1" latinLnBrk="0" hangingPunct="1">
                  <a:spcBef>
                    <a:spcPts val="0"/>
                  </a:spcBef>
                  <a:buClr>
                    <a:schemeClr val="accent1"/>
                  </a:buClr>
                  <a:buSzPct val="80000"/>
                  <a:buFont typeface="Wingdings 2"/>
                  <a:buChar char=""/>
                  <a:defRPr kumimoji="0" sz="3200" kern="1200">
                    <a:solidFill>
                      <a:schemeClr val="bg1"/>
                    </a:solidFill>
                    <a:latin typeface="Times New Roman" pitchFamily="18" charset="0"/>
                    <a:ea typeface="+mn-ea"/>
                    <a:cs typeface="Times New Roman" pitchFamily="18" charset="0"/>
                  </a:defRPr>
                </a:lvl1pPr>
                <a:lvl2pPr marL="731520" indent="-274320" algn="l" rtl="0" eaLnBrk="1" latinLnBrk="0" hangingPunct="1">
                  <a:spcBef>
                    <a:spcPct val="20000"/>
                  </a:spcBef>
                  <a:buClr>
                    <a:schemeClr val="accent2"/>
                  </a:buClr>
                  <a:buSzPct val="90000"/>
                  <a:buFont typeface="Wingdings"/>
                  <a:buChar char=""/>
                  <a:defRPr kumimoji="0" sz="2800" kern="1200">
                    <a:solidFill>
                      <a:schemeClr val="bg1"/>
                    </a:solidFill>
                    <a:latin typeface="Times New Roman" pitchFamily="18" charset="0"/>
                    <a:ea typeface="+mn-ea"/>
                    <a:cs typeface="Times New Roman" pitchFamily="18" charset="0"/>
                  </a:defRPr>
                </a:lvl2pPr>
                <a:lvl3pPr marL="996696" indent="-228600" algn="l" rtl="0" eaLnBrk="1" latinLnBrk="0" hangingPunct="1">
                  <a:spcBef>
                    <a:spcPct val="20000"/>
                  </a:spcBef>
                  <a:buClr>
                    <a:schemeClr val="accent3"/>
                  </a:buClr>
                  <a:buFont typeface="Arial"/>
                  <a:buChar char="▪"/>
                  <a:defRPr kumimoji="0" sz="2400" kern="1200">
                    <a:solidFill>
                      <a:schemeClr val="bg1"/>
                    </a:solidFill>
                    <a:latin typeface="Times New Roman" pitchFamily="18" charset="0"/>
                    <a:ea typeface="+mn-ea"/>
                    <a:cs typeface="Times New Roman" pitchFamily="18" charset="0"/>
                  </a:defRPr>
                </a:lvl3pPr>
                <a:lvl4pPr marL="1216152" indent="-182880" algn="l" rtl="0" eaLnBrk="1" latinLnBrk="0" hangingPunct="1">
                  <a:spcBef>
                    <a:spcPct val="20000"/>
                  </a:spcBef>
                  <a:buClr>
                    <a:schemeClr val="accent4"/>
                  </a:buClr>
                  <a:buFont typeface="Arial"/>
                  <a:buChar char="▪"/>
                  <a:defRPr kumimoji="0" sz="2000" kern="1200">
                    <a:solidFill>
                      <a:schemeClr val="bg1"/>
                    </a:solidFill>
                    <a:latin typeface="Times New Roman" pitchFamily="18" charset="0"/>
                    <a:ea typeface="+mn-ea"/>
                    <a:cs typeface="Times New Roman" pitchFamily="18" charset="0"/>
                  </a:defRPr>
                </a:lvl4pPr>
                <a:lvl5pPr marL="1426464" indent="-182880" algn="l" rtl="0" eaLnBrk="1" latinLnBrk="0" hangingPunct="1">
                  <a:spcBef>
                    <a:spcPct val="20000"/>
                  </a:spcBef>
                  <a:buClr>
                    <a:schemeClr val="accent5"/>
                  </a:buClr>
                  <a:buFont typeface="Wingdings 3"/>
                  <a:buChar char=""/>
                  <a:defRPr kumimoji="0" lang="en-US" sz="2000" kern="1200" smtClean="0">
                    <a:solidFill>
                      <a:schemeClr val="tx1"/>
                    </a:solidFill>
                    <a:latin typeface="Times New Roman" pitchFamily="18" charset="0"/>
                    <a:ea typeface="+mn-ea"/>
                    <a:cs typeface="Times New Roman" pitchFamily="18" charset="0"/>
                  </a:defRPr>
                </a:lvl5pPr>
                <a:lvl6pPr marL="1627632" indent="-182880" algn="l" rtl="0" eaLnBrk="1" latinLnBrk="0" hangingPunct="1">
                  <a:spcBef>
                    <a:spcPct val="20000"/>
                  </a:spcBef>
                  <a:buClr>
                    <a:schemeClr val="accent6"/>
                  </a:buClr>
                  <a:buSzPct val="100000"/>
                  <a:buFont typeface="Wingdings 2"/>
                  <a:buChar char=""/>
                  <a:defRPr kumimoji="0" sz="2000" kern="1200">
                    <a:solidFill>
                      <a:schemeClr val="tx1"/>
                    </a:solidFill>
                    <a:latin typeface="+mn-lt"/>
                    <a:ea typeface="+mn-ea"/>
                    <a:cs typeface="+mn-cs"/>
                  </a:defRPr>
                </a:lvl6pPr>
                <a:lvl7pPr marL="1828800" indent="-182880" algn="l" rtl="0" eaLnBrk="1" latinLnBrk="0" hangingPunct="1">
                  <a:spcBef>
                    <a:spcPct val="20000"/>
                  </a:spcBef>
                  <a:buClr>
                    <a:schemeClr val="accent1"/>
                  </a:buClr>
                  <a:buSzPct val="100000"/>
                  <a:buFont typeface="Wingdings 2"/>
                  <a:buChar char=""/>
                  <a:defRPr kumimoji="0" sz="1800" kern="1200">
                    <a:solidFill>
                      <a:schemeClr val="tx1"/>
                    </a:solidFill>
                    <a:latin typeface="+mn-lt"/>
                    <a:ea typeface="+mn-ea"/>
                    <a:cs typeface="+mn-cs"/>
                  </a:defRPr>
                </a:lvl7pPr>
                <a:lvl8pPr marL="2029968" indent="-182880" algn="l" rtl="0" eaLnBrk="1" latinLnBrk="0" hangingPunct="1">
                  <a:spcBef>
                    <a:spcPct val="20000"/>
                  </a:spcBef>
                  <a:buClr>
                    <a:schemeClr val="accent2"/>
                  </a:buClr>
                  <a:buFont typeface="Wingdings 2" pitchFamily="18" charset="2"/>
                  <a:buChar char=""/>
                  <a:defRPr kumimoji="0" sz="1800" kern="1200">
                    <a:solidFill>
                      <a:schemeClr val="tx1"/>
                    </a:solidFill>
                    <a:latin typeface="+mn-lt"/>
                    <a:ea typeface="+mn-ea"/>
                    <a:cs typeface="+mn-cs"/>
                  </a:defRPr>
                </a:lvl8pPr>
                <a:lvl9pPr marL="2231136" indent="-182880" algn="l" rtl="0" eaLnBrk="1" latinLnBrk="0" hangingPunct="1">
                  <a:spcBef>
                    <a:spcPct val="20000"/>
                  </a:spcBef>
                  <a:buClr>
                    <a:schemeClr val="accent3"/>
                  </a:buClr>
                  <a:buFont typeface="Wingdings 2" pitchFamily="18" charset="2"/>
                  <a:buChar char=""/>
                  <a:defRPr kumimoji="0" sz="1800" kern="1200" baseline="0">
                    <a:solidFill>
                      <a:schemeClr val="tx1"/>
                    </a:solidFill>
                    <a:latin typeface="+mn-lt"/>
                    <a:ea typeface="+mn-ea"/>
                    <a:cs typeface="+mn-cs"/>
                  </a:defRPr>
                </a:lvl9pPr>
                <a:extLst/>
              </a:lstStyle>
              <a:p>
                <a:pPr>
                  <a:lnSpc>
                    <a:spcPts val="4000"/>
                  </a:lnSpc>
                </a:pPr>
                <a:r>
                  <a:rPr lang="zh-CN" altLang="en-US" sz="2800" b="1" dirty="0">
                    <a:sym typeface="Wingdings" pitchFamily="2" charset="2"/>
                  </a:rPr>
                  <a:t>进一步，上述定义中，如果</a:t>
                </a:r>
                <a:br>
                  <a:rPr lang="en-US" altLang="zh-CN" sz="2800" b="1" dirty="0">
                    <a:sym typeface="Wingdings" pitchFamily="2" charset="2"/>
                  </a:rPr>
                </a:br>
                <a:r>
                  <a:rPr lang="zh-CN" altLang="en-US" sz="2800" b="1" dirty="0">
                    <a:sym typeface="Wingdings" pitchFamily="2" charset="2"/>
                  </a:rPr>
                  <a:t>“</a:t>
                </a:r>
                <a:r>
                  <a:rPr lang="zh-CN" altLang="en-US" sz="2800" b="1" dirty="0"/>
                  <a:t>局部收敛性</a:t>
                </a:r>
                <a:r>
                  <a:rPr lang="zh-CN" altLang="en-US" sz="2800" b="1" dirty="0">
                    <a:sym typeface="Wingdings" pitchFamily="2" charset="2"/>
                  </a:rPr>
                  <a:t>”对于</a:t>
                </a:r>
                <a14:m>
                  <m:oMath xmlns:m="http://schemas.openxmlformats.org/officeDocument/2006/math">
                    <m:r>
                      <a:rPr lang="zh-CN" altLang="en-US" sz="2800" i="1" smtClean="0">
                        <a:solidFill>
                          <a:srgbClr val="FFFF00"/>
                        </a:solidFill>
                        <a:latin typeface="Cambria Math" panose="02040503050406030204" pitchFamily="18" charset="0"/>
                      </a:rPr>
                      <m:t>∀</m:t>
                    </m:r>
                    <m:r>
                      <a:rPr lang="zh-CN" altLang="en-US" sz="2800" b="1" i="1">
                        <a:solidFill>
                          <a:srgbClr val="FFFF00"/>
                        </a:solidFill>
                        <a:latin typeface="Cambria Math" panose="02040503050406030204" pitchFamily="18" charset="0"/>
                      </a:rPr>
                      <m:t>𝒙</m:t>
                    </m:r>
                    <m:r>
                      <a:rPr lang="zh-CN" altLang="en-US" sz="2800" i="1">
                        <a:solidFill>
                          <a:srgbClr val="FFFF00"/>
                        </a:solidFill>
                        <a:latin typeface="Cambria Math" panose="02040503050406030204" pitchFamily="18" charset="0"/>
                      </a:rPr>
                      <m:t>(</m:t>
                    </m:r>
                    <m:sSub>
                      <m:sSubPr>
                        <m:ctrlPr>
                          <a:rPr lang="zh-CN" altLang="en-US" sz="2800" i="1">
                            <a:solidFill>
                              <a:srgbClr val="FFFF00"/>
                            </a:solidFill>
                            <a:latin typeface="Cambria Math" panose="02040503050406030204" pitchFamily="18" charset="0"/>
                          </a:rPr>
                        </m:ctrlPr>
                      </m:sSubPr>
                      <m:e>
                        <m:r>
                          <a:rPr lang="zh-CN" altLang="en-US" sz="2800" i="1">
                            <a:solidFill>
                              <a:srgbClr val="FFFF00"/>
                            </a:solidFill>
                            <a:latin typeface="Cambria Math" panose="02040503050406030204" pitchFamily="18" charset="0"/>
                          </a:rPr>
                          <m:t>𝑡</m:t>
                        </m:r>
                      </m:e>
                      <m:sub>
                        <m:r>
                          <a:rPr lang="zh-CN" altLang="en-US" sz="2800" i="1">
                            <a:solidFill>
                              <a:srgbClr val="FFFF00"/>
                            </a:solidFill>
                            <a:latin typeface="Cambria Math" panose="02040503050406030204" pitchFamily="18" charset="0"/>
                          </a:rPr>
                          <m:t>0</m:t>
                        </m:r>
                      </m:sub>
                    </m:sSub>
                    <m:r>
                      <a:rPr lang="zh-CN" altLang="en-US" sz="2800" i="1">
                        <a:solidFill>
                          <a:srgbClr val="FFFF00"/>
                        </a:solidFill>
                        <a:latin typeface="Cambria Math" panose="02040503050406030204" pitchFamily="18" charset="0"/>
                      </a:rPr>
                      <m:t>)∈</m:t>
                    </m:r>
                    <m:sSup>
                      <m:sSupPr>
                        <m:ctrlPr>
                          <a:rPr lang="zh-CN" altLang="en-US" sz="2800" i="1">
                            <a:solidFill>
                              <a:srgbClr val="FFFF00"/>
                            </a:solidFill>
                            <a:latin typeface="Cambria Math" panose="02040503050406030204" pitchFamily="18" charset="0"/>
                          </a:rPr>
                        </m:ctrlPr>
                      </m:sSupPr>
                      <m:e>
                        <m:r>
                          <a:rPr lang="zh-CN" altLang="en-US" sz="2800" i="1">
                            <a:solidFill>
                              <a:srgbClr val="FFFF00"/>
                            </a:solidFill>
                            <a:latin typeface="Cambria Math" panose="02040503050406030204" pitchFamily="18" charset="0"/>
                          </a:rPr>
                          <m:t>ℝ</m:t>
                        </m:r>
                      </m:e>
                      <m:sup>
                        <m:r>
                          <a:rPr lang="zh-CN" altLang="en-US" sz="2800" i="1">
                            <a:solidFill>
                              <a:srgbClr val="FFFF00"/>
                            </a:solidFill>
                            <a:latin typeface="Cambria Math" panose="02040503050406030204" pitchFamily="18" charset="0"/>
                          </a:rPr>
                          <m:t>𝑛</m:t>
                        </m:r>
                      </m:sup>
                    </m:sSup>
                  </m:oMath>
                </a14:m>
                <a:r>
                  <a:rPr lang="zh-CN" altLang="en-US" sz="2800" b="1" dirty="0">
                    <a:sym typeface="Wingdings" pitchFamily="2" charset="2"/>
                  </a:rPr>
                  <a:t>都成立，则称</a:t>
                </a:r>
                <a:br>
                  <a:rPr lang="en-US" altLang="zh-CN" sz="2800" b="1" dirty="0">
                    <a:sym typeface="Wingdings" pitchFamily="2" charset="2"/>
                  </a:rPr>
                </a:br>
                <a:r>
                  <a:rPr lang="zh-CN" altLang="en-US" sz="2800" b="1" dirty="0">
                    <a:sym typeface="Wingdings" pitchFamily="2" charset="2"/>
                  </a:rPr>
                  <a:t>系统的平衡点</a:t>
                </a:r>
                <a:r>
                  <a:rPr lang="zh-CN" altLang="en-US" sz="2800" b="1" dirty="0">
                    <a:solidFill>
                      <a:srgbClr val="FFFF00"/>
                    </a:solidFill>
                    <a:sym typeface="Wingdings" pitchFamily="2" charset="2"/>
                  </a:rPr>
                  <a:t>全局渐进稳定</a:t>
                </a:r>
                <a:r>
                  <a:rPr lang="zh-CN" altLang="en-US" sz="2800" b="1" dirty="0"/>
                  <a:t>（</a:t>
                </a:r>
                <a:r>
                  <a:rPr lang="en-US" altLang="zh-CN" sz="2800" b="1" dirty="0">
                    <a:solidFill>
                      <a:srgbClr val="FFFF00"/>
                    </a:solidFill>
                  </a:rPr>
                  <a:t>globally</a:t>
                </a:r>
                <a:r>
                  <a:rPr lang="en-US" altLang="zh-CN" sz="2800" b="1" dirty="0"/>
                  <a:t> </a:t>
                </a:r>
                <a:r>
                  <a:rPr lang="en-US" altLang="zh-CN" sz="2800" b="1" dirty="0">
                    <a:solidFill>
                      <a:srgbClr val="FFFF00"/>
                    </a:solidFill>
                  </a:rPr>
                  <a:t>asymptotically stable</a:t>
                </a:r>
                <a:r>
                  <a:rPr lang="zh-CN" altLang="en-US" sz="2800" b="1" dirty="0"/>
                  <a:t>）。即：</a:t>
                </a:r>
                <a:br>
                  <a:rPr lang="en-US" altLang="zh-CN" sz="2800" b="1" dirty="0"/>
                </a:br>
                <a:r>
                  <a:rPr lang="zh-CN" altLang="en-US" sz="2800" b="1" dirty="0"/>
                  <a:t>存在</a:t>
                </a:r>
                <a14:m>
                  <m:oMath xmlns:m="http://schemas.openxmlformats.org/officeDocument/2006/math">
                    <m:sSub>
                      <m:sSubPr>
                        <m:ctrlPr>
                          <a:rPr lang="en-US" altLang="zh-CN" sz="2800" i="1">
                            <a:solidFill>
                              <a:srgbClr val="FFFF00"/>
                            </a:solidFill>
                            <a:latin typeface="Cambria Math" panose="02040503050406030204" pitchFamily="18" charset="0"/>
                          </a:rPr>
                        </m:ctrlPr>
                      </m:sSubPr>
                      <m:e>
                        <m:r>
                          <a:rPr lang="en-US" altLang="zh-CN" sz="2800" i="1">
                            <a:solidFill>
                              <a:srgbClr val="FFFF00"/>
                            </a:solidFill>
                            <a:latin typeface="Cambria Math" panose="02040503050406030204" pitchFamily="18" charset="0"/>
                          </a:rPr>
                          <m:t>𝑡</m:t>
                        </m:r>
                      </m:e>
                      <m:sub>
                        <m:r>
                          <a:rPr lang="en-US" altLang="zh-CN" sz="2800" i="1">
                            <a:solidFill>
                              <a:srgbClr val="FFFF00"/>
                            </a:solidFill>
                            <a:latin typeface="Cambria Math" panose="02040503050406030204" pitchFamily="18" charset="0"/>
                          </a:rPr>
                          <m:t>0</m:t>
                        </m:r>
                      </m:sub>
                    </m:sSub>
                  </m:oMath>
                </a14:m>
                <a:r>
                  <a:rPr lang="zh-CN" altLang="en-US" sz="2800" b="1" dirty="0"/>
                  <a:t>，使得初始状态</a:t>
                </a:r>
                <a14:m>
                  <m:oMath xmlns:m="http://schemas.openxmlformats.org/officeDocument/2006/math">
                    <m:r>
                      <a:rPr lang="zh-CN" altLang="en-US" sz="2800" b="1" i="1">
                        <a:solidFill>
                          <a:srgbClr val="FFFF00"/>
                        </a:solidFill>
                        <a:latin typeface="Cambria Math" panose="02040503050406030204" pitchFamily="18" charset="0"/>
                      </a:rPr>
                      <m:t>𝒙</m:t>
                    </m:r>
                    <m:r>
                      <a:rPr lang="zh-CN" altLang="en-US" sz="2800" i="1">
                        <a:solidFill>
                          <a:srgbClr val="FFFF00"/>
                        </a:solidFill>
                        <a:latin typeface="Cambria Math" panose="02040503050406030204" pitchFamily="18" charset="0"/>
                      </a:rPr>
                      <m:t>(</m:t>
                    </m:r>
                    <m:sSub>
                      <m:sSubPr>
                        <m:ctrlPr>
                          <a:rPr lang="zh-CN" altLang="en-US" sz="2800" i="1">
                            <a:solidFill>
                              <a:srgbClr val="FFFF00"/>
                            </a:solidFill>
                            <a:latin typeface="Cambria Math" panose="02040503050406030204" pitchFamily="18" charset="0"/>
                          </a:rPr>
                        </m:ctrlPr>
                      </m:sSubPr>
                      <m:e>
                        <m:r>
                          <a:rPr lang="zh-CN" altLang="en-US" sz="2800" i="1">
                            <a:solidFill>
                              <a:srgbClr val="FFFF00"/>
                            </a:solidFill>
                            <a:latin typeface="Cambria Math" panose="02040503050406030204" pitchFamily="18" charset="0"/>
                          </a:rPr>
                          <m:t>𝑡</m:t>
                        </m:r>
                      </m:e>
                      <m:sub>
                        <m:r>
                          <a:rPr lang="zh-CN" altLang="en-US" sz="2800" i="1">
                            <a:solidFill>
                              <a:srgbClr val="FFFF00"/>
                            </a:solidFill>
                            <a:latin typeface="Cambria Math" panose="02040503050406030204" pitchFamily="18" charset="0"/>
                          </a:rPr>
                          <m:t>0</m:t>
                        </m:r>
                      </m:sub>
                    </m:sSub>
                    <m:r>
                      <a:rPr lang="zh-CN" altLang="en-US" sz="2800" i="1">
                        <a:solidFill>
                          <a:srgbClr val="FFFF00"/>
                        </a:solidFill>
                        <a:latin typeface="Cambria Math" panose="02040503050406030204" pitchFamily="18" charset="0"/>
                      </a:rPr>
                      <m:t>) ∈</m:t>
                    </m:r>
                    <m:sSup>
                      <m:sSupPr>
                        <m:ctrlPr>
                          <a:rPr lang="zh-CN" altLang="en-US" sz="2800" i="1">
                            <a:solidFill>
                              <a:srgbClr val="FFFF00"/>
                            </a:solidFill>
                            <a:latin typeface="Cambria Math" panose="02040503050406030204" pitchFamily="18" charset="0"/>
                          </a:rPr>
                        </m:ctrlPr>
                      </m:sSupPr>
                      <m:e>
                        <m:r>
                          <a:rPr lang="zh-CN" altLang="en-US" sz="2800" i="1">
                            <a:solidFill>
                              <a:srgbClr val="FFFF00"/>
                            </a:solidFill>
                            <a:latin typeface="Cambria Math" panose="02040503050406030204" pitchFamily="18" charset="0"/>
                          </a:rPr>
                          <m:t>ℝ</m:t>
                        </m:r>
                      </m:e>
                      <m:sup>
                        <m:r>
                          <a:rPr lang="zh-CN" altLang="en-US" sz="2800" i="1">
                            <a:solidFill>
                              <a:srgbClr val="FFFF00"/>
                            </a:solidFill>
                            <a:latin typeface="Cambria Math" panose="02040503050406030204" pitchFamily="18" charset="0"/>
                          </a:rPr>
                          <m:t>𝑛</m:t>
                        </m:r>
                      </m:sup>
                    </m:sSup>
                  </m:oMath>
                </a14:m>
                <a:r>
                  <a:rPr lang="zh-CN" altLang="en-US" sz="2800" b="1" dirty="0"/>
                  <a:t>时，恒有 </a:t>
                </a:r>
                <a:br>
                  <a:rPr lang="en-US" altLang="zh-CN" sz="2800" b="1" dirty="0"/>
                </a:br>
                <a:r>
                  <a:rPr lang="en-US" altLang="zh-CN" sz="2800" b="1" dirty="0"/>
                  <a:t>                   </a:t>
                </a:r>
                <a14:m>
                  <m:oMath xmlns:m="http://schemas.openxmlformats.org/officeDocument/2006/math">
                    <m:func>
                      <m:funcPr>
                        <m:ctrlPr>
                          <a:rPr lang="zh-CN" altLang="en-US" sz="2800" b="1" i="1">
                            <a:solidFill>
                              <a:srgbClr val="FFFF00"/>
                            </a:solidFill>
                            <a:latin typeface="Cambria Math" panose="02040503050406030204" pitchFamily="18" charset="0"/>
                          </a:rPr>
                        </m:ctrlPr>
                      </m:funcPr>
                      <m:fName>
                        <m:sSub>
                          <m:sSubPr>
                            <m:ctrlPr>
                              <a:rPr lang="zh-CN" altLang="en-US" sz="2800" b="1" i="1">
                                <a:solidFill>
                                  <a:srgbClr val="FFFF00"/>
                                </a:solidFill>
                                <a:latin typeface="Cambria Math" panose="02040503050406030204" pitchFamily="18" charset="0"/>
                              </a:rPr>
                            </m:ctrlPr>
                          </m:sSubPr>
                          <m:e>
                            <m:r>
                              <m:rPr>
                                <m:sty m:val="p"/>
                              </m:rPr>
                              <a:rPr lang="zh-CN" altLang="en-US" sz="2800">
                                <a:solidFill>
                                  <a:srgbClr val="FFFF00"/>
                                </a:solidFill>
                                <a:latin typeface="Cambria Math" panose="02040503050406030204" pitchFamily="18" charset="0"/>
                              </a:rPr>
                              <m:t>lim</m:t>
                            </m:r>
                          </m:e>
                          <m:sub>
                            <m:r>
                              <a:rPr lang="zh-CN" altLang="en-US" sz="2800" i="1">
                                <a:solidFill>
                                  <a:srgbClr val="FFFF00"/>
                                </a:solidFill>
                                <a:latin typeface="Cambria Math" panose="02040503050406030204" pitchFamily="18" charset="0"/>
                              </a:rPr>
                              <m:t>𝑡</m:t>
                            </m:r>
                            <m:r>
                              <a:rPr lang="zh-CN" altLang="en-US" sz="2800" b="1" i="1">
                                <a:solidFill>
                                  <a:srgbClr val="FFFF00"/>
                                </a:solidFill>
                                <a:latin typeface="Cambria Math" panose="02040503050406030204" pitchFamily="18" charset="0"/>
                              </a:rPr>
                              <m:t>→∞</m:t>
                            </m:r>
                          </m:sub>
                        </m:sSub>
                      </m:fName>
                      <m:e>
                        <m:r>
                          <a:rPr lang="zh-CN" altLang="en-US" sz="2800" b="1" i="1">
                            <a:solidFill>
                              <a:srgbClr val="FFFF00"/>
                            </a:solidFill>
                            <a:latin typeface="Cambria Math" panose="02040503050406030204" pitchFamily="18" charset="0"/>
                          </a:rPr>
                          <m:t>𝒙</m:t>
                        </m:r>
                      </m:e>
                    </m:func>
                    <m:r>
                      <a:rPr lang="zh-CN" altLang="en-US" sz="2800" i="1">
                        <a:solidFill>
                          <a:srgbClr val="FFFF00"/>
                        </a:solidFill>
                        <a:latin typeface="Cambria Math" panose="02040503050406030204" pitchFamily="18" charset="0"/>
                      </a:rPr>
                      <m:t>(</m:t>
                    </m:r>
                    <m:r>
                      <a:rPr lang="zh-CN" altLang="en-US" sz="2800" i="1">
                        <a:solidFill>
                          <a:srgbClr val="FFFF00"/>
                        </a:solidFill>
                        <a:latin typeface="Cambria Math" panose="02040503050406030204" pitchFamily="18" charset="0"/>
                      </a:rPr>
                      <m:t>𝑡</m:t>
                    </m:r>
                    <m:r>
                      <a:rPr lang="zh-CN" altLang="en-US" sz="2800">
                        <a:solidFill>
                          <a:srgbClr val="FFFF00"/>
                        </a:solidFill>
                        <a:latin typeface="Cambria Math" panose="02040503050406030204" pitchFamily="18" charset="0"/>
                      </a:rPr>
                      <m:t>,</m:t>
                    </m:r>
                    <m:sSub>
                      <m:sSubPr>
                        <m:ctrlPr>
                          <a:rPr lang="zh-CN" altLang="en-US" sz="2800" i="1">
                            <a:solidFill>
                              <a:srgbClr val="FFFF00"/>
                            </a:solidFill>
                            <a:latin typeface="Cambria Math" panose="02040503050406030204" pitchFamily="18" charset="0"/>
                          </a:rPr>
                        </m:ctrlPr>
                      </m:sSubPr>
                      <m:e>
                        <m:r>
                          <a:rPr lang="zh-CN" altLang="en-US" sz="2800" i="1">
                            <a:solidFill>
                              <a:srgbClr val="FFFF00"/>
                            </a:solidFill>
                            <a:latin typeface="Cambria Math" panose="02040503050406030204" pitchFamily="18" charset="0"/>
                          </a:rPr>
                          <m:t>𝑡</m:t>
                        </m:r>
                      </m:e>
                      <m:sub>
                        <m:r>
                          <a:rPr lang="zh-CN" altLang="en-US" sz="2800" i="1">
                            <a:solidFill>
                              <a:srgbClr val="FFFF00"/>
                            </a:solidFill>
                            <a:latin typeface="Cambria Math" panose="02040503050406030204" pitchFamily="18" charset="0"/>
                          </a:rPr>
                          <m:t>0</m:t>
                        </m:r>
                      </m:sub>
                    </m:sSub>
                    <m:r>
                      <a:rPr lang="zh-CN" altLang="en-US" sz="2800" i="1">
                        <a:solidFill>
                          <a:srgbClr val="FFFF00"/>
                        </a:solidFill>
                        <a:latin typeface="Cambria Math" panose="02040503050406030204" pitchFamily="18" charset="0"/>
                      </a:rPr>
                      <m:t>,</m:t>
                    </m:r>
                    <m:sSub>
                      <m:sSubPr>
                        <m:ctrlPr>
                          <a:rPr lang="zh-CN" altLang="en-US" sz="2800" i="1">
                            <a:solidFill>
                              <a:srgbClr val="FFFF00"/>
                            </a:solidFill>
                            <a:latin typeface="Cambria Math" panose="02040503050406030204" pitchFamily="18" charset="0"/>
                          </a:rPr>
                        </m:ctrlPr>
                      </m:sSubPr>
                      <m:e>
                        <m:r>
                          <a:rPr lang="zh-CN" altLang="en-US" sz="2800" b="1" i="1">
                            <a:solidFill>
                              <a:srgbClr val="FFFF00"/>
                            </a:solidFill>
                            <a:latin typeface="Cambria Math" panose="02040503050406030204" pitchFamily="18" charset="0"/>
                          </a:rPr>
                          <m:t>𝒙</m:t>
                        </m:r>
                      </m:e>
                      <m:sub>
                        <m:r>
                          <a:rPr lang="zh-CN" altLang="en-US" sz="2800" i="1">
                            <a:solidFill>
                              <a:srgbClr val="FFFF00"/>
                            </a:solidFill>
                            <a:latin typeface="Cambria Math" panose="02040503050406030204" pitchFamily="18" charset="0"/>
                          </a:rPr>
                          <m:t>0</m:t>
                        </m:r>
                      </m:sub>
                    </m:sSub>
                    <m:r>
                      <a:rPr lang="zh-CN" altLang="en-US" sz="2800" i="1">
                        <a:solidFill>
                          <a:srgbClr val="FFFF00"/>
                        </a:solidFill>
                        <a:latin typeface="Cambria Math" panose="02040503050406030204" pitchFamily="18" charset="0"/>
                      </a:rPr>
                      <m:t>)=0 </m:t>
                    </m:r>
                  </m:oMath>
                </a14:m>
                <a:r>
                  <a:rPr lang="zh-CN" altLang="en-US" sz="2800" b="1" dirty="0"/>
                  <a:t>。</a:t>
                </a:r>
                <a:endParaRPr lang="en-US" altLang="zh-CN" sz="2800" b="1" dirty="0"/>
              </a:p>
            </p:txBody>
          </p:sp>
        </mc:Choice>
        <mc:Fallback>
          <p:sp>
            <p:nvSpPr>
              <p:cNvPr id="32" name="内容占位符 2"/>
              <p:cNvSpPr txBox="1">
                <a:spLocks noRot="1" noChangeAspect="1" noMove="1" noResize="1" noEditPoints="1" noAdjustHandles="1" noChangeArrowheads="1" noChangeShapeType="1" noTextEdit="1"/>
              </p:cNvSpPr>
              <p:nvPr/>
            </p:nvSpPr>
            <p:spPr>
              <a:xfrm>
                <a:off x="438472" y="1196752"/>
                <a:ext cx="8382000" cy="3240360"/>
              </a:xfrm>
              <a:prstGeom prst="rect">
                <a:avLst/>
              </a:prstGeom>
              <a:blipFill>
                <a:blip r:embed="rId4"/>
                <a:stretch>
                  <a:fillRect b="-2632"/>
                </a:stretch>
              </a:blipFill>
            </p:spPr>
            <p:txBody>
              <a:bodyPr/>
              <a:lstStyle/>
              <a:p>
                <a:r>
                  <a:rPr lang="zh-CN" altLang="en-US">
                    <a:noFill/>
                  </a:rPr>
                  <a:t> </a:t>
                </a:r>
              </a:p>
            </p:txBody>
          </p:sp>
        </mc:Fallback>
      </mc:AlternateContent>
      <p:sp>
        <p:nvSpPr>
          <p:cNvPr id="38" name="内容占位符 2"/>
          <p:cNvSpPr txBox="1">
            <a:spLocks/>
          </p:cNvSpPr>
          <p:nvPr/>
        </p:nvSpPr>
        <p:spPr>
          <a:xfrm>
            <a:off x="423716" y="4437111"/>
            <a:ext cx="8382000" cy="1224137"/>
          </a:xfrm>
          <a:prstGeom prst="rect">
            <a:avLst/>
          </a:prstGeom>
        </p:spPr>
        <p:txBody>
          <a:bodyPr vert="horz" lIns="54864" tIns="91440" rtlCol="0">
            <a:noAutofit/>
          </a:bodyPr>
          <a:lstStyle>
            <a:lvl1pPr marL="438912" indent="-320040" algn="l" rtl="0" eaLnBrk="1" latinLnBrk="0" hangingPunct="1">
              <a:spcBef>
                <a:spcPts val="0"/>
              </a:spcBef>
              <a:buClr>
                <a:schemeClr val="accent1"/>
              </a:buClr>
              <a:buSzPct val="80000"/>
              <a:buFont typeface="Wingdings 2"/>
              <a:buChar char=""/>
              <a:defRPr kumimoji="0" sz="3200" kern="1200">
                <a:solidFill>
                  <a:schemeClr val="bg1"/>
                </a:solidFill>
                <a:latin typeface="Times New Roman" pitchFamily="18" charset="0"/>
                <a:ea typeface="+mn-ea"/>
                <a:cs typeface="Times New Roman" pitchFamily="18" charset="0"/>
              </a:defRPr>
            </a:lvl1pPr>
            <a:lvl2pPr marL="731520" indent="-274320" algn="l" rtl="0" eaLnBrk="1" latinLnBrk="0" hangingPunct="1">
              <a:spcBef>
                <a:spcPct val="20000"/>
              </a:spcBef>
              <a:buClr>
                <a:schemeClr val="accent2"/>
              </a:buClr>
              <a:buSzPct val="90000"/>
              <a:buFont typeface="Wingdings"/>
              <a:buChar char=""/>
              <a:defRPr kumimoji="0" sz="2800" kern="1200">
                <a:solidFill>
                  <a:schemeClr val="bg1"/>
                </a:solidFill>
                <a:latin typeface="Times New Roman" pitchFamily="18" charset="0"/>
                <a:ea typeface="+mn-ea"/>
                <a:cs typeface="Times New Roman" pitchFamily="18" charset="0"/>
              </a:defRPr>
            </a:lvl2pPr>
            <a:lvl3pPr marL="996696" indent="-228600" algn="l" rtl="0" eaLnBrk="1" latinLnBrk="0" hangingPunct="1">
              <a:spcBef>
                <a:spcPct val="20000"/>
              </a:spcBef>
              <a:buClr>
                <a:schemeClr val="accent3"/>
              </a:buClr>
              <a:buFont typeface="Arial"/>
              <a:buChar char="▪"/>
              <a:defRPr kumimoji="0" sz="2400" kern="1200">
                <a:solidFill>
                  <a:schemeClr val="bg1"/>
                </a:solidFill>
                <a:latin typeface="Times New Roman" pitchFamily="18" charset="0"/>
                <a:ea typeface="+mn-ea"/>
                <a:cs typeface="Times New Roman" pitchFamily="18" charset="0"/>
              </a:defRPr>
            </a:lvl3pPr>
            <a:lvl4pPr marL="1216152" indent="-182880" algn="l" rtl="0" eaLnBrk="1" latinLnBrk="0" hangingPunct="1">
              <a:spcBef>
                <a:spcPct val="20000"/>
              </a:spcBef>
              <a:buClr>
                <a:schemeClr val="accent4"/>
              </a:buClr>
              <a:buFont typeface="Arial"/>
              <a:buChar char="▪"/>
              <a:defRPr kumimoji="0" sz="2000" kern="1200">
                <a:solidFill>
                  <a:schemeClr val="bg1"/>
                </a:solidFill>
                <a:latin typeface="Times New Roman" pitchFamily="18" charset="0"/>
                <a:ea typeface="+mn-ea"/>
                <a:cs typeface="Times New Roman" pitchFamily="18" charset="0"/>
              </a:defRPr>
            </a:lvl4pPr>
            <a:lvl5pPr marL="1426464" indent="-182880" algn="l" rtl="0" eaLnBrk="1" latinLnBrk="0" hangingPunct="1">
              <a:spcBef>
                <a:spcPct val="20000"/>
              </a:spcBef>
              <a:buClr>
                <a:schemeClr val="accent5"/>
              </a:buClr>
              <a:buFont typeface="Wingdings 3"/>
              <a:buChar char=""/>
              <a:defRPr kumimoji="0" lang="en-US" sz="2000" kern="1200" smtClean="0">
                <a:solidFill>
                  <a:schemeClr val="tx1"/>
                </a:solidFill>
                <a:latin typeface="Times New Roman" pitchFamily="18" charset="0"/>
                <a:ea typeface="+mn-ea"/>
                <a:cs typeface="Times New Roman" pitchFamily="18" charset="0"/>
              </a:defRPr>
            </a:lvl5pPr>
            <a:lvl6pPr marL="1627632" indent="-182880" algn="l" rtl="0" eaLnBrk="1" latinLnBrk="0" hangingPunct="1">
              <a:spcBef>
                <a:spcPct val="20000"/>
              </a:spcBef>
              <a:buClr>
                <a:schemeClr val="accent6"/>
              </a:buClr>
              <a:buSzPct val="100000"/>
              <a:buFont typeface="Wingdings 2"/>
              <a:buChar char=""/>
              <a:defRPr kumimoji="0" sz="2000" kern="1200">
                <a:solidFill>
                  <a:schemeClr val="tx1"/>
                </a:solidFill>
                <a:latin typeface="+mn-lt"/>
                <a:ea typeface="+mn-ea"/>
                <a:cs typeface="+mn-cs"/>
              </a:defRPr>
            </a:lvl6pPr>
            <a:lvl7pPr marL="1828800" indent="-182880" algn="l" rtl="0" eaLnBrk="1" latinLnBrk="0" hangingPunct="1">
              <a:spcBef>
                <a:spcPct val="20000"/>
              </a:spcBef>
              <a:buClr>
                <a:schemeClr val="accent1"/>
              </a:buClr>
              <a:buSzPct val="100000"/>
              <a:buFont typeface="Wingdings 2"/>
              <a:buChar char=""/>
              <a:defRPr kumimoji="0" sz="1800" kern="1200">
                <a:solidFill>
                  <a:schemeClr val="tx1"/>
                </a:solidFill>
                <a:latin typeface="+mn-lt"/>
                <a:ea typeface="+mn-ea"/>
                <a:cs typeface="+mn-cs"/>
              </a:defRPr>
            </a:lvl7pPr>
            <a:lvl8pPr marL="2029968" indent="-182880" algn="l" rtl="0" eaLnBrk="1" latinLnBrk="0" hangingPunct="1">
              <a:spcBef>
                <a:spcPct val="20000"/>
              </a:spcBef>
              <a:buClr>
                <a:schemeClr val="accent2"/>
              </a:buClr>
              <a:buFont typeface="Wingdings 2" pitchFamily="18" charset="2"/>
              <a:buChar char=""/>
              <a:defRPr kumimoji="0" sz="1800" kern="1200">
                <a:solidFill>
                  <a:schemeClr val="tx1"/>
                </a:solidFill>
                <a:latin typeface="+mn-lt"/>
                <a:ea typeface="+mn-ea"/>
                <a:cs typeface="+mn-cs"/>
              </a:defRPr>
            </a:lvl8pPr>
            <a:lvl9pPr marL="2231136" indent="-182880" algn="l" rtl="0" eaLnBrk="1" latinLnBrk="0" hangingPunct="1">
              <a:spcBef>
                <a:spcPct val="20000"/>
              </a:spcBef>
              <a:buClr>
                <a:schemeClr val="accent3"/>
              </a:buClr>
              <a:buFont typeface="Wingdings 2" pitchFamily="18" charset="2"/>
              <a:buChar char=""/>
              <a:defRPr kumimoji="0" sz="1800" kern="1200" baseline="0">
                <a:solidFill>
                  <a:schemeClr val="tx1"/>
                </a:solidFill>
                <a:latin typeface="+mn-lt"/>
                <a:ea typeface="+mn-ea"/>
                <a:cs typeface="+mn-cs"/>
              </a:defRPr>
            </a:lvl9pPr>
            <a:extLst/>
          </a:lstStyle>
          <a:p>
            <a:pPr>
              <a:lnSpc>
                <a:spcPts val="4000"/>
              </a:lnSpc>
            </a:pPr>
            <a:r>
              <a:rPr lang="zh-CN" altLang="en-US" sz="2800" b="1" dirty="0"/>
              <a:t>即，考察：</a:t>
            </a:r>
            <a:br>
              <a:rPr lang="en-US" altLang="zh-CN" sz="2800" b="1" dirty="0"/>
            </a:br>
            <a:r>
              <a:rPr lang="zh-CN" altLang="en-US" sz="2800" b="1" dirty="0"/>
              <a:t>在给定初始时刻 </a:t>
            </a:r>
            <a:r>
              <a:rPr lang="en-US" altLang="zh-CN" sz="2800" i="1" dirty="0"/>
              <a:t>t</a:t>
            </a:r>
            <a:r>
              <a:rPr lang="en-US" altLang="zh-CN" sz="2800" baseline="-25000" dirty="0"/>
              <a:t>0 </a:t>
            </a:r>
            <a:r>
              <a:rPr lang="zh-CN" altLang="en-US" sz="2800" b="1" dirty="0"/>
              <a:t>，从不同初值点出发的轨线集</a:t>
            </a:r>
            <a:endParaRPr lang="en-US" altLang="zh-CN" sz="2800" b="1" dirty="0">
              <a:solidFill>
                <a:srgbClr val="FFFF00"/>
              </a:solidFill>
            </a:endParaRPr>
          </a:p>
        </p:txBody>
      </p:sp>
      <p:sp>
        <p:nvSpPr>
          <p:cNvPr id="9" name="日期占位符 3"/>
          <p:cNvSpPr txBox="1">
            <a:spLocks/>
          </p:cNvSpPr>
          <p:nvPr/>
        </p:nvSpPr>
        <p:spPr>
          <a:xfrm>
            <a:off x="457200" y="6476999"/>
            <a:ext cx="2133600" cy="274320"/>
          </a:xfrm>
          <a:prstGeom prst="rect">
            <a:avLst/>
          </a:prstGeom>
        </p:spPr>
        <p:txBody>
          <a:bodyPr vert="horz" lIns="109728" rIns="45720" bIns="0" rtlCol="0" anchor="b"/>
          <a:lstStyle>
            <a:defPPr>
              <a:defRPr lang="zh-CN"/>
            </a:defPPr>
            <a:lvl1pPr marL="0" algn="l" defTabSz="914400" rtl="0" eaLnBrk="1" latinLnBrk="0" hangingPunct="1">
              <a:defRPr kumimoji="0" sz="1800" kern="1200">
                <a:solidFill>
                  <a:srgbClr val="FF0000"/>
                </a:solidFill>
                <a:latin typeface="Times New Roman" pitchFamily="18" charset="0"/>
                <a:ea typeface="+mn-ea"/>
                <a:cs typeface="Times New Roman" pitchFamily="18"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dirty="0"/>
          </a:p>
        </p:txBody>
      </p:sp>
      <p:sp>
        <p:nvSpPr>
          <p:cNvPr id="3" name="内容占位符 2">
            <a:extLst>
              <a:ext uri="{FF2B5EF4-FFF2-40B4-BE49-F238E27FC236}">
                <a16:creationId xmlns:a16="http://schemas.microsoft.com/office/drawing/2014/main" id="{3871D7F4-938C-5663-BE44-9682651479B4}"/>
              </a:ext>
            </a:extLst>
          </p:cNvPr>
          <p:cNvSpPr txBox="1">
            <a:spLocks/>
          </p:cNvSpPr>
          <p:nvPr/>
        </p:nvSpPr>
        <p:spPr>
          <a:xfrm>
            <a:off x="423716" y="5730198"/>
            <a:ext cx="8382000" cy="720081"/>
          </a:xfrm>
          <a:prstGeom prst="rect">
            <a:avLst/>
          </a:prstGeom>
        </p:spPr>
        <p:txBody>
          <a:bodyPr vert="horz" lIns="54864" tIns="91440" rtlCol="0">
            <a:noAutofit/>
          </a:bodyPr>
          <a:lstStyle>
            <a:lvl1pPr marL="438912" indent="-320040" algn="l" rtl="0" eaLnBrk="1" latinLnBrk="0" hangingPunct="1">
              <a:spcBef>
                <a:spcPts val="0"/>
              </a:spcBef>
              <a:buClr>
                <a:schemeClr val="accent1"/>
              </a:buClr>
              <a:buSzPct val="80000"/>
              <a:buFont typeface="Wingdings 2"/>
              <a:buChar char=""/>
              <a:defRPr kumimoji="0" sz="3200" kern="1200">
                <a:solidFill>
                  <a:schemeClr val="bg1"/>
                </a:solidFill>
                <a:latin typeface="Times New Roman" pitchFamily="18" charset="0"/>
                <a:ea typeface="+mn-ea"/>
                <a:cs typeface="Times New Roman" pitchFamily="18" charset="0"/>
              </a:defRPr>
            </a:lvl1pPr>
            <a:lvl2pPr marL="731520" indent="-274320" algn="l" rtl="0" eaLnBrk="1" latinLnBrk="0" hangingPunct="1">
              <a:spcBef>
                <a:spcPct val="20000"/>
              </a:spcBef>
              <a:buClr>
                <a:schemeClr val="accent2"/>
              </a:buClr>
              <a:buSzPct val="90000"/>
              <a:buFont typeface="Wingdings"/>
              <a:buChar char=""/>
              <a:defRPr kumimoji="0" sz="2800" kern="1200">
                <a:solidFill>
                  <a:schemeClr val="bg1"/>
                </a:solidFill>
                <a:latin typeface="Times New Roman" pitchFamily="18" charset="0"/>
                <a:ea typeface="+mn-ea"/>
                <a:cs typeface="Times New Roman" pitchFamily="18" charset="0"/>
              </a:defRPr>
            </a:lvl2pPr>
            <a:lvl3pPr marL="996696" indent="-228600" algn="l" rtl="0" eaLnBrk="1" latinLnBrk="0" hangingPunct="1">
              <a:spcBef>
                <a:spcPct val="20000"/>
              </a:spcBef>
              <a:buClr>
                <a:schemeClr val="accent3"/>
              </a:buClr>
              <a:buFont typeface="Arial"/>
              <a:buChar char="▪"/>
              <a:defRPr kumimoji="0" sz="2400" kern="1200">
                <a:solidFill>
                  <a:schemeClr val="bg1"/>
                </a:solidFill>
                <a:latin typeface="Times New Roman" pitchFamily="18" charset="0"/>
                <a:ea typeface="+mn-ea"/>
                <a:cs typeface="Times New Roman" pitchFamily="18" charset="0"/>
              </a:defRPr>
            </a:lvl3pPr>
            <a:lvl4pPr marL="1216152" indent="-182880" algn="l" rtl="0" eaLnBrk="1" latinLnBrk="0" hangingPunct="1">
              <a:spcBef>
                <a:spcPct val="20000"/>
              </a:spcBef>
              <a:buClr>
                <a:schemeClr val="accent4"/>
              </a:buClr>
              <a:buFont typeface="Arial"/>
              <a:buChar char="▪"/>
              <a:defRPr kumimoji="0" sz="2000" kern="1200">
                <a:solidFill>
                  <a:schemeClr val="bg1"/>
                </a:solidFill>
                <a:latin typeface="Times New Roman" pitchFamily="18" charset="0"/>
                <a:ea typeface="+mn-ea"/>
                <a:cs typeface="Times New Roman" pitchFamily="18" charset="0"/>
              </a:defRPr>
            </a:lvl4pPr>
            <a:lvl5pPr marL="1426464" indent="-182880" algn="l" rtl="0" eaLnBrk="1" latinLnBrk="0" hangingPunct="1">
              <a:spcBef>
                <a:spcPct val="20000"/>
              </a:spcBef>
              <a:buClr>
                <a:schemeClr val="accent5"/>
              </a:buClr>
              <a:buFont typeface="Wingdings 3"/>
              <a:buChar char=""/>
              <a:defRPr kumimoji="0" lang="en-US" sz="2000" kern="1200" smtClean="0">
                <a:solidFill>
                  <a:schemeClr val="tx1"/>
                </a:solidFill>
                <a:latin typeface="Times New Roman" pitchFamily="18" charset="0"/>
                <a:ea typeface="+mn-ea"/>
                <a:cs typeface="Times New Roman" pitchFamily="18" charset="0"/>
              </a:defRPr>
            </a:lvl5pPr>
            <a:lvl6pPr marL="1627632" indent="-182880" algn="l" rtl="0" eaLnBrk="1" latinLnBrk="0" hangingPunct="1">
              <a:spcBef>
                <a:spcPct val="20000"/>
              </a:spcBef>
              <a:buClr>
                <a:schemeClr val="accent6"/>
              </a:buClr>
              <a:buSzPct val="100000"/>
              <a:buFont typeface="Wingdings 2"/>
              <a:buChar char=""/>
              <a:defRPr kumimoji="0" sz="2000" kern="1200">
                <a:solidFill>
                  <a:schemeClr val="tx1"/>
                </a:solidFill>
                <a:latin typeface="+mn-lt"/>
                <a:ea typeface="+mn-ea"/>
                <a:cs typeface="+mn-cs"/>
              </a:defRPr>
            </a:lvl6pPr>
            <a:lvl7pPr marL="1828800" indent="-182880" algn="l" rtl="0" eaLnBrk="1" latinLnBrk="0" hangingPunct="1">
              <a:spcBef>
                <a:spcPct val="20000"/>
              </a:spcBef>
              <a:buClr>
                <a:schemeClr val="accent1"/>
              </a:buClr>
              <a:buSzPct val="100000"/>
              <a:buFont typeface="Wingdings 2"/>
              <a:buChar char=""/>
              <a:defRPr kumimoji="0" sz="1800" kern="1200">
                <a:solidFill>
                  <a:schemeClr val="tx1"/>
                </a:solidFill>
                <a:latin typeface="+mn-lt"/>
                <a:ea typeface="+mn-ea"/>
                <a:cs typeface="+mn-cs"/>
              </a:defRPr>
            </a:lvl7pPr>
            <a:lvl8pPr marL="2029968" indent="-182880" algn="l" rtl="0" eaLnBrk="1" latinLnBrk="0" hangingPunct="1">
              <a:spcBef>
                <a:spcPct val="20000"/>
              </a:spcBef>
              <a:buClr>
                <a:schemeClr val="accent2"/>
              </a:buClr>
              <a:buFont typeface="Wingdings 2" pitchFamily="18" charset="2"/>
              <a:buChar char=""/>
              <a:defRPr kumimoji="0" sz="1800" kern="1200">
                <a:solidFill>
                  <a:schemeClr val="tx1"/>
                </a:solidFill>
                <a:latin typeface="+mn-lt"/>
                <a:ea typeface="+mn-ea"/>
                <a:cs typeface="+mn-cs"/>
              </a:defRPr>
            </a:lvl8pPr>
            <a:lvl9pPr marL="2231136" indent="-182880" algn="l" rtl="0" eaLnBrk="1" latinLnBrk="0" hangingPunct="1">
              <a:spcBef>
                <a:spcPct val="20000"/>
              </a:spcBef>
              <a:buClr>
                <a:schemeClr val="accent3"/>
              </a:buClr>
              <a:buFont typeface="Wingdings 2" pitchFamily="18" charset="2"/>
              <a:buChar char=""/>
              <a:defRPr kumimoji="0" sz="1800" kern="1200" baseline="0">
                <a:solidFill>
                  <a:schemeClr val="tx1"/>
                </a:solidFill>
                <a:latin typeface="+mn-lt"/>
                <a:ea typeface="+mn-ea"/>
                <a:cs typeface="+mn-cs"/>
              </a:defRPr>
            </a:lvl9pPr>
            <a:extLst/>
          </a:lstStyle>
          <a:p>
            <a:pPr>
              <a:lnSpc>
                <a:spcPts val="4000"/>
              </a:lnSpc>
            </a:pPr>
            <a:r>
              <a:rPr lang="zh-CN" altLang="en-US" sz="2800" b="1" dirty="0"/>
              <a:t>回顾：径向无界条件何在？</a:t>
            </a:r>
            <a:endParaRPr lang="en-US" altLang="zh-CN" sz="2800" b="1" dirty="0">
              <a:solidFill>
                <a:srgbClr val="FFFF00"/>
              </a:solidFill>
            </a:endParaRPr>
          </a:p>
        </p:txBody>
      </p:sp>
    </p:spTree>
    <p:custDataLst>
      <p:tags r:id="rId1"/>
    </p:custDataLst>
    <p:extLst>
      <p:ext uri="{BB962C8B-B14F-4D97-AF65-F5344CB8AC3E}">
        <p14:creationId xmlns:p14="http://schemas.microsoft.com/office/powerpoint/2010/main" val="64919475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zh-CN" altLang="en-US" dirty="0"/>
              <a:t>稳定的一致性：问题</a:t>
            </a:r>
          </a:p>
        </p:txBody>
      </p:sp>
      <p:sp>
        <p:nvSpPr>
          <p:cNvPr id="7" name="灯片编号占位符 6"/>
          <p:cNvSpPr>
            <a:spLocks noGrp="1"/>
          </p:cNvSpPr>
          <p:nvPr>
            <p:ph type="sldNum" sz="quarter" idx="12"/>
          </p:nvPr>
        </p:nvSpPr>
        <p:spPr/>
        <p:txBody>
          <a:bodyPr/>
          <a:lstStyle/>
          <a:p>
            <a:fld id="{58C210BB-F110-452C-89E7-9EA0A8D47DCE}" type="slidenum">
              <a:rPr lang="zh-CN" altLang="en-US" smtClean="0"/>
              <a:pPr/>
              <a:t>10</a:t>
            </a:fld>
            <a:endParaRPr lang="zh-CN" altLang="en-US" dirty="0"/>
          </a:p>
        </p:txBody>
      </p:sp>
      <mc:AlternateContent xmlns:mc="http://schemas.openxmlformats.org/markup-compatibility/2006" xmlns:a14="http://schemas.microsoft.com/office/drawing/2010/main">
        <mc:Choice Requires="a14">
          <p:sp>
            <p:nvSpPr>
              <p:cNvPr id="27" name="对象 26"/>
              <p:cNvSpPr txBox="1"/>
              <p:nvPr/>
            </p:nvSpPr>
            <p:spPr bwMode="auto">
              <a:xfrm>
                <a:off x="976992" y="3429000"/>
                <a:ext cx="7190016" cy="576263"/>
              </a:xfrm>
              <a:prstGeom prst="rect">
                <a:avLst/>
              </a:prstGeom>
              <a:noFill/>
              <a:ln>
                <a:noFill/>
              </a:ln>
            </p:spPr>
            <p:txBody>
              <a:bodyPr>
                <a:noAutofit/>
              </a:bodyPr>
              <a:lstStyle/>
              <a:p>
                <a:pPr/>
                <a14:m>
                  <m:oMathPara xmlns:m="http://schemas.openxmlformats.org/officeDocument/2006/math">
                    <m:oMathParaPr>
                      <m:jc m:val="left"/>
                    </m:oMathParaPr>
                    <m:oMath xmlns:m="http://schemas.openxmlformats.org/officeDocument/2006/math">
                      <m:d>
                        <m:dPr>
                          <m:begChr m:val="‖"/>
                          <m:endChr m:val="‖"/>
                          <m:ctrlPr>
                            <a:rPr lang="zh-CN" altLang="en-US" sz="2800" i="1" smtClean="0">
                              <a:solidFill>
                                <a:srgbClr val="FFFF00"/>
                              </a:solidFill>
                              <a:latin typeface="Cambria Math" panose="02040503050406030204" pitchFamily="18" charset="0"/>
                            </a:rPr>
                          </m:ctrlPr>
                        </m:dPr>
                        <m:e>
                          <m:r>
                            <a:rPr lang="zh-CN" altLang="en-US" sz="2800" b="1" i="1">
                              <a:solidFill>
                                <a:srgbClr val="FFFF00"/>
                              </a:solidFill>
                              <a:latin typeface="Cambria Math" panose="02040503050406030204" pitchFamily="18" charset="0"/>
                            </a:rPr>
                            <m:t>𝒙</m:t>
                          </m:r>
                          <m:r>
                            <a:rPr lang="zh-CN" altLang="en-US" sz="2800" i="1">
                              <a:solidFill>
                                <a:srgbClr val="FFFF00"/>
                              </a:solidFill>
                              <a:latin typeface="Cambria Math" panose="02040503050406030204" pitchFamily="18" charset="0"/>
                            </a:rPr>
                            <m:t>(</m:t>
                          </m:r>
                          <m:sSub>
                            <m:sSubPr>
                              <m:ctrlPr>
                                <a:rPr lang="zh-CN" altLang="en-US" sz="2800" i="1">
                                  <a:solidFill>
                                    <a:srgbClr val="FFFF00"/>
                                  </a:solidFill>
                                  <a:latin typeface="Cambria Math" panose="02040503050406030204" pitchFamily="18" charset="0"/>
                                </a:rPr>
                              </m:ctrlPr>
                            </m:sSubPr>
                            <m:e>
                              <m:r>
                                <a:rPr lang="zh-CN" altLang="en-US" sz="2800" i="1">
                                  <a:solidFill>
                                    <a:srgbClr val="FFFF00"/>
                                  </a:solidFill>
                                  <a:latin typeface="Cambria Math" panose="02040503050406030204" pitchFamily="18" charset="0"/>
                                </a:rPr>
                                <m:t>𝑡</m:t>
                              </m:r>
                            </m:e>
                            <m:sub>
                              <m:r>
                                <a:rPr lang="zh-CN" altLang="en-US" sz="2800" i="1">
                                  <a:solidFill>
                                    <a:srgbClr val="FFFF00"/>
                                  </a:solidFill>
                                  <a:latin typeface="Cambria Math" panose="02040503050406030204" pitchFamily="18" charset="0"/>
                                </a:rPr>
                                <m:t>0</m:t>
                              </m:r>
                            </m:sub>
                          </m:sSub>
                          <m:r>
                            <a:rPr lang="zh-CN" altLang="en-US" sz="2800" i="1">
                              <a:solidFill>
                                <a:srgbClr val="FFFF00"/>
                              </a:solidFill>
                              <a:latin typeface="Cambria Math" panose="02040503050406030204" pitchFamily="18" charset="0"/>
                            </a:rPr>
                            <m:t>)</m:t>
                          </m:r>
                        </m:e>
                      </m:d>
                      <m:r>
                        <a:rPr lang="zh-CN" altLang="en-US" sz="2800" i="1">
                          <a:solidFill>
                            <a:srgbClr val="FFFF00"/>
                          </a:solidFill>
                          <a:latin typeface="Cambria Math" panose="02040503050406030204" pitchFamily="18" charset="0"/>
                        </a:rPr>
                        <m:t>&lt;</m:t>
                      </m:r>
                      <m:r>
                        <a:rPr lang="zh-CN" altLang="en-US" sz="2800" i="1">
                          <a:solidFill>
                            <a:srgbClr val="FFFF00"/>
                          </a:solidFill>
                          <a:latin typeface="Cambria Math" panose="02040503050406030204" pitchFamily="18" charset="0"/>
                        </a:rPr>
                        <m:t>𝛿</m:t>
                      </m:r>
                      <m:d>
                        <m:dPr>
                          <m:ctrlPr>
                            <a:rPr lang="zh-CN" altLang="en-US" sz="2800" i="1">
                              <a:solidFill>
                                <a:srgbClr val="FFFF00"/>
                              </a:solidFill>
                              <a:latin typeface="Cambria Math" panose="02040503050406030204" pitchFamily="18" charset="0"/>
                            </a:rPr>
                          </m:ctrlPr>
                        </m:dPr>
                        <m:e>
                          <m:r>
                            <a:rPr lang="zh-CN" altLang="en-US" sz="2800" i="1">
                              <a:solidFill>
                                <a:srgbClr val="FFFF00"/>
                              </a:solidFill>
                              <a:latin typeface="Cambria Math" panose="02040503050406030204" pitchFamily="18" charset="0"/>
                            </a:rPr>
                            <m:t>𝜀</m:t>
                          </m:r>
                          <m:r>
                            <a:rPr lang="zh-CN" altLang="en-US" sz="2800" i="1">
                              <a:solidFill>
                                <a:srgbClr val="FFFF00"/>
                              </a:solidFill>
                              <a:latin typeface="Cambria Math" panose="02040503050406030204" pitchFamily="18" charset="0"/>
                            </a:rPr>
                            <m:t>,</m:t>
                          </m:r>
                          <m:sSub>
                            <m:sSubPr>
                              <m:ctrlPr>
                                <a:rPr lang="zh-CN" altLang="en-US" sz="2800" i="1">
                                  <a:solidFill>
                                    <a:srgbClr val="FFFF00"/>
                                  </a:solidFill>
                                  <a:latin typeface="Cambria Math" panose="02040503050406030204" pitchFamily="18" charset="0"/>
                                </a:rPr>
                              </m:ctrlPr>
                            </m:sSubPr>
                            <m:e>
                              <m:r>
                                <a:rPr lang="zh-CN" altLang="en-US" sz="2800" i="1">
                                  <a:solidFill>
                                    <a:srgbClr val="FFFF00"/>
                                  </a:solidFill>
                                  <a:latin typeface="Cambria Math" panose="02040503050406030204" pitchFamily="18" charset="0"/>
                                </a:rPr>
                                <m:t>𝑡</m:t>
                              </m:r>
                            </m:e>
                            <m:sub>
                              <m:r>
                                <a:rPr lang="zh-CN" altLang="en-US" sz="2800" i="1">
                                  <a:solidFill>
                                    <a:srgbClr val="FFFF00"/>
                                  </a:solidFill>
                                  <a:latin typeface="Cambria Math" panose="02040503050406030204" pitchFamily="18" charset="0"/>
                                </a:rPr>
                                <m:t>0</m:t>
                              </m:r>
                            </m:sub>
                          </m:sSub>
                        </m:e>
                      </m:d>
                      <m:r>
                        <a:rPr lang="zh-CN" altLang="en-US" sz="2800" i="1">
                          <a:solidFill>
                            <a:srgbClr val="FFFF00"/>
                          </a:solidFill>
                          <a:latin typeface="Cambria Math" panose="02040503050406030204" pitchFamily="18" charset="0"/>
                        </a:rPr>
                        <m:t>⇒</m:t>
                      </m:r>
                      <m:d>
                        <m:dPr>
                          <m:begChr m:val="‖"/>
                          <m:endChr m:val="‖"/>
                          <m:ctrlPr>
                            <a:rPr lang="zh-CN" altLang="en-US" sz="2800" i="1">
                              <a:solidFill>
                                <a:srgbClr val="FFFF00"/>
                              </a:solidFill>
                              <a:latin typeface="Cambria Math" panose="02040503050406030204" pitchFamily="18" charset="0"/>
                            </a:rPr>
                          </m:ctrlPr>
                        </m:dPr>
                        <m:e>
                          <m:r>
                            <a:rPr lang="zh-CN" altLang="en-US" sz="2800" b="1" i="1">
                              <a:solidFill>
                                <a:srgbClr val="FFFF00"/>
                              </a:solidFill>
                              <a:latin typeface="Cambria Math" panose="02040503050406030204" pitchFamily="18" charset="0"/>
                            </a:rPr>
                            <m:t>𝒙</m:t>
                          </m:r>
                          <m:d>
                            <m:dPr>
                              <m:ctrlPr>
                                <a:rPr lang="zh-CN" altLang="en-US" sz="2800" b="1" i="1">
                                  <a:solidFill>
                                    <a:srgbClr val="FFFF00"/>
                                  </a:solidFill>
                                  <a:latin typeface="Cambria Math" panose="02040503050406030204" pitchFamily="18" charset="0"/>
                                </a:rPr>
                              </m:ctrlPr>
                            </m:dPr>
                            <m:e>
                              <m:r>
                                <a:rPr lang="zh-CN" altLang="en-US" sz="2800" i="1">
                                  <a:solidFill>
                                    <a:srgbClr val="FFFF00"/>
                                  </a:solidFill>
                                  <a:latin typeface="Cambria Math" panose="02040503050406030204" pitchFamily="18" charset="0"/>
                                </a:rPr>
                                <m:t>𝑡</m:t>
                              </m:r>
                              <m:r>
                                <a:rPr lang="zh-CN" altLang="en-US" sz="2800" i="0">
                                  <a:solidFill>
                                    <a:srgbClr val="FFFF00"/>
                                  </a:solidFill>
                                  <a:latin typeface="Cambria Math" panose="02040503050406030204" pitchFamily="18" charset="0"/>
                                </a:rPr>
                                <m:t>,</m:t>
                              </m:r>
                              <m:sSub>
                                <m:sSubPr>
                                  <m:ctrlPr>
                                    <a:rPr lang="zh-CN" altLang="en-US" sz="2800" i="1">
                                      <a:solidFill>
                                        <a:srgbClr val="FFFF00"/>
                                      </a:solidFill>
                                      <a:latin typeface="Cambria Math" panose="02040503050406030204" pitchFamily="18" charset="0"/>
                                    </a:rPr>
                                  </m:ctrlPr>
                                </m:sSubPr>
                                <m:e>
                                  <m:r>
                                    <a:rPr lang="zh-CN" altLang="en-US" sz="2800" i="1">
                                      <a:solidFill>
                                        <a:srgbClr val="FFFF00"/>
                                      </a:solidFill>
                                      <a:latin typeface="Cambria Math" panose="02040503050406030204" pitchFamily="18" charset="0"/>
                                    </a:rPr>
                                    <m:t>𝑡</m:t>
                                  </m:r>
                                </m:e>
                                <m:sub>
                                  <m:r>
                                    <a:rPr lang="zh-CN" altLang="en-US" sz="2800" i="1">
                                      <a:solidFill>
                                        <a:srgbClr val="FFFF00"/>
                                      </a:solidFill>
                                      <a:latin typeface="Cambria Math" panose="02040503050406030204" pitchFamily="18" charset="0"/>
                                    </a:rPr>
                                    <m:t>0</m:t>
                                  </m:r>
                                </m:sub>
                              </m:sSub>
                              <m:r>
                                <a:rPr lang="zh-CN" altLang="en-US" sz="2800" i="1">
                                  <a:solidFill>
                                    <a:srgbClr val="FFFF00"/>
                                  </a:solidFill>
                                  <a:latin typeface="Cambria Math" panose="02040503050406030204" pitchFamily="18" charset="0"/>
                                </a:rPr>
                                <m:t>,</m:t>
                              </m:r>
                              <m:sSub>
                                <m:sSubPr>
                                  <m:ctrlPr>
                                    <a:rPr lang="zh-CN" altLang="en-US" sz="2800" i="1">
                                      <a:solidFill>
                                        <a:srgbClr val="FFFF00"/>
                                      </a:solidFill>
                                      <a:latin typeface="Cambria Math" panose="02040503050406030204" pitchFamily="18" charset="0"/>
                                    </a:rPr>
                                  </m:ctrlPr>
                                </m:sSubPr>
                                <m:e>
                                  <m:r>
                                    <a:rPr lang="zh-CN" altLang="en-US" sz="2800" b="1" i="1">
                                      <a:solidFill>
                                        <a:srgbClr val="FFFF00"/>
                                      </a:solidFill>
                                      <a:latin typeface="Cambria Math" panose="02040503050406030204" pitchFamily="18" charset="0"/>
                                    </a:rPr>
                                    <m:t>𝒙</m:t>
                                  </m:r>
                                </m:e>
                                <m:sub>
                                  <m:r>
                                    <a:rPr lang="zh-CN" altLang="en-US" sz="2800" i="1">
                                      <a:solidFill>
                                        <a:srgbClr val="FFFF00"/>
                                      </a:solidFill>
                                      <a:latin typeface="Cambria Math" panose="02040503050406030204" pitchFamily="18" charset="0"/>
                                    </a:rPr>
                                    <m:t>0</m:t>
                                  </m:r>
                                </m:sub>
                              </m:sSub>
                            </m:e>
                          </m:d>
                        </m:e>
                      </m:d>
                      <m:r>
                        <a:rPr lang="zh-CN" altLang="en-US" sz="2800" i="1">
                          <a:solidFill>
                            <a:srgbClr val="FFFF00"/>
                          </a:solidFill>
                          <a:latin typeface="Cambria Math" panose="02040503050406030204" pitchFamily="18" charset="0"/>
                        </a:rPr>
                        <m:t>&lt;</m:t>
                      </m:r>
                      <m:r>
                        <a:rPr lang="zh-CN" altLang="en-US" sz="2800" i="1">
                          <a:solidFill>
                            <a:srgbClr val="FFFF00"/>
                          </a:solidFill>
                          <a:latin typeface="Cambria Math" panose="02040503050406030204" pitchFamily="18" charset="0"/>
                        </a:rPr>
                        <m:t>𝜀</m:t>
                      </m:r>
                      <m:r>
                        <a:rPr lang="zh-CN" altLang="en-US" sz="2800" i="1">
                          <a:solidFill>
                            <a:srgbClr val="FFFF00"/>
                          </a:solidFill>
                          <a:latin typeface="Cambria Math" panose="02040503050406030204" pitchFamily="18" charset="0"/>
                        </a:rPr>
                        <m:t>,​​​​ </m:t>
                      </m:r>
                      <m:r>
                        <a:rPr lang="zh-CN" altLang="en-US" sz="2800" i="1">
                          <a:solidFill>
                            <a:srgbClr val="FFFF00"/>
                          </a:solidFill>
                          <a:latin typeface="Cambria Math" panose="02040503050406030204" pitchFamily="18" charset="0"/>
                        </a:rPr>
                        <m:t>𝑡</m:t>
                      </m:r>
                      <m:r>
                        <a:rPr lang="zh-CN" altLang="en-US" sz="2800" i="1">
                          <a:solidFill>
                            <a:srgbClr val="FFFF00"/>
                          </a:solidFill>
                          <a:latin typeface="Cambria Math" panose="02040503050406030204" pitchFamily="18" charset="0"/>
                        </a:rPr>
                        <m:t>≥</m:t>
                      </m:r>
                      <m:sSub>
                        <m:sSubPr>
                          <m:ctrlPr>
                            <a:rPr lang="zh-CN" altLang="en-US" sz="2800" i="1">
                              <a:solidFill>
                                <a:srgbClr val="FFFF00"/>
                              </a:solidFill>
                              <a:latin typeface="Cambria Math" panose="02040503050406030204" pitchFamily="18" charset="0"/>
                            </a:rPr>
                          </m:ctrlPr>
                        </m:sSubPr>
                        <m:e>
                          <m:r>
                            <a:rPr lang="zh-CN" altLang="en-US" sz="2800" i="1">
                              <a:solidFill>
                                <a:srgbClr val="FFFF00"/>
                              </a:solidFill>
                              <a:latin typeface="Cambria Math" panose="02040503050406030204" pitchFamily="18" charset="0"/>
                            </a:rPr>
                            <m:t>𝑡</m:t>
                          </m:r>
                        </m:e>
                        <m:sub>
                          <m:r>
                            <a:rPr lang="zh-CN" altLang="en-US" sz="2800" i="1">
                              <a:solidFill>
                                <a:srgbClr val="FFFF00"/>
                              </a:solidFill>
                              <a:latin typeface="Cambria Math" panose="02040503050406030204" pitchFamily="18" charset="0"/>
                            </a:rPr>
                            <m:t>0</m:t>
                          </m:r>
                        </m:sub>
                      </m:sSub>
                    </m:oMath>
                  </m:oMathPara>
                </a14:m>
                <a:endParaRPr lang="zh-CN" altLang="en-US" sz="2800" dirty="0">
                  <a:solidFill>
                    <a:srgbClr val="FFFF00"/>
                  </a:solidFill>
                </a:endParaRPr>
              </a:p>
            </p:txBody>
          </p:sp>
        </mc:Choice>
        <mc:Fallback xmlns="">
          <p:sp>
            <p:nvSpPr>
              <p:cNvPr id="27" name="对象 26"/>
              <p:cNvSpPr txBox="1">
                <a:spLocks noRot="1" noChangeAspect="1" noMove="1" noResize="1" noEditPoints="1" noAdjustHandles="1" noChangeArrowheads="1" noChangeShapeType="1" noTextEdit="1"/>
              </p:cNvSpPr>
              <p:nvPr/>
            </p:nvSpPr>
            <p:spPr bwMode="auto">
              <a:xfrm>
                <a:off x="976992" y="3429000"/>
                <a:ext cx="7190016" cy="576263"/>
              </a:xfrm>
              <a:prstGeom prst="rect">
                <a:avLst/>
              </a:prstGeom>
              <a:blipFill>
                <a:blip r:embed="rId4"/>
                <a:stretch>
                  <a:fillRect/>
                </a:stretch>
              </a:blipFill>
              <a:ln>
                <a:no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1" name="内容占位符 2"/>
              <p:cNvSpPr txBox="1">
                <a:spLocks/>
              </p:cNvSpPr>
              <p:nvPr/>
            </p:nvSpPr>
            <p:spPr>
              <a:xfrm>
                <a:off x="438472" y="4185085"/>
                <a:ext cx="8382000" cy="756083"/>
              </a:xfrm>
              <a:prstGeom prst="rect">
                <a:avLst/>
              </a:prstGeom>
            </p:spPr>
            <p:txBody>
              <a:bodyPr vert="horz" lIns="54864" tIns="91440" rtlCol="0">
                <a:normAutofit/>
              </a:bodyPr>
              <a:lstStyle>
                <a:lvl1pPr marL="438912" indent="-320040" algn="l" rtl="0" eaLnBrk="1" latinLnBrk="0" hangingPunct="1">
                  <a:spcBef>
                    <a:spcPts val="0"/>
                  </a:spcBef>
                  <a:buClr>
                    <a:schemeClr val="accent1"/>
                  </a:buClr>
                  <a:buSzPct val="80000"/>
                  <a:buFont typeface="Wingdings 2"/>
                  <a:buChar char=""/>
                  <a:defRPr kumimoji="0" sz="3200" kern="1200">
                    <a:solidFill>
                      <a:schemeClr val="bg1"/>
                    </a:solidFill>
                    <a:latin typeface="Times New Roman" pitchFamily="18" charset="0"/>
                    <a:ea typeface="+mn-ea"/>
                    <a:cs typeface="Times New Roman" pitchFamily="18" charset="0"/>
                  </a:defRPr>
                </a:lvl1pPr>
                <a:lvl2pPr marL="731520" indent="-274320" algn="l" rtl="0" eaLnBrk="1" latinLnBrk="0" hangingPunct="1">
                  <a:spcBef>
                    <a:spcPct val="20000"/>
                  </a:spcBef>
                  <a:buClr>
                    <a:schemeClr val="accent2"/>
                  </a:buClr>
                  <a:buSzPct val="90000"/>
                  <a:buFont typeface="Wingdings"/>
                  <a:buChar char=""/>
                  <a:defRPr kumimoji="0" sz="2800" kern="1200">
                    <a:solidFill>
                      <a:schemeClr val="bg1"/>
                    </a:solidFill>
                    <a:latin typeface="Times New Roman" pitchFamily="18" charset="0"/>
                    <a:ea typeface="+mn-ea"/>
                    <a:cs typeface="Times New Roman" pitchFamily="18" charset="0"/>
                  </a:defRPr>
                </a:lvl2pPr>
                <a:lvl3pPr marL="996696" indent="-228600" algn="l" rtl="0" eaLnBrk="1" latinLnBrk="0" hangingPunct="1">
                  <a:spcBef>
                    <a:spcPct val="20000"/>
                  </a:spcBef>
                  <a:buClr>
                    <a:schemeClr val="accent3"/>
                  </a:buClr>
                  <a:buFont typeface="Arial"/>
                  <a:buChar char="▪"/>
                  <a:defRPr kumimoji="0" sz="2400" kern="1200">
                    <a:solidFill>
                      <a:schemeClr val="bg1"/>
                    </a:solidFill>
                    <a:latin typeface="Times New Roman" pitchFamily="18" charset="0"/>
                    <a:ea typeface="+mn-ea"/>
                    <a:cs typeface="Times New Roman" pitchFamily="18" charset="0"/>
                  </a:defRPr>
                </a:lvl3pPr>
                <a:lvl4pPr marL="1216152" indent="-182880" algn="l" rtl="0" eaLnBrk="1" latinLnBrk="0" hangingPunct="1">
                  <a:spcBef>
                    <a:spcPct val="20000"/>
                  </a:spcBef>
                  <a:buClr>
                    <a:schemeClr val="accent4"/>
                  </a:buClr>
                  <a:buFont typeface="Arial"/>
                  <a:buChar char="▪"/>
                  <a:defRPr kumimoji="0" sz="2000" kern="1200">
                    <a:solidFill>
                      <a:schemeClr val="bg1"/>
                    </a:solidFill>
                    <a:latin typeface="Times New Roman" pitchFamily="18" charset="0"/>
                    <a:ea typeface="+mn-ea"/>
                    <a:cs typeface="Times New Roman" pitchFamily="18" charset="0"/>
                  </a:defRPr>
                </a:lvl4pPr>
                <a:lvl5pPr marL="1426464" indent="-182880" algn="l" rtl="0" eaLnBrk="1" latinLnBrk="0" hangingPunct="1">
                  <a:spcBef>
                    <a:spcPct val="20000"/>
                  </a:spcBef>
                  <a:buClr>
                    <a:schemeClr val="accent5"/>
                  </a:buClr>
                  <a:buFont typeface="Wingdings 3"/>
                  <a:buChar char=""/>
                  <a:defRPr kumimoji="0" lang="en-US" sz="2000" kern="1200" smtClean="0">
                    <a:solidFill>
                      <a:schemeClr val="tx1"/>
                    </a:solidFill>
                    <a:latin typeface="Times New Roman" pitchFamily="18" charset="0"/>
                    <a:ea typeface="+mn-ea"/>
                    <a:cs typeface="Times New Roman" pitchFamily="18" charset="0"/>
                  </a:defRPr>
                </a:lvl5pPr>
                <a:lvl6pPr marL="1627632" indent="-182880" algn="l" rtl="0" eaLnBrk="1" latinLnBrk="0" hangingPunct="1">
                  <a:spcBef>
                    <a:spcPct val="20000"/>
                  </a:spcBef>
                  <a:buClr>
                    <a:schemeClr val="accent6"/>
                  </a:buClr>
                  <a:buSzPct val="100000"/>
                  <a:buFont typeface="Wingdings 2"/>
                  <a:buChar char=""/>
                  <a:defRPr kumimoji="0" sz="2000" kern="1200">
                    <a:solidFill>
                      <a:schemeClr val="tx1"/>
                    </a:solidFill>
                    <a:latin typeface="+mn-lt"/>
                    <a:ea typeface="+mn-ea"/>
                    <a:cs typeface="+mn-cs"/>
                  </a:defRPr>
                </a:lvl6pPr>
                <a:lvl7pPr marL="1828800" indent="-182880" algn="l" rtl="0" eaLnBrk="1" latinLnBrk="0" hangingPunct="1">
                  <a:spcBef>
                    <a:spcPct val="20000"/>
                  </a:spcBef>
                  <a:buClr>
                    <a:schemeClr val="accent1"/>
                  </a:buClr>
                  <a:buSzPct val="100000"/>
                  <a:buFont typeface="Wingdings 2"/>
                  <a:buChar char=""/>
                  <a:defRPr kumimoji="0" sz="1800" kern="1200">
                    <a:solidFill>
                      <a:schemeClr val="tx1"/>
                    </a:solidFill>
                    <a:latin typeface="+mn-lt"/>
                    <a:ea typeface="+mn-ea"/>
                    <a:cs typeface="+mn-cs"/>
                  </a:defRPr>
                </a:lvl7pPr>
                <a:lvl8pPr marL="2029968" indent="-182880" algn="l" rtl="0" eaLnBrk="1" latinLnBrk="0" hangingPunct="1">
                  <a:spcBef>
                    <a:spcPct val="20000"/>
                  </a:spcBef>
                  <a:buClr>
                    <a:schemeClr val="accent2"/>
                  </a:buClr>
                  <a:buFont typeface="Wingdings 2" pitchFamily="18" charset="2"/>
                  <a:buChar char=""/>
                  <a:defRPr kumimoji="0" sz="1800" kern="1200">
                    <a:solidFill>
                      <a:schemeClr val="tx1"/>
                    </a:solidFill>
                    <a:latin typeface="+mn-lt"/>
                    <a:ea typeface="+mn-ea"/>
                    <a:cs typeface="+mn-cs"/>
                  </a:defRPr>
                </a:lvl8pPr>
                <a:lvl9pPr marL="2231136" indent="-182880" algn="l" rtl="0" eaLnBrk="1" latinLnBrk="0" hangingPunct="1">
                  <a:spcBef>
                    <a:spcPct val="20000"/>
                  </a:spcBef>
                  <a:buClr>
                    <a:schemeClr val="accent3"/>
                  </a:buClr>
                  <a:buFont typeface="Wingdings 2" pitchFamily="18" charset="2"/>
                  <a:buChar char=""/>
                  <a:defRPr kumimoji="0" sz="1800" kern="1200" baseline="0">
                    <a:solidFill>
                      <a:schemeClr val="tx1"/>
                    </a:solidFill>
                    <a:latin typeface="+mn-lt"/>
                    <a:ea typeface="+mn-ea"/>
                    <a:cs typeface="+mn-cs"/>
                  </a:defRPr>
                </a:lvl9pPr>
                <a:extLst/>
              </a:lstStyle>
              <a:p>
                <a:pPr>
                  <a:lnSpc>
                    <a:spcPts val="4000"/>
                  </a:lnSpc>
                </a:pPr>
                <a:r>
                  <a:rPr lang="zh-CN" altLang="en-US" sz="2800" b="1" dirty="0"/>
                  <a:t>对于固定的 </a:t>
                </a:r>
                <a14:m>
                  <m:oMath xmlns:m="http://schemas.openxmlformats.org/officeDocument/2006/math">
                    <m:r>
                      <a:rPr lang="zh-CN" altLang="en-US" sz="2800" i="1" smtClean="0">
                        <a:solidFill>
                          <a:srgbClr val="FFFF00"/>
                        </a:solidFill>
                        <a:latin typeface="Cambria Math" panose="02040503050406030204" pitchFamily="18" charset="0"/>
                      </a:rPr>
                      <m:t>𝜀</m:t>
                    </m:r>
                  </m:oMath>
                </a14:m>
                <a:r>
                  <a:rPr lang="zh-CN" altLang="en-US" sz="2800" b="1" dirty="0"/>
                  <a:t>，可能存在 </a:t>
                </a:r>
                <a14:m>
                  <m:oMath xmlns:m="http://schemas.openxmlformats.org/officeDocument/2006/math">
                    <m:r>
                      <a:rPr lang="zh-CN" altLang="en-US" sz="2800" i="1" smtClean="0">
                        <a:solidFill>
                          <a:srgbClr val="FFFF00"/>
                        </a:solidFill>
                        <a:latin typeface="Cambria Math" panose="02040503050406030204" pitchFamily="18" charset="0"/>
                      </a:rPr>
                      <m:t>𝛿</m:t>
                    </m:r>
                    <m:r>
                      <a:rPr lang="zh-CN" altLang="en-US" sz="2800" i="1" smtClean="0">
                        <a:solidFill>
                          <a:srgbClr val="FFFF00"/>
                        </a:solidFill>
                        <a:latin typeface="Cambria Math" panose="02040503050406030204" pitchFamily="18" charset="0"/>
                      </a:rPr>
                      <m:t>(</m:t>
                    </m:r>
                    <m:r>
                      <a:rPr lang="zh-CN" altLang="en-US" sz="2800" i="1" smtClean="0">
                        <a:solidFill>
                          <a:srgbClr val="FFFF00"/>
                        </a:solidFill>
                        <a:latin typeface="Cambria Math" panose="02040503050406030204" pitchFamily="18" charset="0"/>
                      </a:rPr>
                      <m:t>𝜀</m:t>
                    </m:r>
                    <m:r>
                      <a:rPr lang="zh-CN" altLang="en-US" sz="2800" i="1" smtClean="0">
                        <a:solidFill>
                          <a:srgbClr val="FFFF00"/>
                        </a:solidFill>
                        <a:latin typeface="Cambria Math" panose="02040503050406030204" pitchFamily="18" charset="0"/>
                      </a:rPr>
                      <m:t>,</m:t>
                    </m:r>
                    <m:sSub>
                      <m:sSubPr>
                        <m:ctrlPr>
                          <a:rPr lang="zh-CN" altLang="en-US" sz="2800" i="1">
                            <a:solidFill>
                              <a:srgbClr val="FFFF00"/>
                            </a:solidFill>
                            <a:latin typeface="Cambria Math" panose="02040503050406030204" pitchFamily="18" charset="0"/>
                          </a:rPr>
                        </m:ctrlPr>
                      </m:sSubPr>
                      <m:e>
                        <m:r>
                          <a:rPr lang="zh-CN" altLang="en-US" sz="2800" i="1">
                            <a:solidFill>
                              <a:srgbClr val="FFFF00"/>
                            </a:solidFill>
                            <a:latin typeface="Cambria Math" panose="02040503050406030204" pitchFamily="18" charset="0"/>
                          </a:rPr>
                          <m:t>𝑡</m:t>
                        </m:r>
                      </m:e>
                      <m:sub>
                        <m:r>
                          <a:rPr lang="zh-CN" altLang="en-US" sz="2800" i="1">
                            <a:solidFill>
                              <a:srgbClr val="FFFF00"/>
                            </a:solidFill>
                            <a:latin typeface="Cambria Math" panose="02040503050406030204" pitchFamily="18" charset="0"/>
                          </a:rPr>
                          <m:t>0</m:t>
                        </m:r>
                      </m:sub>
                    </m:sSub>
                    <m:r>
                      <a:rPr lang="zh-CN" altLang="en-US" sz="2800" i="1">
                        <a:solidFill>
                          <a:srgbClr val="FFFF00"/>
                        </a:solidFill>
                        <a:latin typeface="Cambria Math" panose="02040503050406030204" pitchFamily="18" charset="0"/>
                      </a:rPr>
                      <m:t>)→0  </m:t>
                    </m:r>
                    <m:r>
                      <m:rPr>
                        <m:nor/>
                      </m:rPr>
                      <a:rPr lang="zh-CN" altLang="en-US" sz="2800">
                        <a:solidFill>
                          <a:srgbClr val="FFFF00"/>
                        </a:solidFill>
                        <a:latin typeface="Cambria Math" panose="02040503050406030204" pitchFamily="18" charset="0"/>
                      </a:rPr>
                      <m:t>as</m:t>
                    </m:r>
                    <m:r>
                      <a:rPr lang="zh-CN" altLang="en-US" sz="2800" i="1">
                        <a:solidFill>
                          <a:srgbClr val="FFFF00"/>
                        </a:solidFill>
                        <a:latin typeface="Cambria Math" panose="02040503050406030204" pitchFamily="18" charset="0"/>
                      </a:rPr>
                      <m:t>  </m:t>
                    </m:r>
                    <m:sSub>
                      <m:sSubPr>
                        <m:ctrlPr>
                          <a:rPr lang="zh-CN" altLang="en-US" sz="2800" i="1">
                            <a:solidFill>
                              <a:srgbClr val="FFFF00"/>
                            </a:solidFill>
                            <a:latin typeface="Cambria Math" panose="02040503050406030204" pitchFamily="18" charset="0"/>
                          </a:rPr>
                        </m:ctrlPr>
                      </m:sSubPr>
                      <m:e>
                        <m:r>
                          <a:rPr lang="zh-CN" altLang="en-US" sz="2800" i="1">
                            <a:solidFill>
                              <a:srgbClr val="FFFF00"/>
                            </a:solidFill>
                            <a:latin typeface="Cambria Math" panose="02040503050406030204" pitchFamily="18" charset="0"/>
                          </a:rPr>
                          <m:t>𝑡</m:t>
                        </m:r>
                      </m:e>
                      <m:sub>
                        <m:r>
                          <a:rPr lang="zh-CN" altLang="en-US" sz="2800" i="1">
                            <a:solidFill>
                              <a:srgbClr val="FFFF00"/>
                            </a:solidFill>
                            <a:latin typeface="Cambria Math" panose="02040503050406030204" pitchFamily="18" charset="0"/>
                          </a:rPr>
                          <m:t>0</m:t>
                        </m:r>
                      </m:sub>
                    </m:sSub>
                    <m:r>
                      <a:rPr lang="zh-CN" altLang="en-US" sz="2800" i="1">
                        <a:solidFill>
                          <a:srgbClr val="FFFF00"/>
                        </a:solidFill>
                        <a:latin typeface="Cambria Math" panose="02040503050406030204" pitchFamily="18" charset="0"/>
                      </a:rPr>
                      <m:t>→∞</m:t>
                    </m:r>
                  </m:oMath>
                </a14:m>
                <a:endParaRPr lang="en-US" altLang="zh-CN" sz="2800" b="1" dirty="0"/>
              </a:p>
            </p:txBody>
          </p:sp>
        </mc:Choice>
        <mc:Fallback xmlns="">
          <p:sp>
            <p:nvSpPr>
              <p:cNvPr id="31" name="内容占位符 2"/>
              <p:cNvSpPr txBox="1">
                <a:spLocks noRot="1" noChangeAspect="1" noMove="1" noResize="1" noEditPoints="1" noAdjustHandles="1" noChangeArrowheads="1" noChangeShapeType="1" noTextEdit="1"/>
              </p:cNvSpPr>
              <p:nvPr/>
            </p:nvSpPr>
            <p:spPr>
              <a:xfrm>
                <a:off x="438472" y="4185085"/>
                <a:ext cx="8382000" cy="756083"/>
              </a:xfrm>
              <a:prstGeom prst="rect">
                <a:avLst/>
              </a:prstGeom>
              <a:blipFill>
                <a:blip r:embed="rId5"/>
                <a:stretch>
                  <a:fillRect b="-4032"/>
                </a:stretch>
              </a:blipFill>
            </p:spPr>
            <p:txBody>
              <a:bodyPr/>
              <a:lstStyle/>
              <a:p>
                <a:r>
                  <a:rPr lang="zh-CN" altLang="en-US">
                    <a:noFill/>
                  </a:rPr>
                  <a:t> </a:t>
                </a:r>
              </a:p>
            </p:txBody>
          </p:sp>
        </mc:Fallback>
      </mc:AlternateContent>
      <p:sp>
        <p:nvSpPr>
          <p:cNvPr id="30" name="内容占位符 2"/>
          <p:cNvSpPr txBox="1">
            <a:spLocks/>
          </p:cNvSpPr>
          <p:nvPr/>
        </p:nvSpPr>
        <p:spPr>
          <a:xfrm>
            <a:off x="438472" y="5064085"/>
            <a:ext cx="8382000" cy="1317243"/>
          </a:xfrm>
          <a:prstGeom prst="rect">
            <a:avLst/>
          </a:prstGeom>
        </p:spPr>
        <p:txBody>
          <a:bodyPr vert="horz" lIns="54864" tIns="91440" rtlCol="0">
            <a:normAutofit/>
          </a:bodyPr>
          <a:lstStyle>
            <a:lvl1pPr marL="438912" indent="-320040" algn="l" rtl="0" eaLnBrk="1" latinLnBrk="0" hangingPunct="1">
              <a:spcBef>
                <a:spcPts val="0"/>
              </a:spcBef>
              <a:buClr>
                <a:schemeClr val="accent1"/>
              </a:buClr>
              <a:buSzPct val="80000"/>
              <a:buFont typeface="Wingdings 2"/>
              <a:buChar char=""/>
              <a:defRPr kumimoji="0" sz="3200" kern="1200">
                <a:solidFill>
                  <a:schemeClr val="bg1"/>
                </a:solidFill>
                <a:latin typeface="Times New Roman" pitchFamily="18" charset="0"/>
                <a:ea typeface="+mn-ea"/>
                <a:cs typeface="Times New Roman" pitchFamily="18" charset="0"/>
              </a:defRPr>
            </a:lvl1pPr>
            <a:lvl2pPr marL="731520" indent="-274320" algn="l" rtl="0" eaLnBrk="1" latinLnBrk="0" hangingPunct="1">
              <a:spcBef>
                <a:spcPct val="20000"/>
              </a:spcBef>
              <a:buClr>
                <a:schemeClr val="accent2"/>
              </a:buClr>
              <a:buSzPct val="90000"/>
              <a:buFont typeface="Wingdings"/>
              <a:buChar char=""/>
              <a:defRPr kumimoji="0" sz="2800" kern="1200">
                <a:solidFill>
                  <a:schemeClr val="bg1"/>
                </a:solidFill>
                <a:latin typeface="Times New Roman" pitchFamily="18" charset="0"/>
                <a:ea typeface="+mn-ea"/>
                <a:cs typeface="Times New Roman" pitchFamily="18" charset="0"/>
              </a:defRPr>
            </a:lvl2pPr>
            <a:lvl3pPr marL="996696" indent="-228600" algn="l" rtl="0" eaLnBrk="1" latinLnBrk="0" hangingPunct="1">
              <a:spcBef>
                <a:spcPct val="20000"/>
              </a:spcBef>
              <a:buClr>
                <a:schemeClr val="accent3"/>
              </a:buClr>
              <a:buFont typeface="Arial"/>
              <a:buChar char="▪"/>
              <a:defRPr kumimoji="0" sz="2400" kern="1200">
                <a:solidFill>
                  <a:schemeClr val="bg1"/>
                </a:solidFill>
                <a:latin typeface="Times New Roman" pitchFamily="18" charset="0"/>
                <a:ea typeface="+mn-ea"/>
                <a:cs typeface="Times New Roman" pitchFamily="18" charset="0"/>
              </a:defRPr>
            </a:lvl3pPr>
            <a:lvl4pPr marL="1216152" indent="-182880" algn="l" rtl="0" eaLnBrk="1" latinLnBrk="0" hangingPunct="1">
              <a:spcBef>
                <a:spcPct val="20000"/>
              </a:spcBef>
              <a:buClr>
                <a:schemeClr val="accent4"/>
              </a:buClr>
              <a:buFont typeface="Arial"/>
              <a:buChar char="▪"/>
              <a:defRPr kumimoji="0" sz="2000" kern="1200">
                <a:solidFill>
                  <a:schemeClr val="bg1"/>
                </a:solidFill>
                <a:latin typeface="Times New Roman" pitchFamily="18" charset="0"/>
                <a:ea typeface="+mn-ea"/>
                <a:cs typeface="Times New Roman" pitchFamily="18" charset="0"/>
              </a:defRPr>
            </a:lvl4pPr>
            <a:lvl5pPr marL="1426464" indent="-182880" algn="l" rtl="0" eaLnBrk="1" latinLnBrk="0" hangingPunct="1">
              <a:spcBef>
                <a:spcPct val="20000"/>
              </a:spcBef>
              <a:buClr>
                <a:schemeClr val="accent5"/>
              </a:buClr>
              <a:buFont typeface="Wingdings 3"/>
              <a:buChar char=""/>
              <a:defRPr kumimoji="0" lang="en-US" sz="2000" kern="1200" smtClean="0">
                <a:solidFill>
                  <a:schemeClr val="tx1"/>
                </a:solidFill>
                <a:latin typeface="Times New Roman" pitchFamily="18" charset="0"/>
                <a:ea typeface="+mn-ea"/>
                <a:cs typeface="Times New Roman" pitchFamily="18" charset="0"/>
              </a:defRPr>
            </a:lvl5pPr>
            <a:lvl6pPr marL="1627632" indent="-182880" algn="l" rtl="0" eaLnBrk="1" latinLnBrk="0" hangingPunct="1">
              <a:spcBef>
                <a:spcPct val="20000"/>
              </a:spcBef>
              <a:buClr>
                <a:schemeClr val="accent6"/>
              </a:buClr>
              <a:buSzPct val="100000"/>
              <a:buFont typeface="Wingdings 2"/>
              <a:buChar char=""/>
              <a:defRPr kumimoji="0" sz="2000" kern="1200">
                <a:solidFill>
                  <a:schemeClr val="tx1"/>
                </a:solidFill>
                <a:latin typeface="+mn-lt"/>
                <a:ea typeface="+mn-ea"/>
                <a:cs typeface="+mn-cs"/>
              </a:defRPr>
            </a:lvl6pPr>
            <a:lvl7pPr marL="1828800" indent="-182880" algn="l" rtl="0" eaLnBrk="1" latinLnBrk="0" hangingPunct="1">
              <a:spcBef>
                <a:spcPct val="20000"/>
              </a:spcBef>
              <a:buClr>
                <a:schemeClr val="accent1"/>
              </a:buClr>
              <a:buSzPct val="100000"/>
              <a:buFont typeface="Wingdings 2"/>
              <a:buChar char=""/>
              <a:defRPr kumimoji="0" sz="1800" kern="1200">
                <a:solidFill>
                  <a:schemeClr val="tx1"/>
                </a:solidFill>
                <a:latin typeface="+mn-lt"/>
                <a:ea typeface="+mn-ea"/>
                <a:cs typeface="+mn-cs"/>
              </a:defRPr>
            </a:lvl7pPr>
            <a:lvl8pPr marL="2029968" indent="-182880" algn="l" rtl="0" eaLnBrk="1" latinLnBrk="0" hangingPunct="1">
              <a:spcBef>
                <a:spcPct val="20000"/>
              </a:spcBef>
              <a:buClr>
                <a:schemeClr val="accent2"/>
              </a:buClr>
              <a:buFont typeface="Wingdings 2" pitchFamily="18" charset="2"/>
              <a:buChar char=""/>
              <a:defRPr kumimoji="0" sz="1800" kern="1200">
                <a:solidFill>
                  <a:schemeClr val="tx1"/>
                </a:solidFill>
                <a:latin typeface="+mn-lt"/>
                <a:ea typeface="+mn-ea"/>
                <a:cs typeface="+mn-cs"/>
              </a:defRPr>
            </a:lvl8pPr>
            <a:lvl9pPr marL="2231136" indent="-182880" algn="l" rtl="0" eaLnBrk="1" latinLnBrk="0" hangingPunct="1">
              <a:spcBef>
                <a:spcPct val="20000"/>
              </a:spcBef>
              <a:buClr>
                <a:schemeClr val="accent3"/>
              </a:buClr>
              <a:buFont typeface="Wingdings 2" pitchFamily="18" charset="2"/>
              <a:buChar char=""/>
              <a:defRPr kumimoji="0" sz="1800" kern="1200" baseline="0">
                <a:solidFill>
                  <a:schemeClr val="tx1"/>
                </a:solidFill>
                <a:latin typeface="+mn-lt"/>
                <a:ea typeface="+mn-ea"/>
                <a:cs typeface="+mn-cs"/>
              </a:defRPr>
            </a:lvl9pPr>
            <a:extLst/>
          </a:lstStyle>
          <a:p>
            <a:pPr>
              <a:lnSpc>
                <a:spcPts val="4000"/>
              </a:lnSpc>
            </a:pPr>
            <a:r>
              <a:rPr lang="zh-CN" altLang="en-US" sz="2800" b="1" dirty="0"/>
              <a:t>随着初始时间的“增大”，满足稳定性的解轨迹越来越“少”：初始状态点范围越来越小</a:t>
            </a:r>
          </a:p>
        </p:txBody>
      </p:sp>
      <p:sp>
        <p:nvSpPr>
          <p:cNvPr id="21" name="日期占位符 3"/>
          <p:cNvSpPr txBox="1">
            <a:spLocks/>
          </p:cNvSpPr>
          <p:nvPr/>
        </p:nvSpPr>
        <p:spPr>
          <a:xfrm>
            <a:off x="457200" y="6476999"/>
            <a:ext cx="2133600" cy="274320"/>
          </a:xfrm>
          <a:prstGeom prst="rect">
            <a:avLst/>
          </a:prstGeom>
        </p:spPr>
        <p:txBody>
          <a:bodyPr vert="horz" lIns="109728" rIns="45720" bIns="0" rtlCol="0" anchor="b"/>
          <a:lstStyle>
            <a:defPPr>
              <a:defRPr lang="zh-CN"/>
            </a:defPPr>
            <a:lvl1pPr marL="0" algn="l" defTabSz="914400" rtl="0" eaLnBrk="1" latinLnBrk="0" hangingPunct="1">
              <a:defRPr kumimoji="0" sz="1800" kern="1200">
                <a:solidFill>
                  <a:srgbClr val="FF0000"/>
                </a:solidFill>
                <a:latin typeface="Times New Roman" pitchFamily="18" charset="0"/>
                <a:ea typeface="+mn-ea"/>
                <a:cs typeface="Times New Roman" pitchFamily="18"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dirty="0"/>
          </a:p>
        </p:txBody>
      </p:sp>
      <mc:AlternateContent xmlns:mc="http://schemas.openxmlformats.org/markup-compatibility/2006" xmlns:a14="http://schemas.microsoft.com/office/drawing/2010/main">
        <mc:Choice Requires="a14">
          <p:sp>
            <p:nvSpPr>
              <p:cNvPr id="11" name="内容占位符 2">
                <a:extLst>
                  <a:ext uri="{FF2B5EF4-FFF2-40B4-BE49-F238E27FC236}">
                    <a16:creationId xmlns:a16="http://schemas.microsoft.com/office/drawing/2014/main" id="{9EB56961-296E-F2F3-1A85-85362569D236}"/>
                  </a:ext>
                </a:extLst>
              </p:cNvPr>
              <p:cNvSpPr txBox="1">
                <a:spLocks/>
              </p:cNvSpPr>
              <p:nvPr/>
            </p:nvSpPr>
            <p:spPr>
              <a:xfrm>
                <a:off x="438472" y="1196752"/>
                <a:ext cx="8382000" cy="2232248"/>
              </a:xfrm>
              <a:prstGeom prst="rect">
                <a:avLst/>
              </a:prstGeom>
            </p:spPr>
            <p:txBody>
              <a:bodyPr vert="horz" lIns="54864" tIns="91440" rtlCol="0">
                <a:normAutofit/>
              </a:bodyPr>
              <a:lstStyle>
                <a:lvl1pPr marL="438912" indent="-320040" algn="l" rtl="0" eaLnBrk="1" latinLnBrk="0" hangingPunct="1">
                  <a:spcBef>
                    <a:spcPts val="0"/>
                  </a:spcBef>
                  <a:buClr>
                    <a:schemeClr val="accent1"/>
                  </a:buClr>
                  <a:buSzPct val="80000"/>
                  <a:buFont typeface="Wingdings 2"/>
                  <a:buChar char=""/>
                  <a:defRPr kumimoji="0" sz="3200" kern="1200">
                    <a:solidFill>
                      <a:schemeClr val="bg1"/>
                    </a:solidFill>
                    <a:latin typeface="Times New Roman" pitchFamily="18" charset="0"/>
                    <a:ea typeface="+mn-ea"/>
                    <a:cs typeface="Times New Roman" pitchFamily="18" charset="0"/>
                  </a:defRPr>
                </a:lvl1pPr>
                <a:lvl2pPr marL="731520" indent="-274320" algn="l" rtl="0" eaLnBrk="1" latinLnBrk="0" hangingPunct="1">
                  <a:spcBef>
                    <a:spcPct val="20000"/>
                  </a:spcBef>
                  <a:buClr>
                    <a:schemeClr val="accent2"/>
                  </a:buClr>
                  <a:buSzPct val="90000"/>
                  <a:buFont typeface="Wingdings"/>
                  <a:buChar char=""/>
                  <a:defRPr kumimoji="0" sz="2800" kern="1200">
                    <a:solidFill>
                      <a:schemeClr val="bg1"/>
                    </a:solidFill>
                    <a:latin typeface="Times New Roman" pitchFamily="18" charset="0"/>
                    <a:ea typeface="+mn-ea"/>
                    <a:cs typeface="Times New Roman" pitchFamily="18" charset="0"/>
                  </a:defRPr>
                </a:lvl2pPr>
                <a:lvl3pPr marL="996696" indent="-228600" algn="l" rtl="0" eaLnBrk="1" latinLnBrk="0" hangingPunct="1">
                  <a:spcBef>
                    <a:spcPct val="20000"/>
                  </a:spcBef>
                  <a:buClr>
                    <a:schemeClr val="accent3"/>
                  </a:buClr>
                  <a:buFont typeface="Arial"/>
                  <a:buChar char="▪"/>
                  <a:defRPr kumimoji="0" sz="2400" kern="1200">
                    <a:solidFill>
                      <a:schemeClr val="bg1"/>
                    </a:solidFill>
                    <a:latin typeface="Times New Roman" pitchFamily="18" charset="0"/>
                    <a:ea typeface="+mn-ea"/>
                    <a:cs typeface="Times New Roman" pitchFamily="18" charset="0"/>
                  </a:defRPr>
                </a:lvl3pPr>
                <a:lvl4pPr marL="1216152" indent="-182880" algn="l" rtl="0" eaLnBrk="1" latinLnBrk="0" hangingPunct="1">
                  <a:spcBef>
                    <a:spcPct val="20000"/>
                  </a:spcBef>
                  <a:buClr>
                    <a:schemeClr val="accent4"/>
                  </a:buClr>
                  <a:buFont typeface="Arial"/>
                  <a:buChar char="▪"/>
                  <a:defRPr kumimoji="0" sz="2000" kern="1200">
                    <a:solidFill>
                      <a:schemeClr val="bg1"/>
                    </a:solidFill>
                    <a:latin typeface="Times New Roman" pitchFamily="18" charset="0"/>
                    <a:ea typeface="+mn-ea"/>
                    <a:cs typeface="Times New Roman" pitchFamily="18" charset="0"/>
                  </a:defRPr>
                </a:lvl4pPr>
                <a:lvl5pPr marL="1426464" indent="-182880" algn="l" rtl="0" eaLnBrk="1" latinLnBrk="0" hangingPunct="1">
                  <a:spcBef>
                    <a:spcPct val="20000"/>
                  </a:spcBef>
                  <a:buClr>
                    <a:schemeClr val="accent5"/>
                  </a:buClr>
                  <a:buFont typeface="Wingdings 3"/>
                  <a:buChar char=""/>
                  <a:defRPr kumimoji="0" lang="en-US" sz="2000" kern="1200" smtClean="0">
                    <a:solidFill>
                      <a:schemeClr val="tx1"/>
                    </a:solidFill>
                    <a:latin typeface="Times New Roman" pitchFamily="18" charset="0"/>
                    <a:ea typeface="+mn-ea"/>
                    <a:cs typeface="Times New Roman" pitchFamily="18" charset="0"/>
                  </a:defRPr>
                </a:lvl5pPr>
                <a:lvl6pPr marL="1627632" indent="-182880" algn="l" rtl="0" eaLnBrk="1" latinLnBrk="0" hangingPunct="1">
                  <a:spcBef>
                    <a:spcPct val="20000"/>
                  </a:spcBef>
                  <a:buClr>
                    <a:schemeClr val="accent6"/>
                  </a:buClr>
                  <a:buSzPct val="100000"/>
                  <a:buFont typeface="Wingdings 2"/>
                  <a:buChar char=""/>
                  <a:defRPr kumimoji="0" sz="2000" kern="1200">
                    <a:solidFill>
                      <a:schemeClr val="tx1"/>
                    </a:solidFill>
                    <a:latin typeface="+mn-lt"/>
                    <a:ea typeface="+mn-ea"/>
                    <a:cs typeface="+mn-cs"/>
                  </a:defRPr>
                </a:lvl6pPr>
                <a:lvl7pPr marL="1828800" indent="-182880" algn="l" rtl="0" eaLnBrk="1" latinLnBrk="0" hangingPunct="1">
                  <a:spcBef>
                    <a:spcPct val="20000"/>
                  </a:spcBef>
                  <a:buClr>
                    <a:schemeClr val="accent1"/>
                  </a:buClr>
                  <a:buSzPct val="100000"/>
                  <a:buFont typeface="Wingdings 2"/>
                  <a:buChar char=""/>
                  <a:defRPr kumimoji="0" sz="1800" kern="1200">
                    <a:solidFill>
                      <a:schemeClr val="tx1"/>
                    </a:solidFill>
                    <a:latin typeface="+mn-lt"/>
                    <a:ea typeface="+mn-ea"/>
                    <a:cs typeface="+mn-cs"/>
                  </a:defRPr>
                </a:lvl7pPr>
                <a:lvl8pPr marL="2029968" indent="-182880" algn="l" rtl="0" eaLnBrk="1" latinLnBrk="0" hangingPunct="1">
                  <a:spcBef>
                    <a:spcPct val="20000"/>
                  </a:spcBef>
                  <a:buClr>
                    <a:schemeClr val="accent2"/>
                  </a:buClr>
                  <a:buFont typeface="Wingdings 2" pitchFamily="18" charset="2"/>
                  <a:buChar char=""/>
                  <a:defRPr kumimoji="0" sz="1800" kern="1200">
                    <a:solidFill>
                      <a:schemeClr val="tx1"/>
                    </a:solidFill>
                    <a:latin typeface="+mn-lt"/>
                    <a:ea typeface="+mn-ea"/>
                    <a:cs typeface="+mn-cs"/>
                  </a:defRPr>
                </a:lvl8pPr>
                <a:lvl9pPr marL="2231136" indent="-182880" algn="l" rtl="0" eaLnBrk="1" latinLnBrk="0" hangingPunct="1">
                  <a:spcBef>
                    <a:spcPct val="20000"/>
                  </a:spcBef>
                  <a:buClr>
                    <a:schemeClr val="accent3"/>
                  </a:buClr>
                  <a:buFont typeface="Wingdings 2" pitchFamily="18" charset="2"/>
                  <a:buChar char=""/>
                  <a:defRPr kumimoji="0" sz="1800" kern="1200" baseline="0">
                    <a:solidFill>
                      <a:schemeClr val="tx1"/>
                    </a:solidFill>
                    <a:latin typeface="+mn-lt"/>
                    <a:ea typeface="+mn-ea"/>
                    <a:cs typeface="+mn-cs"/>
                  </a:defRPr>
                </a:lvl9pPr>
                <a:extLst/>
              </a:lstStyle>
              <a:p>
                <a:pPr>
                  <a:lnSpc>
                    <a:spcPts val="4000"/>
                  </a:lnSpc>
                </a:pPr>
                <a:r>
                  <a:rPr lang="zh-CN" altLang="en-US" sz="2800" b="1" dirty="0">
                    <a:sym typeface="Wingdings" pitchFamily="2" charset="2"/>
                  </a:rPr>
                  <a:t>进一步，上述定义中，</a:t>
                </a:r>
                <a:r>
                  <a:rPr lang="en-US" altLang="zh-CN" sz="2800" b="1" dirty="0"/>
                  <a:t> Lyapunov</a:t>
                </a:r>
                <a:r>
                  <a:rPr lang="zh-CN" altLang="en-US" sz="2800" b="1" dirty="0"/>
                  <a:t>稳定：</a:t>
                </a:r>
                <a:br>
                  <a:rPr lang="en-US" altLang="zh-CN" sz="2800" b="1" dirty="0"/>
                </a:br>
                <a14:m>
                  <m:oMath xmlns:m="http://schemas.openxmlformats.org/officeDocument/2006/math">
                    <m:r>
                      <a:rPr lang="zh-CN" altLang="en-US" sz="2800" i="1">
                        <a:latin typeface="Cambria Math" panose="02040503050406030204" pitchFamily="18" charset="0"/>
                      </a:rPr>
                      <m:t>∀</m:t>
                    </m:r>
                    <m:r>
                      <a:rPr lang="zh-CN" altLang="en-US" sz="2800" i="1">
                        <a:latin typeface="Cambria Math" panose="02040503050406030204" pitchFamily="18" charset="0"/>
                      </a:rPr>
                      <m:t>𝜀</m:t>
                    </m:r>
                    <m:r>
                      <a:rPr lang="zh-CN" altLang="en-US" sz="2800" i="1">
                        <a:latin typeface="Cambria Math" panose="02040503050406030204" pitchFamily="18" charset="0"/>
                      </a:rPr>
                      <m:t>&gt;0, ∀</m:t>
                    </m:r>
                    <m:sSub>
                      <m:sSubPr>
                        <m:ctrlPr>
                          <a:rPr lang="zh-CN" altLang="en-US" sz="2800" i="1">
                            <a:solidFill>
                              <a:schemeClr val="bg1"/>
                            </a:solidFill>
                            <a:latin typeface="Cambria Math" panose="02040503050406030204" pitchFamily="18" charset="0"/>
                          </a:rPr>
                        </m:ctrlPr>
                      </m:sSubPr>
                      <m:e>
                        <m:r>
                          <a:rPr lang="zh-CN" altLang="en-US" sz="2800" i="1">
                            <a:solidFill>
                              <a:schemeClr val="bg1"/>
                            </a:solidFill>
                            <a:latin typeface="Cambria Math" panose="02040503050406030204" pitchFamily="18" charset="0"/>
                          </a:rPr>
                          <m:t>𝑡</m:t>
                        </m:r>
                      </m:e>
                      <m:sub>
                        <m:r>
                          <a:rPr lang="zh-CN" altLang="en-US" sz="2800" i="1">
                            <a:solidFill>
                              <a:schemeClr val="bg1"/>
                            </a:solidFill>
                            <a:latin typeface="Cambria Math" panose="02040503050406030204" pitchFamily="18" charset="0"/>
                          </a:rPr>
                          <m:t>0</m:t>
                        </m:r>
                      </m:sub>
                    </m:sSub>
                    <m:r>
                      <a:rPr lang="zh-CN" altLang="en-US" sz="2800" i="1">
                        <a:solidFill>
                          <a:schemeClr val="bg1"/>
                        </a:solidFill>
                        <a:latin typeface="Cambria Math" panose="02040503050406030204" pitchFamily="18" charset="0"/>
                      </a:rPr>
                      <m:t>≥0</m:t>
                    </m:r>
                  </m:oMath>
                </a14:m>
                <a:r>
                  <a:rPr lang="zh-CN" altLang="en-US" sz="2800" b="1" dirty="0"/>
                  <a:t>， </a:t>
                </a:r>
                <a14:m>
                  <m:oMath xmlns:m="http://schemas.openxmlformats.org/officeDocument/2006/math">
                    <m:r>
                      <a:rPr lang="zh-CN" altLang="en-US" sz="2800" i="1" smtClean="0">
                        <a:solidFill>
                          <a:schemeClr val="bg1"/>
                        </a:solidFill>
                        <a:latin typeface="Cambria Math" panose="02040503050406030204" pitchFamily="18" charset="0"/>
                      </a:rPr>
                      <m:t>∃</m:t>
                    </m:r>
                    <m:r>
                      <a:rPr lang="zh-CN" altLang="en-US" sz="2800" i="1" smtClean="0">
                        <a:solidFill>
                          <a:schemeClr val="bg1"/>
                        </a:solidFill>
                        <a:latin typeface="Cambria Math" panose="02040503050406030204" pitchFamily="18" charset="0"/>
                      </a:rPr>
                      <m:t>𝛿</m:t>
                    </m:r>
                    <m:d>
                      <m:dPr>
                        <m:ctrlPr>
                          <a:rPr lang="en-US" altLang="zh-CN" sz="2800" i="1" smtClean="0">
                            <a:solidFill>
                              <a:schemeClr val="bg1"/>
                            </a:solidFill>
                            <a:latin typeface="Cambria Math" panose="02040503050406030204" pitchFamily="18" charset="0"/>
                          </a:rPr>
                        </m:ctrlPr>
                      </m:dPr>
                      <m:e>
                        <m:r>
                          <a:rPr lang="zh-CN" altLang="en-US" sz="2800" i="1" smtClean="0">
                            <a:solidFill>
                              <a:schemeClr val="bg1"/>
                            </a:solidFill>
                            <a:latin typeface="Cambria Math" panose="02040503050406030204" pitchFamily="18" charset="0"/>
                          </a:rPr>
                          <m:t>𝜀</m:t>
                        </m:r>
                        <m:r>
                          <a:rPr lang="en-US" altLang="zh-CN" sz="2800" b="0" i="1" smtClean="0">
                            <a:solidFill>
                              <a:schemeClr val="bg1"/>
                            </a:solidFill>
                            <a:latin typeface="Cambria Math" panose="02040503050406030204" pitchFamily="18" charset="0"/>
                          </a:rPr>
                          <m:t>,</m:t>
                        </m:r>
                        <m:sSub>
                          <m:sSubPr>
                            <m:ctrlPr>
                              <a:rPr lang="en-US" altLang="zh-CN" sz="2800" b="0" i="1" smtClean="0">
                                <a:solidFill>
                                  <a:srgbClr val="FFFF00"/>
                                </a:solidFill>
                                <a:latin typeface="Cambria Math" panose="02040503050406030204" pitchFamily="18" charset="0"/>
                              </a:rPr>
                            </m:ctrlPr>
                          </m:sSubPr>
                          <m:e>
                            <m:r>
                              <a:rPr lang="en-US" altLang="zh-CN" sz="2800" b="0" i="1" smtClean="0">
                                <a:solidFill>
                                  <a:srgbClr val="FFFF00"/>
                                </a:solidFill>
                                <a:latin typeface="Cambria Math" panose="02040503050406030204" pitchFamily="18" charset="0"/>
                              </a:rPr>
                              <m:t>𝑡</m:t>
                            </m:r>
                          </m:e>
                          <m:sub>
                            <m:r>
                              <a:rPr lang="en-US" altLang="zh-CN" sz="2800" b="0" i="1" smtClean="0">
                                <a:solidFill>
                                  <a:srgbClr val="FFFF00"/>
                                </a:solidFill>
                                <a:latin typeface="Cambria Math" panose="02040503050406030204" pitchFamily="18" charset="0"/>
                              </a:rPr>
                              <m:t>0</m:t>
                            </m:r>
                          </m:sub>
                        </m:sSub>
                      </m:e>
                    </m:d>
                    <m:r>
                      <a:rPr lang="en-US" altLang="zh-CN" sz="2800" b="0" i="1" smtClean="0">
                        <a:solidFill>
                          <a:schemeClr val="bg1"/>
                        </a:solidFill>
                        <a:latin typeface="Cambria Math" panose="02040503050406030204" pitchFamily="18" charset="0"/>
                      </a:rPr>
                      <m:t>&gt;0</m:t>
                    </m:r>
                  </m:oMath>
                </a14:m>
                <a:br>
                  <a:rPr lang="en-US" altLang="zh-CN" sz="2800" b="0" i="1" dirty="0">
                    <a:solidFill>
                      <a:schemeClr val="bg1"/>
                    </a:solidFill>
                    <a:latin typeface="Cambria Math" panose="02040503050406030204" pitchFamily="18" charset="0"/>
                  </a:rPr>
                </a:br>
                <a:r>
                  <a:rPr lang="en-US" altLang="zh-CN" sz="2800" b="0" i="1" dirty="0">
                    <a:solidFill>
                      <a:schemeClr val="bg1"/>
                    </a:solidFill>
                    <a:latin typeface="Cambria Math" panose="02040503050406030204" pitchFamily="18" charset="0"/>
                  </a:rPr>
                  <a:t>            </a:t>
                </a:r>
                <a14:m>
                  <m:oMath xmlns:m="http://schemas.openxmlformats.org/officeDocument/2006/math">
                    <m:r>
                      <m:rPr>
                        <m:sty m:val="p"/>
                      </m:rPr>
                      <a:rPr lang="zh-CN" altLang="en-US" sz="2800">
                        <a:solidFill>
                          <a:srgbClr val="FFFF00"/>
                        </a:solidFill>
                        <a:latin typeface="Cambria Math" panose="02040503050406030204" pitchFamily="18" charset="0"/>
                      </a:rPr>
                      <m:t>s</m:t>
                    </m:r>
                    <m:r>
                      <a:rPr lang="zh-CN" altLang="en-US" sz="2800">
                        <a:solidFill>
                          <a:srgbClr val="FFFF00"/>
                        </a:solidFill>
                        <a:latin typeface="Cambria Math" panose="02040503050406030204" pitchFamily="18" charset="0"/>
                      </a:rPr>
                      <m:t>.</m:t>
                    </m:r>
                    <m:r>
                      <m:rPr>
                        <m:sty m:val="p"/>
                      </m:rPr>
                      <a:rPr lang="zh-CN" altLang="en-US" sz="2800">
                        <a:solidFill>
                          <a:srgbClr val="FFFF00"/>
                        </a:solidFill>
                        <a:latin typeface="Cambria Math" panose="02040503050406030204" pitchFamily="18" charset="0"/>
                      </a:rPr>
                      <m:t>t</m:t>
                    </m:r>
                    <m:r>
                      <a:rPr lang="zh-CN" altLang="en-US" sz="2800">
                        <a:solidFill>
                          <a:srgbClr val="FFFF00"/>
                        </a:solidFill>
                        <a:latin typeface="Cambria Math" panose="02040503050406030204" pitchFamily="18" charset="0"/>
                      </a:rPr>
                      <m:t>.</m:t>
                    </m:r>
                    <m:r>
                      <a:rPr lang="zh-CN" altLang="en-US" sz="2800" i="1">
                        <a:solidFill>
                          <a:srgbClr val="FFFF00"/>
                        </a:solidFill>
                        <a:latin typeface="Cambria Math" panose="02040503050406030204" pitchFamily="18" charset="0"/>
                      </a:rPr>
                      <m:t> </m:t>
                    </m:r>
                    <m:r>
                      <a:rPr lang="en-US" altLang="zh-CN" sz="2800" b="0" i="1" smtClean="0">
                        <a:solidFill>
                          <a:srgbClr val="FFFF00"/>
                        </a:solidFill>
                        <a:latin typeface="Cambria Math" panose="02040503050406030204" pitchFamily="18" charset="0"/>
                      </a:rPr>
                      <m:t> </m:t>
                    </m:r>
                    <m:d>
                      <m:dPr>
                        <m:begChr m:val="‖"/>
                        <m:endChr m:val="‖"/>
                        <m:ctrlPr>
                          <a:rPr lang="zh-CN" altLang="en-US" sz="2800" i="1" smtClean="0">
                            <a:solidFill>
                              <a:schemeClr val="bg1"/>
                            </a:solidFill>
                            <a:latin typeface="Cambria Math" panose="02040503050406030204" pitchFamily="18" charset="0"/>
                          </a:rPr>
                        </m:ctrlPr>
                      </m:dPr>
                      <m:e>
                        <m:r>
                          <a:rPr lang="zh-CN" altLang="en-US" sz="2800" b="1" i="1">
                            <a:solidFill>
                              <a:schemeClr val="bg1"/>
                            </a:solidFill>
                            <a:latin typeface="Cambria Math" panose="02040503050406030204" pitchFamily="18" charset="0"/>
                          </a:rPr>
                          <m:t>𝒙</m:t>
                        </m:r>
                        <m:r>
                          <a:rPr lang="zh-CN" altLang="en-US" sz="2800" i="1">
                            <a:solidFill>
                              <a:schemeClr val="bg1"/>
                            </a:solidFill>
                            <a:latin typeface="Cambria Math" panose="02040503050406030204" pitchFamily="18" charset="0"/>
                          </a:rPr>
                          <m:t>(</m:t>
                        </m:r>
                        <m:r>
                          <a:rPr lang="zh-CN" altLang="en-US" sz="2800" i="1">
                            <a:solidFill>
                              <a:schemeClr val="bg1"/>
                            </a:solidFill>
                            <a:latin typeface="Cambria Math" panose="02040503050406030204" pitchFamily="18" charset="0"/>
                          </a:rPr>
                          <m:t>𝑡</m:t>
                        </m:r>
                        <m:r>
                          <a:rPr lang="zh-CN" altLang="en-US" sz="2800" i="0">
                            <a:solidFill>
                              <a:schemeClr val="bg1"/>
                            </a:solidFill>
                            <a:latin typeface="Cambria Math" panose="02040503050406030204" pitchFamily="18" charset="0"/>
                          </a:rPr>
                          <m:t>,</m:t>
                        </m:r>
                        <m:sSub>
                          <m:sSubPr>
                            <m:ctrlPr>
                              <a:rPr lang="zh-CN" altLang="en-US" sz="2800" i="1">
                                <a:solidFill>
                                  <a:schemeClr val="bg1"/>
                                </a:solidFill>
                                <a:latin typeface="Cambria Math" panose="02040503050406030204" pitchFamily="18" charset="0"/>
                              </a:rPr>
                            </m:ctrlPr>
                          </m:sSubPr>
                          <m:e>
                            <m:r>
                              <a:rPr lang="zh-CN" altLang="en-US" sz="2800" i="1">
                                <a:solidFill>
                                  <a:schemeClr val="bg1"/>
                                </a:solidFill>
                                <a:latin typeface="Cambria Math" panose="02040503050406030204" pitchFamily="18" charset="0"/>
                              </a:rPr>
                              <m:t>𝑡</m:t>
                            </m:r>
                          </m:e>
                          <m:sub>
                            <m:r>
                              <a:rPr lang="zh-CN" altLang="en-US" sz="2800" i="1">
                                <a:solidFill>
                                  <a:schemeClr val="bg1"/>
                                </a:solidFill>
                                <a:latin typeface="Cambria Math" panose="02040503050406030204" pitchFamily="18" charset="0"/>
                              </a:rPr>
                              <m:t>0</m:t>
                            </m:r>
                          </m:sub>
                        </m:sSub>
                        <m:r>
                          <a:rPr lang="zh-CN" altLang="en-US" sz="2800" i="1">
                            <a:solidFill>
                              <a:schemeClr val="bg1"/>
                            </a:solidFill>
                            <a:latin typeface="Cambria Math" panose="02040503050406030204" pitchFamily="18" charset="0"/>
                          </a:rPr>
                          <m:t>,</m:t>
                        </m:r>
                        <m:sSub>
                          <m:sSubPr>
                            <m:ctrlPr>
                              <a:rPr lang="zh-CN" altLang="en-US" sz="2800" i="1">
                                <a:solidFill>
                                  <a:schemeClr val="bg1"/>
                                </a:solidFill>
                                <a:latin typeface="Cambria Math" panose="02040503050406030204" pitchFamily="18" charset="0"/>
                              </a:rPr>
                            </m:ctrlPr>
                          </m:sSubPr>
                          <m:e>
                            <m:r>
                              <a:rPr lang="zh-CN" altLang="en-US" sz="2800" b="1" i="1">
                                <a:solidFill>
                                  <a:schemeClr val="bg1"/>
                                </a:solidFill>
                                <a:latin typeface="Cambria Math" panose="02040503050406030204" pitchFamily="18" charset="0"/>
                              </a:rPr>
                              <m:t>𝒙</m:t>
                            </m:r>
                          </m:e>
                          <m:sub>
                            <m:r>
                              <a:rPr lang="zh-CN" altLang="en-US" sz="2800" i="1">
                                <a:solidFill>
                                  <a:schemeClr val="bg1"/>
                                </a:solidFill>
                                <a:latin typeface="Cambria Math" panose="02040503050406030204" pitchFamily="18" charset="0"/>
                              </a:rPr>
                              <m:t>0</m:t>
                            </m:r>
                          </m:sub>
                        </m:sSub>
                        <m:r>
                          <a:rPr lang="zh-CN" altLang="en-US" sz="2800" i="1">
                            <a:solidFill>
                              <a:schemeClr val="bg1"/>
                            </a:solidFill>
                            <a:latin typeface="Cambria Math" panose="02040503050406030204" pitchFamily="18" charset="0"/>
                          </a:rPr>
                          <m:t>)</m:t>
                        </m:r>
                      </m:e>
                    </m:d>
                    <m:r>
                      <a:rPr lang="zh-CN" altLang="en-US" sz="2800" i="1">
                        <a:solidFill>
                          <a:schemeClr val="bg1"/>
                        </a:solidFill>
                        <a:latin typeface="Cambria Math" panose="02040503050406030204" pitchFamily="18" charset="0"/>
                      </a:rPr>
                      <m:t>&lt;</m:t>
                    </m:r>
                    <m:r>
                      <a:rPr lang="zh-CN" altLang="en-US" sz="2800" i="1">
                        <a:solidFill>
                          <a:schemeClr val="bg1"/>
                        </a:solidFill>
                        <a:latin typeface="Cambria Math" panose="02040503050406030204" pitchFamily="18" charset="0"/>
                      </a:rPr>
                      <m:t>𝜀</m:t>
                    </m:r>
                    <m:r>
                      <a:rPr lang="zh-CN" altLang="en-US" sz="2800" i="1">
                        <a:solidFill>
                          <a:schemeClr val="bg1"/>
                        </a:solidFill>
                        <a:latin typeface="Cambria Math" panose="02040503050406030204" pitchFamily="18" charset="0"/>
                      </a:rPr>
                      <m:t>,  ​​​​</m:t>
                    </m:r>
                    <m:r>
                      <a:rPr lang="zh-CN" altLang="en-US" sz="2800" i="1">
                        <a:solidFill>
                          <a:schemeClr val="bg1"/>
                        </a:solidFill>
                        <a:latin typeface="Cambria Math" panose="02040503050406030204" pitchFamily="18" charset="0"/>
                      </a:rPr>
                      <m:t>𝑡</m:t>
                    </m:r>
                    <m:r>
                      <a:rPr lang="zh-CN" altLang="en-US" sz="2800" i="1">
                        <a:solidFill>
                          <a:schemeClr val="bg1"/>
                        </a:solidFill>
                        <a:latin typeface="Cambria Math" panose="02040503050406030204" pitchFamily="18" charset="0"/>
                      </a:rPr>
                      <m:t>≥</m:t>
                    </m:r>
                    <m:sSub>
                      <m:sSubPr>
                        <m:ctrlPr>
                          <a:rPr lang="zh-CN" altLang="en-US" sz="2800" i="1">
                            <a:solidFill>
                              <a:schemeClr val="bg1"/>
                            </a:solidFill>
                            <a:latin typeface="Cambria Math" panose="02040503050406030204" pitchFamily="18" charset="0"/>
                          </a:rPr>
                        </m:ctrlPr>
                      </m:sSubPr>
                      <m:e>
                        <m:r>
                          <a:rPr lang="zh-CN" altLang="en-US" sz="2800" i="1">
                            <a:solidFill>
                              <a:schemeClr val="bg1"/>
                            </a:solidFill>
                            <a:latin typeface="Cambria Math" panose="02040503050406030204" pitchFamily="18" charset="0"/>
                          </a:rPr>
                          <m:t>𝑡</m:t>
                        </m:r>
                      </m:e>
                      <m:sub>
                        <m:r>
                          <a:rPr lang="zh-CN" altLang="en-US" sz="2800" i="1">
                            <a:solidFill>
                              <a:schemeClr val="bg1"/>
                            </a:solidFill>
                            <a:latin typeface="Cambria Math" panose="02040503050406030204" pitchFamily="18" charset="0"/>
                          </a:rPr>
                          <m:t>0</m:t>
                        </m:r>
                      </m:sub>
                    </m:sSub>
                    <m:r>
                      <a:rPr lang="zh-CN" altLang="en-US" sz="2800" i="1">
                        <a:solidFill>
                          <a:schemeClr val="bg1"/>
                        </a:solidFill>
                        <a:latin typeface="Cambria Math" panose="02040503050406030204" pitchFamily="18" charset="0"/>
                      </a:rPr>
                      <m:t> </m:t>
                    </m:r>
                    <m:r>
                      <a:rPr lang="en-US" altLang="zh-CN" sz="2800" b="0" i="1" smtClean="0">
                        <a:solidFill>
                          <a:schemeClr val="bg1"/>
                        </a:solidFill>
                        <a:latin typeface="Cambria Math" panose="02040503050406030204" pitchFamily="18" charset="0"/>
                      </a:rPr>
                      <m:t>,</m:t>
                    </m:r>
                    <m:d>
                      <m:dPr>
                        <m:begChr m:val="‖"/>
                        <m:endChr m:val="‖"/>
                        <m:ctrlPr>
                          <a:rPr lang="zh-CN" altLang="en-US" sz="2800" i="1">
                            <a:latin typeface="Cambria Math" panose="02040503050406030204" pitchFamily="18" charset="0"/>
                          </a:rPr>
                        </m:ctrlPr>
                      </m:dPr>
                      <m:e>
                        <m:r>
                          <a:rPr lang="zh-CN" altLang="en-US" sz="2800" b="1" i="1">
                            <a:latin typeface="Cambria Math" panose="02040503050406030204" pitchFamily="18" charset="0"/>
                          </a:rPr>
                          <m:t>𝒙</m:t>
                        </m:r>
                        <m:r>
                          <a:rPr lang="zh-CN" altLang="en-US" sz="2800" i="1">
                            <a:latin typeface="Cambria Math" panose="02040503050406030204" pitchFamily="18" charset="0"/>
                          </a:rPr>
                          <m:t>(</m:t>
                        </m:r>
                        <m:sSub>
                          <m:sSubPr>
                            <m:ctrlPr>
                              <a:rPr lang="zh-CN" altLang="en-US" sz="2800" i="1">
                                <a:latin typeface="Cambria Math" panose="02040503050406030204" pitchFamily="18" charset="0"/>
                              </a:rPr>
                            </m:ctrlPr>
                          </m:sSubPr>
                          <m:e>
                            <m:r>
                              <a:rPr lang="zh-CN" altLang="en-US" sz="2800" i="1">
                                <a:latin typeface="Cambria Math" panose="02040503050406030204" pitchFamily="18" charset="0"/>
                              </a:rPr>
                              <m:t>𝑡</m:t>
                            </m:r>
                          </m:e>
                          <m:sub>
                            <m:r>
                              <a:rPr lang="zh-CN" altLang="en-US" sz="2800" i="1">
                                <a:latin typeface="Cambria Math" panose="02040503050406030204" pitchFamily="18" charset="0"/>
                              </a:rPr>
                              <m:t>0</m:t>
                            </m:r>
                          </m:sub>
                        </m:sSub>
                        <m:r>
                          <a:rPr lang="zh-CN" altLang="en-US" sz="2800" i="1">
                            <a:latin typeface="Cambria Math" panose="02040503050406030204" pitchFamily="18" charset="0"/>
                          </a:rPr>
                          <m:t>)</m:t>
                        </m:r>
                      </m:e>
                    </m:d>
                    <m:r>
                      <a:rPr lang="zh-CN" altLang="en-US" sz="2800" i="1">
                        <a:latin typeface="Cambria Math" panose="02040503050406030204" pitchFamily="18" charset="0"/>
                      </a:rPr>
                      <m:t>&lt;</m:t>
                    </m:r>
                    <m:r>
                      <a:rPr lang="zh-CN" altLang="en-US" sz="2800" i="1">
                        <a:latin typeface="Cambria Math" panose="02040503050406030204" pitchFamily="18" charset="0"/>
                      </a:rPr>
                      <m:t>𝛿</m:t>
                    </m:r>
                  </m:oMath>
                </a14:m>
                <a:endParaRPr lang="en-US" altLang="zh-CN" sz="2800" b="1" dirty="0"/>
              </a:p>
              <a:p>
                <a:pPr>
                  <a:lnSpc>
                    <a:spcPts val="4000"/>
                  </a:lnSpc>
                </a:pPr>
                <a:r>
                  <a:rPr lang="zh-CN" altLang="en-US" sz="2800" b="1" dirty="0"/>
                  <a:t>即，考察的是</a:t>
                </a:r>
                <a:endParaRPr lang="en-US" altLang="zh-CN" sz="2800" b="1" dirty="0"/>
              </a:p>
            </p:txBody>
          </p:sp>
        </mc:Choice>
        <mc:Fallback xmlns="">
          <p:sp>
            <p:nvSpPr>
              <p:cNvPr id="11" name="内容占位符 2">
                <a:extLst>
                  <a:ext uri="{FF2B5EF4-FFF2-40B4-BE49-F238E27FC236}">
                    <a16:creationId xmlns:a16="http://schemas.microsoft.com/office/drawing/2014/main" id="{9EB56961-296E-F2F3-1A85-85362569D236}"/>
                  </a:ext>
                </a:extLst>
              </p:cNvPr>
              <p:cNvSpPr txBox="1">
                <a:spLocks noRot="1" noChangeAspect="1" noMove="1" noResize="1" noEditPoints="1" noAdjustHandles="1" noChangeArrowheads="1" noChangeShapeType="1" noTextEdit="1"/>
              </p:cNvSpPr>
              <p:nvPr/>
            </p:nvSpPr>
            <p:spPr>
              <a:xfrm>
                <a:off x="438472" y="1196752"/>
                <a:ext cx="8382000" cy="2232248"/>
              </a:xfrm>
              <a:prstGeom prst="rect">
                <a:avLst/>
              </a:prstGeom>
              <a:blipFill>
                <a:blip r:embed="rId6"/>
                <a:stretch>
                  <a:fillRect b="-3542"/>
                </a:stretch>
              </a:blipFill>
            </p:spPr>
            <p:txBody>
              <a:bodyPr/>
              <a:lstStyle/>
              <a:p>
                <a:r>
                  <a:rPr lang="zh-CN" altLang="en-US">
                    <a:noFill/>
                  </a:rPr>
                  <a:t> </a:t>
                </a:r>
              </a:p>
            </p:txBody>
          </p:sp>
        </mc:Fallback>
      </mc:AlternateContent>
    </p:spTree>
    <p:custDataLst>
      <p:tags r:id="rId1"/>
    </p:custDataLst>
    <p:extLst>
      <p:ext uri="{BB962C8B-B14F-4D97-AF65-F5344CB8AC3E}">
        <p14:creationId xmlns:p14="http://schemas.microsoft.com/office/powerpoint/2010/main" val="149224371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zh-CN" altLang="en-US" dirty="0"/>
              <a:t>稳定的一致性：例</a:t>
            </a:r>
          </a:p>
        </p:txBody>
      </p:sp>
      <p:sp>
        <p:nvSpPr>
          <p:cNvPr id="7" name="灯片编号占位符 6"/>
          <p:cNvSpPr>
            <a:spLocks noGrp="1"/>
          </p:cNvSpPr>
          <p:nvPr>
            <p:ph type="sldNum" sz="quarter" idx="12"/>
          </p:nvPr>
        </p:nvSpPr>
        <p:spPr/>
        <p:txBody>
          <a:bodyPr/>
          <a:lstStyle/>
          <a:p>
            <a:fld id="{58C210BB-F110-452C-89E7-9EA0A8D47DCE}" type="slidenum">
              <a:rPr lang="zh-CN" altLang="en-US" smtClean="0"/>
              <a:pPr/>
              <a:t>11</a:t>
            </a:fld>
            <a:endParaRPr lang="zh-CN" altLang="en-US" dirty="0"/>
          </a:p>
        </p:txBody>
      </p:sp>
      <mc:AlternateContent xmlns:mc="http://schemas.openxmlformats.org/markup-compatibility/2006" xmlns:a14="http://schemas.microsoft.com/office/drawing/2010/main">
        <mc:Choice Requires="a14">
          <p:sp>
            <p:nvSpPr>
              <p:cNvPr id="31" name="内容占位符 2"/>
              <p:cNvSpPr txBox="1">
                <a:spLocks/>
              </p:cNvSpPr>
              <p:nvPr/>
            </p:nvSpPr>
            <p:spPr>
              <a:xfrm>
                <a:off x="438472" y="1268760"/>
                <a:ext cx="8382000" cy="1296144"/>
              </a:xfrm>
              <a:prstGeom prst="rect">
                <a:avLst/>
              </a:prstGeom>
            </p:spPr>
            <p:txBody>
              <a:bodyPr vert="horz" lIns="54864" tIns="91440" rtlCol="0">
                <a:normAutofit/>
              </a:bodyPr>
              <a:lstStyle>
                <a:lvl1pPr marL="438912" indent="-320040" algn="l" rtl="0" eaLnBrk="1" latinLnBrk="0" hangingPunct="1">
                  <a:spcBef>
                    <a:spcPts val="0"/>
                  </a:spcBef>
                  <a:buClr>
                    <a:schemeClr val="accent1"/>
                  </a:buClr>
                  <a:buSzPct val="80000"/>
                  <a:buFont typeface="Wingdings 2"/>
                  <a:buChar char=""/>
                  <a:defRPr kumimoji="0" sz="3200" kern="1200">
                    <a:solidFill>
                      <a:schemeClr val="bg1"/>
                    </a:solidFill>
                    <a:latin typeface="Times New Roman" pitchFamily="18" charset="0"/>
                    <a:ea typeface="+mn-ea"/>
                    <a:cs typeface="Times New Roman" pitchFamily="18" charset="0"/>
                  </a:defRPr>
                </a:lvl1pPr>
                <a:lvl2pPr marL="731520" indent="-274320" algn="l" rtl="0" eaLnBrk="1" latinLnBrk="0" hangingPunct="1">
                  <a:spcBef>
                    <a:spcPct val="20000"/>
                  </a:spcBef>
                  <a:buClr>
                    <a:schemeClr val="accent2"/>
                  </a:buClr>
                  <a:buSzPct val="90000"/>
                  <a:buFont typeface="Wingdings"/>
                  <a:buChar char=""/>
                  <a:defRPr kumimoji="0" sz="2800" kern="1200">
                    <a:solidFill>
                      <a:schemeClr val="bg1"/>
                    </a:solidFill>
                    <a:latin typeface="Times New Roman" pitchFamily="18" charset="0"/>
                    <a:ea typeface="+mn-ea"/>
                    <a:cs typeface="Times New Roman" pitchFamily="18" charset="0"/>
                  </a:defRPr>
                </a:lvl2pPr>
                <a:lvl3pPr marL="996696" indent="-228600" algn="l" rtl="0" eaLnBrk="1" latinLnBrk="0" hangingPunct="1">
                  <a:spcBef>
                    <a:spcPct val="20000"/>
                  </a:spcBef>
                  <a:buClr>
                    <a:schemeClr val="accent3"/>
                  </a:buClr>
                  <a:buFont typeface="Arial"/>
                  <a:buChar char="▪"/>
                  <a:defRPr kumimoji="0" sz="2400" kern="1200">
                    <a:solidFill>
                      <a:schemeClr val="bg1"/>
                    </a:solidFill>
                    <a:latin typeface="Times New Roman" pitchFamily="18" charset="0"/>
                    <a:ea typeface="+mn-ea"/>
                    <a:cs typeface="Times New Roman" pitchFamily="18" charset="0"/>
                  </a:defRPr>
                </a:lvl3pPr>
                <a:lvl4pPr marL="1216152" indent="-182880" algn="l" rtl="0" eaLnBrk="1" latinLnBrk="0" hangingPunct="1">
                  <a:spcBef>
                    <a:spcPct val="20000"/>
                  </a:spcBef>
                  <a:buClr>
                    <a:schemeClr val="accent4"/>
                  </a:buClr>
                  <a:buFont typeface="Arial"/>
                  <a:buChar char="▪"/>
                  <a:defRPr kumimoji="0" sz="2000" kern="1200">
                    <a:solidFill>
                      <a:schemeClr val="bg1"/>
                    </a:solidFill>
                    <a:latin typeface="Times New Roman" pitchFamily="18" charset="0"/>
                    <a:ea typeface="+mn-ea"/>
                    <a:cs typeface="Times New Roman" pitchFamily="18" charset="0"/>
                  </a:defRPr>
                </a:lvl4pPr>
                <a:lvl5pPr marL="1426464" indent="-182880" algn="l" rtl="0" eaLnBrk="1" latinLnBrk="0" hangingPunct="1">
                  <a:spcBef>
                    <a:spcPct val="20000"/>
                  </a:spcBef>
                  <a:buClr>
                    <a:schemeClr val="accent5"/>
                  </a:buClr>
                  <a:buFont typeface="Wingdings 3"/>
                  <a:buChar char=""/>
                  <a:defRPr kumimoji="0" lang="en-US" sz="2000" kern="1200" smtClean="0">
                    <a:solidFill>
                      <a:schemeClr val="tx1"/>
                    </a:solidFill>
                    <a:latin typeface="Times New Roman" pitchFamily="18" charset="0"/>
                    <a:ea typeface="+mn-ea"/>
                    <a:cs typeface="Times New Roman" pitchFamily="18" charset="0"/>
                  </a:defRPr>
                </a:lvl5pPr>
                <a:lvl6pPr marL="1627632" indent="-182880" algn="l" rtl="0" eaLnBrk="1" latinLnBrk="0" hangingPunct="1">
                  <a:spcBef>
                    <a:spcPct val="20000"/>
                  </a:spcBef>
                  <a:buClr>
                    <a:schemeClr val="accent6"/>
                  </a:buClr>
                  <a:buSzPct val="100000"/>
                  <a:buFont typeface="Wingdings 2"/>
                  <a:buChar char=""/>
                  <a:defRPr kumimoji="0" sz="2000" kern="1200">
                    <a:solidFill>
                      <a:schemeClr val="tx1"/>
                    </a:solidFill>
                    <a:latin typeface="+mn-lt"/>
                    <a:ea typeface="+mn-ea"/>
                    <a:cs typeface="+mn-cs"/>
                  </a:defRPr>
                </a:lvl6pPr>
                <a:lvl7pPr marL="1828800" indent="-182880" algn="l" rtl="0" eaLnBrk="1" latinLnBrk="0" hangingPunct="1">
                  <a:spcBef>
                    <a:spcPct val="20000"/>
                  </a:spcBef>
                  <a:buClr>
                    <a:schemeClr val="accent1"/>
                  </a:buClr>
                  <a:buSzPct val="100000"/>
                  <a:buFont typeface="Wingdings 2"/>
                  <a:buChar char=""/>
                  <a:defRPr kumimoji="0" sz="1800" kern="1200">
                    <a:solidFill>
                      <a:schemeClr val="tx1"/>
                    </a:solidFill>
                    <a:latin typeface="+mn-lt"/>
                    <a:ea typeface="+mn-ea"/>
                    <a:cs typeface="+mn-cs"/>
                  </a:defRPr>
                </a:lvl7pPr>
                <a:lvl8pPr marL="2029968" indent="-182880" algn="l" rtl="0" eaLnBrk="1" latinLnBrk="0" hangingPunct="1">
                  <a:spcBef>
                    <a:spcPct val="20000"/>
                  </a:spcBef>
                  <a:buClr>
                    <a:schemeClr val="accent2"/>
                  </a:buClr>
                  <a:buFont typeface="Wingdings 2" pitchFamily="18" charset="2"/>
                  <a:buChar char=""/>
                  <a:defRPr kumimoji="0" sz="1800" kern="1200">
                    <a:solidFill>
                      <a:schemeClr val="tx1"/>
                    </a:solidFill>
                    <a:latin typeface="+mn-lt"/>
                    <a:ea typeface="+mn-ea"/>
                    <a:cs typeface="+mn-cs"/>
                  </a:defRPr>
                </a:lvl8pPr>
                <a:lvl9pPr marL="2231136" indent="-182880" algn="l" rtl="0" eaLnBrk="1" latinLnBrk="0" hangingPunct="1">
                  <a:spcBef>
                    <a:spcPct val="20000"/>
                  </a:spcBef>
                  <a:buClr>
                    <a:schemeClr val="accent3"/>
                  </a:buClr>
                  <a:buFont typeface="Wingdings 2" pitchFamily="18" charset="2"/>
                  <a:buChar char=""/>
                  <a:defRPr kumimoji="0" sz="1800" kern="1200" baseline="0">
                    <a:solidFill>
                      <a:schemeClr val="tx1"/>
                    </a:solidFill>
                    <a:latin typeface="+mn-lt"/>
                    <a:ea typeface="+mn-ea"/>
                    <a:cs typeface="+mn-cs"/>
                  </a:defRPr>
                </a:lvl9pPr>
                <a:extLst/>
              </a:lstStyle>
              <a:p>
                <a:pPr>
                  <a:lnSpc>
                    <a:spcPts val="4000"/>
                  </a:lnSpc>
                </a:pPr>
                <a:r>
                  <a:rPr lang="zh-CN" altLang="en-US" sz="2800" b="1" dirty="0"/>
                  <a:t>对一阶非线性非自治系统</a:t>
                </a:r>
                <a:br>
                  <a:rPr lang="en-US" altLang="zh-CN" sz="2800" i="1" dirty="0">
                    <a:solidFill>
                      <a:schemeClr val="bg1"/>
                    </a:solidFill>
                    <a:latin typeface="Cambria Math" panose="02040503050406030204" pitchFamily="18" charset="0"/>
                  </a:rPr>
                </a:br>
                <a14:m>
                  <m:oMath xmlns:m="http://schemas.openxmlformats.org/officeDocument/2006/math">
                    <m:acc>
                      <m:accPr>
                        <m:chr m:val="̇"/>
                        <m:ctrlPr>
                          <a:rPr lang="zh-CN" altLang="en-US" sz="2800" i="1" smtClean="0">
                            <a:solidFill>
                              <a:schemeClr val="bg1"/>
                            </a:solidFill>
                            <a:latin typeface="Cambria Math" panose="02040503050406030204" pitchFamily="18" charset="0"/>
                          </a:rPr>
                        </m:ctrlPr>
                      </m:accPr>
                      <m:e>
                        <m:r>
                          <a:rPr lang="zh-CN" altLang="en-US" sz="2800" b="0" i="1">
                            <a:solidFill>
                              <a:schemeClr val="bg1"/>
                            </a:solidFill>
                            <a:latin typeface="Cambria Math" panose="02040503050406030204" pitchFamily="18" charset="0"/>
                          </a:rPr>
                          <m:t>𝑥</m:t>
                        </m:r>
                      </m:e>
                    </m:acc>
                    <m:r>
                      <a:rPr lang="zh-CN" altLang="en-US" sz="2800" b="0" i="1">
                        <a:solidFill>
                          <a:schemeClr val="bg1"/>
                        </a:solidFill>
                        <a:latin typeface="Cambria Math" panose="02040503050406030204" pitchFamily="18" charset="0"/>
                      </a:rPr>
                      <m:t>=</m:t>
                    </m:r>
                    <m:r>
                      <a:rPr lang="zh-CN" altLang="en-US" sz="2800" b="0" i="1">
                        <a:solidFill>
                          <a:schemeClr val="bg1"/>
                        </a:solidFill>
                        <a:latin typeface="Cambria Math" panose="02040503050406030204" pitchFamily="18" charset="0"/>
                      </a:rPr>
                      <m:t>𝑓</m:t>
                    </m:r>
                    <m:d>
                      <m:dPr>
                        <m:ctrlPr>
                          <a:rPr lang="zh-CN" altLang="en-US" sz="2800" i="1">
                            <a:solidFill>
                              <a:schemeClr val="bg1"/>
                            </a:solidFill>
                            <a:latin typeface="Cambria Math" panose="02040503050406030204" pitchFamily="18" charset="0"/>
                          </a:rPr>
                        </m:ctrlPr>
                      </m:dPr>
                      <m:e>
                        <m:r>
                          <a:rPr lang="zh-CN" altLang="en-US" sz="2800" b="0" i="1">
                            <a:solidFill>
                              <a:schemeClr val="bg1"/>
                            </a:solidFill>
                            <a:latin typeface="Cambria Math" panose="02040503050406030204" pitchFamily="18" charset="0"/>
                          </a:rPr>
                          <m:t>𝑥</m:t>
                        </m:r>
                        <m:r>
                          <a:rPr lang="zh-CN" altLang="en-US" sz="2800" b="0" i="1">
                            <a:solidFill>
                              <a:schemeClr val="bg1"/>
                            </a:solidFill>
                            <a:latin typeface="Cambria Math" panose="02040503050406030204" pitchFamily="18" charset="0"/>
                          </a:rPr>
                          <m:t>,</m:t>
                        </m:r>
                        <m:r>
                          <a:rPr lang="zh-CN" altLang="en-US" sz="2800" b="0" i="1">
                            <a:solidFill>
                              <a:schemeClr val="bg1"/>
                            </a:solidFill>
                            <a:latin typeface="Cambria Math" panose="02040503050406030204" pitchFamily="18" charset="0"/>
                          </a:rPr>
                          <m:t>𝑡</m:t>
                        </m:r>
                      </m:e>
                    </m:d>
                    <m:r>
                      <a:rPr lang="en-US" altLang="zh-CN" sz="2800" b="0" i="1" smtClean="0">
                        <a:solidFill>
                          <a:schemeClr val="bg1"/>
                        </a:solidFill>
                        <a:latin typeface="Cambria Math" panose="02040503050406030204" pitchFamily="18" charset="0"/>
                      </a:rPr>
                      <m:t>=</m:t>
                    </m:r>
                    <m:d>
                      <m:dPr>
                        <m:ctrlPr>
                          <a:rPr lang="en-US" altLang="zh-CN" sz="2800" b="0" i="1" smtClean="0">
                            <a:solidFill>
                              <a:schemeClr val="bg1"/>
                            </a:solidFill>
                            <a:latin typeface="Cambria Math" panose="02040503050406030204" pitchFamily="18" charset="0"/>
                          </a:rPr>
                        </m:ctrlPr>
                      </m:dPr>
                      <m:e>
                        <m:r>
                          <a:rPr lang="en-US" altLang="zh-CN" sz="2800" b="0" i="1" smtClean="0">
                            <a:solidFill>
                              <a:schemeClr val="bg1"/>
                            </a:solidFill>
                            <a:latin typeface="Cambria Math" panose="02040503050406030204" pitchFamily="18" charset="0"/>
                          </a:rPr>
                          <m:t>6</m:t>
                        </m:r>
                        <m:r>
                          <a:rPr lang="en-US" altLang="zh-CN" sz="2800" b="0" i="1" smtClean="0">
                            <a:solidFill>
                              <a:schemeClr val="bg1"/>
                            </a:solidFill>
                            <a:latin typeface="Cambria Math" panose="02040503050406030204" pitchFamily="18" charset="0"/>
                          </a:rPr>
                          <m:t>𝑡</m:t>
                        </m:r>
                        <m:func>
                          <m:funcPr>
                            <m:ctrlPr>
                              <a:rPr lang="en-US" altLang="zh-CN" sz="2800" b="0" i="1" smtClean="0">
                                <a:solidFill>
                                  <a:schemeClr val="bg1"/>
                                </a:solidFill>
                                <a:latin typeface="Cambria Math" panose="02040503050406030204" pitchFamily="18" charset="0"/>
                              </a:rPr>
                            </m:ctrlPr>
                          </m:funcPr>
                          <m:fName>
                            <m:r>
                              <m:rPr>
                                <m:sty m:val="p"/>
                              </m:rPr>
                              <a:rPr lang="en-US" altLang="zh-CN" sz="2800" b="0" i="0" smtClean="0">
                                <a:solidFill>
                                  <a:schemeClr val="bg1"/>
                                </a:solidFill>
                                <a:latin typeface="Cambria Math" panose="02040503050406030204" pitchFamily="18" charset="0"/>
                              </a:rPr>
                              <m:t>sin</m:t>
                            </m:r>
                          </m:fName>
                          <m:e>
                            <m:r>
                              <a:rPr lang="en-US" altLang="zh-CN" sz="2800" b="0" i="1" smtClean="0">
                                <a:solidFill>
                                  <a:schemeClr val="bg1"/>
                                </a:solidFill>
                                <a:latin typeface="Cambria Math" panose="02040503050406030204" pitchFamily="18" charset="0"/>
                              </a:rPr>
                              <m:t>𝑡</m:t>
                            </m:r>
                          </m:e>
                        </m:func>
                        <m:r>
                          <a:rPr lang="en-US" altLang="zh-CN" sz="2800" b="0" i="1" smtClean="0">
                            <a:solidFill>
                              <a:schemeClr val="bg1"/>
                            </a:solidFill>
                            <a:latin typeface="Cambria Math" panose="02040503050406030204" pitchFamily="18" charset="0"/>
                          </a:rPr>
                          <m:t>−2</m:t>
                        </m:r>
                        <m:r>
                          <a:rPr lang="en-US" altLang="zh-CN" sz="2800" b="0" i="1" smtClean="0">
                            <a:solidFill>
                              <a:schemeClr val="bg1"/>
                            </a:solidFill>
                            <a:latin typeface="Cambria Math" panose="02040503050406030204" pitchFamily="18" charset="0"/>
                          </a:rPr>
                          <m:t>𝑡</m:t>
                        </m:r>
                      </m:e>
                    </m:d>
                    <m:r>
                      <a:rPr lang="en-US" altLang="zh-CN" sz="2800" b="0" i="1" smtClean="0">
                        <a:solidFill>
                          <a:schemeClr val="bg1"/>
                        </a:solidFill>
                        <a:latin typeface="Cambria Math" panose="02040503050406030204" pitchFamily="18" charset="0"/>
                      </a:rPr>
                      <m:t>𝑥</m:t>
                    </m:r>
                  </m:oMath>
                </a14:m>
                <a:endParaRPr lang="en-US" altLang="zh-CN" sz="2800" b="1" dirty="0"/>
              </a:p>
            </p:txBody>
          </p:sp>
        </mc:Choice>
        <mc:Fallback xmlns="">
          <p:sp>
            <p:nvSpPr>
              <p:cNvPr id="31" name="内容占位符 2"/>
              <p:cNvSpPr txBox="1">
                <a:spLocks noRot="1" noChangeAspect="1" noMove="1" noResize="1" noEditPoints="1" noAdjustHandles="1" noChangeArrowheads="1" noChangeShapeType="1" noTextEdit="1"/>
              </p:cNvSpPr>
              <p:nvPr/>
            </p:nvSpPr>
            <p:spPr>
              <a:xfrm>
                <a:off x="438472" y="1268760"/>
                <a:ext cx="8382000" cy="1296144"/>
              </a:xfrm>
              <a:prstGeom prst="rect">
                <a:avLst/>
              </a:prstGeom>
              <a:blipFill>
                <a:blip r:embed="rId4"/>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0" name="内容占位符 2"/>
              <p:cNvSpPr txBox="1">
                <a:spLocks/>
              </p:cNvSpPr>
              <p:nvPr/>
            </p:nvSpPr>
            <p:spPr>
              <a:xfrm>
                <a:off x="438472" y="2700510"/>
                <a:ext cx="8382000" cy="3032746"/>
              </a:xfrm>
              <a:prstGeom prst="rect">
                <a:avLst/>
              </a:prstGeom>
            </p:spPr>
            <p:txBody>
              <a:bodyPr vert="horz" lIns="54864" tIns="91440" rtlCol="0">
                <a:normAutofit/>
              </a:bodyPr>
              <a:lstStyle>
                <a:lvl1pPr marL="438912" indent="-320040" algn="l" rtl="0" eaLnBrk="1" latinLnBrk="0" hangingPunct="1">
                  <a:spcBef>
                    <a:spcPts val="0"/>
                  </a:spcBef>
                  <a:buClr>
                    <a:schemeClr val="accent1"/>
                  </a:buClr>
                  <a:buSzPct val="80000"/>
                  <a:buFont typeface="Wingdings 2"/>
                  <a:buChar char=""/>
                  <a:defRPr kumimoji="0" sz="3200" kern="1200">
                    <a:solidFill>
                      <a:schemeClr val="bg1"/>
                    </a:solidFill>
                    <a:latin typeface="Times New Roman" pitchFamily="18" charset="0"/>
                    <a:ea typeface="+mn-ea"/>
                    <a:cs typeface="Times New Roman" pitchFamily="18" charset="0"/>
                  </a:defRPr>
                </a:lvl1pPr>
                <a:lvl2pPr marL="731520" indent="-274320" algn="l" rtl="0" eaLnBrk="1" latinLnBrk="0" hangingPunct="1">
                  <a:spcBef>
                    <a:spcPct val="20000"/>
                  </a:spcBef>
                  <a:buClr>
                    <a:schemeClr val="accent2"/>
                  </a:buClr>
                  <a:buSzPct val="90000"/>
                  <a:buFont typeface="Wingdings"/>
                  <a:buChar char=""/>
                  <a:defRPr kumimoji="0" sz="2800" kern="1200">
                    <a:solidFill>
                      <a:schemeClr val="bg1"/>
                    </a:solidFill>
                    <a:latin typeface="Times New Roman" pitchFamily="18" charset="0"/>
                    <a:ea typeface="+mn-ea"/>
                    <a:cs typeface="Times New Roman" pitchFamily="18" charset="0"/>
                  </a:defRPr>
                </a:lvl2pPr>
                <a:lvl3pPr marL="996696" indent="-228600" algn="l" rtl="0" eaLnBrk="1" latinLnBrk="0" hangingPunct="1">
                  <a:spcBef>
                    <a:spcPct val="20000"/>
                  </a:spcBef>
                  <a:buClr>
                    <a:schemeClr val="accent3"/>
                  </a:buClr>
                  <a:buFont typeface="Arial"/>
                  <a:buChar char="▪"/>
                  <a:defRPr kumimoji="0" sz="2400" kern="1200">
                    <a:solidFill>
                      <a:schemeClr val="bg1"/>
                    </a:solidFill>
                    <a:latin typeface="Times New Roman" pitchFamily="18" charset="0"/>
                    <a:ea typeface="+mn-ea"/>
                    <a:cs typeface="Times New Roman" pitchFamily="18" charset="0"/>
                  </a:defRPr>
                </a:lvl3pPr>
                <a:lvl4pPr marL="1216152" indent="-182880" algn="l" rtl="0" eaLnBrk="1" latinLnBrk="0" hangingPunct="1">
                  <a:spcBef>
                    <a:spcPct val="20000"/>
                  </a:spcBef>
                  <a:buClr>
                    <a:schemeClr val="accent4"/>
                  </a:buClr>
                  <a:buFont typeface="Arial"/>
                  <a:buChar char="▪"/>
                  <a:defRPr kumimoji="0" sz="2000" kern="1200">
                    <a:solidFill>
                      <a:schemeClr val="bg1"/>
                    </a:solidFill>
                    <a:latin typeface="Times New Roman" pitchFamily="18" charset="0"/>
                    <a:ea typeface="+mn-ea"/>
                    <a:cs typeface="Times New Roman" pitchFamily="18" charset="0"/>
                  </a:defRPr>
                </a:lvl4pPr>
                <a:lvl5pPr marL="1426464" indent="-182880" algn="l" rtl="0" eaLnBrk="1" latinLnBrk="0" hangingPunct="1">
                  <a:spcBef>
                    <a:spcPct val="20000"/>
                  </a:spcBef>
                  <a:buClr>
                    <a:schemeClr val="accent5"/>
                  </a:buClr>
                  <a:buFont typeface="Wingdings 3"/>
                  <a:buChar char=""/>
                  <a:defRPr kumimoji="0" lang="en-US" sz="2000" kern="1200" smtClean="0">
                    <a:solidFill>
                      <a:schemeClr val="tx1"/>
                    </a:solidFill>
                    <a:latin typeface="Times New Roman" pitchFamily="18" charset="0"/>
                    <a:ea typeface="+mn-ea"/>
                    <a:cs typeface="Times New Roman" pitchFamily="18" charset="0"/>
                  </a:defRPr>
                </a:lvl5pPr>
                <a:lvl6pPr marL="1627632" indent="-182880" algn="l" rtl="0" eaLnBrk="1" latinLnBrk="0" hangingPunct="1">
                  <a:spcBef>
                    <a:spcPct val="20000"/>
                  </a:spcBef>
                  <a:buClr>
                    <a:schemeClr val="accent6"/>
                  </a:buClr>
                  <a:buSzPct val="100000"/>
                  <a:buFont typeface="Wingdings 2"/>
                  <a:buChar char=""/>
                  <a:defRPr kumimoji="0" sz="2000" kern="1200">
                    <a:solidFill>
                      <a:schemeClr val="tx1"/>
                    </a:solidFill>
                    <a:latin typeface="+mn-lt"/>
                    <a:ea typeface="+mn-ea"/>
                    <a:cs typeface="+mn-cs"/>
                  </a:defRPr>
                </a:lvl6pPr>
                <a:lvl7pPr marL="1828800" indent="-182880" algn="l" rtl="0" eaLnBrk="1" latinLnBrk="0" hangingPunct="1">
                  <a:spcBef>
                    <a:spcPct val="20000"/>
                  </a:spcBef>
                  <a:buClr>
                    <a:schemeClr val="accent1"/>
                  </a:buClr>
                  <a:buSzPct val="100000"/>
                  <a:buFont typeface="Wingdings 2"/>
                  <a:buChar char=""/>
                  <a:defRPr kumimoji="0" sz="1800" kern="1200">
                    <a:solidFill>
                      <a:schemeClr val="tx1"/>
                    </a:solidFill>
                    <a:latin typeface="+mn-lt"/>
                    <a:ea typeface="+mn-ea"/>
                    <a:cs typeface="+mn-cs"/>
                  </a:defRPr>
                </a:lvl7pPr>
                <a:lvl8pPr marL="2029968" indent="-182880" algn="l" rtl="0" eaLnBrk="1" latinLnBrk="0" hangingPunct="1">
                  <a:spcBef>
                    <a:spcPct val="20000"/>
                  </a:spcBef>
                  <a:buClr>
                    <a:schemeClr val="accent2"/>
                  </a:buClr>
                  <a:buFont typeface="Wingdings 2" pitchFamily="18" charset="2"/>
                  <a:buChar char=""/>
                  <a:defRPr kumimoji="0" sz="1800" kern="1200">
                    <a:solidFill>
                      <a:schemeClr val="tx1"/>
                    </a:solidFill>
                    <a:latin typeface="+mn-lt"/>
                    <a:ea typeface="+mn-ea"/>
                    <a:cs typeface="+mn-cs"/>
                  </a:defRPr>
                </a:lvl8pPr>
                <a:lvl9pPr marL="2231136" indent="-182880" algn="l" rtl="0" eaLnBrk="1" latinLnBrk="0" hangingPunct="1">
                  <a:spcBef>
                    <a:spcPct val="20000"/>
                  </a:spcBef>
                  <a:buClr>
                    <a:schemeClr val="accent3"/>
                  </a:buClr>
                  <a:buFont typeface="Wingdings 2" pitchFamily="18" charset="2"/>
                  <a:buChar char=""/>
                  <a:defRPr kumimoji="0" sz="1800" kern="1200" baseline="0">
                    <a:solidFill>
                      <a:schemeClr val="tx1"/>
                    </a:solidFill>
                    <a:latin typeface="+mn-lt"/>
                    <a:ea typeface="+mn-ea"/>
                    <a:cs typeface="+mn-cs"/>
                  </a:defRPr>
                </a:lvl9pPr>
                <a:extLst/>
              </a:lstStyle>
              <a:p>
                <a:pPr>
                  <a:lnSpc>
                    <a:spcPts val="4000"/>
                  </a:lnSpc>
                </a:pPr>
                <a:r>
                  <a:rPr lang="zh-CN" altLang="en-US" sz="2800" b="1" dirty="0"/>
                  <a:t>其解轨迹</a:t>
                </a:r>
                <a:br>
                  <a:rPr lang="en-US" altLang="zh-CN" sz="2800" b="1" dirty="0"/>
                </a:br>
                <a14:m>
                  <m:oMath xmlns:m="http://schemas.openxmlformats.org/officeDocument/2006/math">
                    <m:r>
                      <a:rPr lang="en-US" altLang="zh-CN" sz="2800" b="0" i="1" smtClean="0">
                        <a:latin typeface="Cambria Math" panose="02040503050406030204" pitchFamily="18" charset="0"/>
                      </a:rPr>
                      <m:t>𝑥</m:t>
                    </m:r>
                    <m:d>
                      <m:dPr>
                        <m:ctrlPr>
                          <a:rPr lang="zh-CN" altLang="en-US" sz="2800" i="1">
                            <a:latin typeface="Cambria Math" panose="02040503050406030204" pitchFamily="18" charset="0"/>
                          </a:rPr>
                        </m:ctrlPr>
                      </m:dPr>
                      <m:e>
                        <m:r>
                          <a:rPr lang="zh-CN" altLang="en-US" sz="2800" i="1">
                            <a:latin typeface="Cambria Math" panose="02040503050406030204" pitchFamily="18" charset="0"/>
                          </a:rPr>
                          <m:t>𝑡</m:t>
                        </m:r>
                      </m:e>
                    </m:d>
                    <m:r>
                      <a:rPr lang="en-US" altLang="zh-CN" sz="2800" i="1">
                        <a:latin typeface="Cambria Math" panose="02040503050406030204" pitchFamily="18" charset="0"/>
                      </a:rPr>
                      <m:t>=</m:t>
                    </m:r>
                    <m:r>
                      <a:rPr lang="en-US" altLang="zh-CN" sz="2800" b="0" i="1" smtClean="0">
                        <a:latin typeface="Cambria Math" panose="02040503050406030204" pitchFamily="18" charset="0"/>
                      </a:rPr>
                      <m:t>𝑥</m:t>
                    </m:r>
                    <m:d>
                      <m:dPr>
                        <m:ctrlPr>
                          <a:rPr lang="en-US" altLang="zh-CN" sz="2800" b="0" i="1" smtClean="0">
                            <a:latin typeface="Cambria Math" panose="02040503050406030204" pitchFamily="18" charset="0"/>
                          </a:rPr>
                        </m:ctrlPr>
                      </m:dPr>
                      <m:e>
                        <m:sSub>
                          <m:sSubPr>
                            <m:ctrlPr>
                              <a:rPr lang="zh-CN" altLang="en-US" sz="2800" i="1">
                                <a:latin typeface="Cambria Math" panose="02040503050406030204" pitchFamily="18" charset="0"/>
                              </a:rPr>
                            </m:ctrlPr>
                          </m:sSubPr>
                          <m:e>
                            <m:r>
                              <a:rPr lang="zh-CN" altLang="en-US" sz="2800" i="1">
                                <a:latin typeface="Cambria Math" panose="02040503050406030204" pitchFamily="18" charset="0"/>
                              </a:rPr>
                              <m:t>𝑡</m:t>
                            </m:r>
                          </m:e>
                          <m:sub>
                            <m:r>
                              <a:rPr lang="zh-CN" altLang="en-US" sz="2800" i="1">
                                <a:latin typeface="Cambria Math" panose="02040503050406030204" pitchFamily="18" charset="0"/>
                              </a:rPr>
                              <m:t>0</m:t>
                            </m:r>
                          </m:sub>
                        </m:sSub>
                      </m:e>
                    </m:d>
                    <m:r>
                      <m:rPr>
                        <m:sty m:val="p"/>
                      </m:rPr>
                      <a:rPr lang="en-US" altLang="zh-CN" sz="2800" b="0" i="0" smtClean="0">
                        <a:latin typeface="Cambria Math" panose="02040503050406030204" pitchFamily="18" charset="0"/>
                      </a:rPr>
                      <m:t>exp</m:t>
                    </m:r>
                    <m:d>
                      <m:dPr>
                        <m:begChr m:val="["/>
                        <m:endChr m:val="]"/>
                        <m:ctrlPr>
                          <a:rPr lang="en-US" altLang="zh-CN" sz="2800" i="1">
                            <a:latin typeface="Cambria Math" panose="02040503050406030204" pitchFamily="18" charset="0"/>
                          </a:rPr>
                        </m:ctrlPr>
                      </m:dPr>
                      <m:e>
                        <m:nary>
                          <m:naryPr>
                            <m:ctrlPr>
                              <a:rPr lang="en-US" altLang="zh-CN" sz="2800" i="1" dirty="0">
                                <a:latin typeface="Cambria Math" panose="02040503050406030204" pitchFamily="18" charset="0"/>
                              </a:rPr>
                            </m:ctrlPr>
                          </m:naryPr>
                          <m:sub>
                            <m:sSub>
                              <m:sSubPr>
                                <m:ctrlPr>
                                  <a:rPr lang="zh-CN" altLang="en-US" sz="2800" i="1">
                                    <a:latin typeface="Cambria Math" panose="02040503050406030204" pitchFamily="18" charset="0"/>
                                  </a:rPr>
                                </m:ctrlPr>
                              </m:sSubPr>
                              <m:e>
                                <m:r>
                                  <a:rPr lang="zh-CN" altLang="en-US" sz="2800" i="1">
                                    <a:latin typeface="Cambria Math" panose="02040503050406030204" pitchFamily="18" charset="0"/>
                                  </a:rPr>
                                  <m:t>𝑡</m:t>
                                </m:r>
                              </m:e>
                              <m:sub>
                                <m:r>
                                  <a:rPr lang="zh-CN" altLang="en-US" sz="2800" i="1">
                                    <a:latin typeface="Cambria Math" panose="02040503050406030204" pitchFamily="18" charset="0"/>
                                  </a:rPr>
                                  <m:t>0</m:t>
                                </m:r>
                              </m:sub>
                            </m:sSub>
                          </m:sub>
                          <m:sup>
                            <m:r>
                              <a:rPr lang="en-US" altLang="zh-CN" sz="2800" i="1" dirty="0">
                                <a:latin typeface="Cambria Math" panose="02040503050406030204" pitchFamily="18" charset="0"/>
                              </a:rPr>
                              <m:t>𝑡</m:t>
                            </m:r>
                          </m:sup>
                          <m:e>
                            <m:d>
                              <m:dPr>
                                <m:ctrlPr>
                                  <a:rPr lang="en-US" altLang="zh-CN" sz="2800" i="1">
                                    <a:latin typeface="Cambria Math" panose="02040503050406030204" pitchFamily="18" charset="0"/>
                                  </a:rPr>
                                </m:ctrlPr>
                              </m:dPr>
                              <m:e>
                                <m:r>
                                  <a:rPr lang="en-US" altLang="zh-CN" sz="2800" i="1">
                                    <a:latin typeface="Cambria Math" panose="02040503050406030204" pitchFamily="18" charset="0"/>
                                  </a:rPr>
                                  <m:t>6</m:t>
                                </m:r>
                                <m:r>
                                  <a:rPr lang="zh-CN" altLang="en-US" sz="2800" i="1">
                                    <a:latin typeface="Cambria Math" panose="02040503050406030204" pitchFamily="18" charset="0"/>
                                  </a:rPr>
                                  <m:t>𝜏</m:t>
                                </m:r>
                                <m:func>
                                  <m:funcPr>
                                    <m:ctrlPr>
                                      <a:rPr lang="en-US" altLang="zh-CN" sz="2800" i="1">
                                        <a:latin typeface="Cambria Math" panose="02040503050406030204" pitchFamily="18" charset="0"/>
                                      </a:rPr>
                                    </m:ctrlPr>
                                  </m:funcPr>
                                  <m:fName>
                                    <m:r>
                                      <m:rPr>
                                        <m:sty m:val="p"/>
                                      </m:rPr>
                                      <a:rPr lang="en-US" altLang="zh-CN" sz="2800">
                                        <a:latin typeface="Cambria Math" panose="02040503050406030204" pitchFamily="18" charset="0"/>
                                      </a:rPr>
                                      <m:t>sin</m:t>
                                    </m:r>
                                  </m:fName>
                                  <m:e>
                                    <m:r>
                                      <a:rPr lang="zh-CN" altLang="en-US" sz="2800" i="1">
                                        <a:latin typeface="Cambria Math" panose="02040503050406030204" pitchFamily="18" charset="0"/>
                                      </a:rPr>
                                      <m:t>𝜏</m:t>
                                    </m:r>
                                  </m:e>
                                </m:func>
                                <m:r>
                                  <a:rPr lang="en-US" altLang="zh-CN" sz="2800" i="1">
                                    <a:latin typeface="Cambria Math" panose="02040503050406030204" pitchFamily="18" charset="0"/>
                                  </a:rPr>
                                  <m:t>−2</m:t>
                                </m:r>
                                <m:r>
                                  <a:rPr lang="zh-CN" altLang="en-US" sz="2800" i="1">
                                    <a:latin typeface="Cambria Math" panose="02040503050406030204" pitchFamily="18" charset="0"/>
                                  </a:rPr>
                                  <m:t>𝜏</m:t>
                                </m:r>
                              </m:e>
                            </m:d>
                            <m:r>
                              <m:rPr>
                                <m:sty m:val="p"/>
                              </m:rPr>
                              <a:rPr lang="en-US" altLang="zh-CN" sz="2800">
                                <a:latin typeface="Cambria Math" panose="02040503050406030204" pitchFamily="18" charset="0"/>
                              </a:rPr>
                              <m:t>d</m:t>
                            </m:r>
                            <m:r>
                              <a:rPr lang="zh-CN" altLang="en-US" sz="2800" i="1">
                                <a:latin typeface="Cambria Math" panose="02040503050406030204" pitchFamily="18" charset="0"/>
                              </a:rPr>
                              <m:t>𝜏</m:t>
                            </m:r>
                          </m:e>
                        </m:nary>
                      </m:e>
                    </m:d>
                  </m:oMath>
                </a14:m>
                <a:br>
                  <a:rPr lang="en-US" altLang="zh-CN" sz="2800" b="1" dirty="0"/>
                </a:br>
                <a14:m>
                  <m:oMath xmlns:m="http://schemas.openxmlformats.org/officeDocument/2006/math">
                    <m:r>
                      <a:rPr lang="en-US" altLang="zh-CN" sz="2800" i="1">
                        <a:latin typeface="Cambria Math" panose="02040503050406030204" pitchFamily="18" charset="0"/>
                      </a:rPr>
                      <m:t>=</m:t>
                    </m:r>
                    <m:r>
                      <a:rPr lang="en-US" altLang="zh-CN" sz="2800" i="1">
                        <a:latin typeface="Cambria Math" panose="02040503050406030204" pitchFamily="18" charset="0"/>
                      </a:rPr>
                      <m:t>𝑥</m:t>
                    </m:r>
                    <m:d>
                      <m:dPr>
                        <m:ctrlPr>
                          <a:rPr lang="en-US" altLang="zh-CN" sz="2800" i="1">
                            <a:latin typeface="Cambria Math" panose="02040503050406030204" pitchFamily="18" charset="0"/>
                          </a:rPr>
                        </m:ctrlPr>
                      </m:dPr>
                      <m:e>
                        <m:sSub>
                          <m:sSubPr>
                            <m:ctrlPr>
                              <a:rPr lang="zh-CN" altLang="en-US" sz="2800" i="1">
                                <a:latin typeface="Cambria Math" panose="02040503050406030204" pitchFamily="18" charset="0"/>
                              </a:rPr>
                            </m:ctrlPr>
                          </m:sSubPr>
                          <m:e>
                            <m:r>
                              <a:rPr lang="zh-CN" altLang="en-US" sz="2800" i="1">
                                <a:latin typeface="Cambria Math" panose="02040503050406030204" pitchFamily="18" charset="0"/>
                              </a:rPr>
                              <m:t>𝑡</m:t>
                            </m:r>
                          </m:e>
                          <m:sub>
                            <m:r>
                              <a:rPr lang="zh-CN" altLang="en-US" sz="2800" i="1">
                                <a:latin typeface="Cambria Math" panose="02040503050406030204" pitchFamily="18" charset="0"/>
                              </a:rPr>
                              <m:t>0</m:t>
                            </m:r>
                          </m:sub>
                        </m:sSub>
                      </m:e>
                    </m:d>
                    <m:r>
                      <m:rPr>
                        <m:sty m:val="p"/>
                      </m:rPr>
                      <a:rPr lang="en-US" altLang="zh-CN" sz="2800">
                        <a:latin typeface="Cambria Math" panose="02040503050406030204" pitchFamily="18" charset="0"/>
                      </a:rPr>
                      <m:t>exp</m:t>
                    </m:r>
                    <m:d>
                      <m:dPr>
                        <m:begChr m:val="["/>
                        <m:endChr m:val="]"/>
                        <m:ctrlPr>
                          <a:rPr lang="en-US" altLang="zh-CN" sz="2800" i="1" smtClean="0">
                            <a:latin typeface="Cambria Math" panose="02040503050406030204" pitchFamily="18" charset="0"/>
                          </a:rPr>
                        </m:ctrlPr>
                      </m:dPr>
                      <m:e>
                        <m:d>
                          <m:dPr>
                            <m:ctrlPr>
                              <a:rPr lang="en-US" altLang="zh-CN" sz="2800" i="1" smtClean="0">
                                <a:latin typeface="Cambria Math" panose="02040503050406030204" pitchFamily="18" charset="0"/>
                              </a:rPr>
                            </m:ctrlPr>
                          </m:dPr>
                          <m:e>
                            <m:r>
                              <a:rPr lang="en-US" altLang="zh-CN" sz="2800" i="1">
                                <a:latin typeface="Cambria Math" panose="02040503050406030204" pitchFamily="18" charset="0"/>
                              </a:rPr>
                              <m:t>6</m:t>
                            </m:r>
                            <m:func>
                              <m:funcPr>
                                <m:ctrlPr>
                                  <a:rPr lang="en-US" altLang="zh-CN" sz="2800" i="1">
                                    <a:latin typeface="Cambria Math" panose="02040503050406030204" pitchFamily="18" charset="0"/>
                                  </a:rPr>
                                </m:ctrlPr>
                              </m:funcPr>
                              <m:fName>
                                <m:r>
                                  <m:rPr>
                                    <m:sty m:val="p"/>
                                  </m:rPr>
                                  <a:rPr lang="en-US" altLang="zh-CN" sz="2800">
                                    <a:latin typeface="Cambria Math" panose="02040503050406030204" pitchFamily="18" charset="0"/>
                                  </a:rPr>
                                  <m:t>sin</m:t>
                                </m:r>
                              </m:fName>
                              <m:e>
                                <m:r>
                                  <a:rPr lang="en-US" altLang="zh-CN" sz="2800" i="1">
                                    <a:latin typeface="Cambria Math" panose="02040503050406030204" pitchFamily="18" charset="0"/>
                                  </a:rPr>
                                  <m:t>𝑡</m:t>
                                </m:r>
                              </m:e>
                            </m:func>
                            <m:r>
                              <a:rPr lang="en-US" altLang="zh-CN" sz="2800" i="1">
                                <a:latin typeface="Cambria Math" panose="02040503050406030204" pitchFamily="18" charset="0"/>
                              </a:rPr>
                              <m:t>−6</m:t>
                            </m:r>
                            <m:r>
                              <a:rPr lang="en-US" altLang="zh-CN" sz="2800" i="1">
                                <a:latin typeface="Cambria Math" panose="02040503050406030204" pitchFamily="18" charset="0"/>
                              </a:rPr>
                              <m:t>𝑡</m:t>
                            </m:r>
                            <m:func>
                              <m:funcPr>
                                <m:ctrlPr>
                                  <a:rPr lang="en-US" altLang="zh-CN" sz="2800" i="1">
                                    <a:latin typeface="Cambria Math" panose="02040503050406030204" pitchFamily="18" charset="0"/>
                                  </a:rPr>
                                </m:ctrlPr>
                              </m:funcPr>
                              <m:fName>
                                <m:r>
                                  <m:rPr>
                                    <m:sty m:val="p"/>
                                  </m:rPr>
                                  <a:rPr lang="en-US" altLang="zh-CN" sz="2800">
                                    <a:latin typeface="Cambria Math" panose="02040503050406030204" pitchFamily="18" charset="0"/>
                                  </a:rPr>
                                  <m:t>cos</m:t>
                                </m:r>
                              </m:fName>
                              <m:e>
                                <m:r>
                                  <a:rPr lang="en-US" altLang="zh-CN" sz="2800" i="1">
                                    <a:latin typeface="Cambria Math" panose="02040503050406030204" pitchFamily="18" charset="0"/>
                                  </a:rPr>
                                  <m:t>𝑡</m:t>
                                </m:r>
                              </m:e>
                            </m:func>
                            <m:r>
                              <a:rPr lang="en-US" altLang="zh-CN" sz="2800" i="1">
                                <a:latin typeface="Cambria Math" panose="02040503050406030204" pitchFamily="18" charset="0"/>
                              </a:rPr>
                              <m:t>−</m:t>
                            </m:r>
                            <m:sSup>
                              <m:sSupPr>
                                <m:ctrlPr>
                                  <a:rPr lang="en-US" altLang="zh-CN" sz="2800" i="1">
                                    <a:latin typeface="Cambria Math" panose="02040503050406030204" pitchFamily="18" charset="0"/>
                                  </a:rPr>
                                </m:ctrlPr>
                              </m:sSupPr>
                              <m:e>
                                <m:r>
                                  <a:rPr lang="en-US" altLang="zh-CN" sz="2800" i="1">
                                    <a:latin typeface="Cambria Math" panose="02040503050406030204" pitchFamily="18" charset="0"/>
                                  </a:rPr>
                                  <m:t>𝑡</m:t>
                                </m:r>
                              </m:e>
                              <m:sup>
                                <m:r>
                                  <a:rPr lang="en-US" altLang="zh-CN" sz="2800" i="1">
                                    <a:latin typeface="Cambria Math" panose="02040503050406030204" pitchFamily="18" charset="0"/>
                                  </a:rPr>
                                  <m:t>2</m:t>
                                </m:r>
                              </m:sup>
                            </m:sSup>
                          </m:e>
                        </m:d>
                        <m:r>
                          <a:rPr lang="en-US" altLang="zh-CN" sz="2800" b="0" i="1" smtClean="0">
                            <a:latin typeface="Cambria Math" panose="02040503050406030204" pitchFamily="18" charset="0"/>
                          </a:rPr>
                          <m:t>−</m:t>
                        </m:r>
                        <m:d>
                          <m:dPr>
                            <m:ctrlPr>
                              <a:rPr lang="en-US" altLang="zh-CN" sz="2800" b="0" i="1" smtClean="0">
                                <a:latin typeface="Cambria Math" panose="02040503050406030204" pitchFamily="18" charset="0"/>
                              </a:rPr>
                            </m:ctrlPr>
                          </m:dPr>
                          <m:e>
                            <m:r>
                              <a:rPr lang="en-US" altLang="zh-CN" sz="2800" i="1">
                                <a:latin typeface="Cambria Math" panose="02040503050406030204" pitchFamily="18" charset="0"/>
                              </a:rPr>
                              <m:t>6</m:t>
                            </m:r>
                            <m:func>
                              <m:funcPr>
                                <m:ctrlPr>
                                  <a:rPr lang="en-US" altLang="zh-CN" sz="2800" i="1">
                                    <a:latin typeface="Cambria Math" panose="02040503050406030204" pitchFamily="18" charset="0"/>
                                  </a:rPr>
                                </m:ctrlPr>
                              </m:funcPr>
                              <m:fName>
                                <m:r>
                                  <m:rPr>
                                    <m:sty m:val="p"/>
                                  </m:rPr>
                                  <a:rPr lang="en-US" altLang="zh-CN" sz="2800">
                                    <a:latin typeface="Cambria Math" panose="02040503050406030204" pitchFamily="18" charset="0"/>
                                  </a:rPr>
                                  <m:t>sin</m:t>
                                </m:r>
                              </m:fName>
                              <m:e>
                                <m:sSub>
                                  <m:sSubPr>
                                    <m:ctrlPr>
                                      <a:rPr lang="zh-CN" altLang="en-US" sz="2800" i="1">
                                        <a:latin typeface="Cambria Math" panose="02040503050406030204" pitchFamily="18" charset="0"/>
                                      </a:rPr>
                                    </m:ctrlPr>
                                  </m:sSubPr>
                                  <m:e>
                                    <m:r>
                                      <a:rPr lang="zh-CN" altLang="en-US" sz="2800" i="1">
                                        <a:latin typeface="Cambria Math" panose="02040503050406030204" pitchFamily="18" charset="0"/>
                                      </a:rPr>
                                      <m:t>𝑡</m:t>
                                    </m:r>
                                  </m:e>
                                  <m:sub>
                                    <m:r>
                                      <a:rPr lang="zh-CN" altLang="en-US" sz="2800" i="1">
                                        <a:latin typeface="Cambria Math" panose="02040503050406030204" pitchFamily="18" charset="0"/>
                                      </a:rPr>
                                      <m:t>0</m:t>
                                    </m:r>
                                  </m:sub>
                                </m:sSub>
                              </m:e>
                            </m:func>
                            <m:r>
                              <a:rPr lang="en-US" altLang="zh-CN" sz="2800" i="1">
                                <a:latin typeface="Cambria Math" panose="02040503050406030204" pitchFamily="18" charset="0"/>
                              </a:rPr>
                              <m:t>−6</m:t>
                            </m:r>
                            <m:sSub>
                              <m:sSubPr>
                                <m:ctrlPr>
                                  <a:rPr lang="zh-CN" altLang="en-US" sz="2800" i="1">
                                    <a:latin typeface="Cambria Math" panose="02040503050406030204" pitchFamily="18" charset="0"/>
                                  </a:rPr>
                                </m:ctrlPr>
                              </m:sSubPr>
                              <m:e>
                                <m:r>
                                  <a:rPr lang="zh-CN" altLang="en-US" sz="2800" i="1">
                                    <a:latin typeface="Cambria Math" panose="02040503050406030204" pitchFamily="18" charset="0"/>
                                  </a:rPr>
                                  <m:t>𝑡</m:t>
                                </m:r>
                              </m:e>
                              <m:sub>
                                <m:r>
                                  <a:rPr lang="zh-CN" altLang="en-US" sz="2800" i="1">
                                    <a:latin typeface="Cambria Math" panose="02040503050406030204" pitchFamily="18" charset="0"/>
                                  </a:rPr>
                                  <m:t>0</m:t>
                                </m:r>
                              </m:sub>
                            </m:sSub>
                            <m:func>
                              <m:funcPr>
                                <m:ctrlPr>
                                  <a:rPr lang="en-US" altLang="zh-CN" sz="2800" i="1">
                                    <a:latin typeface="Cambria Math" panose="02040503050406030204" pitchFamily="18" charset="0"/>
                                  </a:rPr>
                                </m:ctrlPr>
                              </m:funcPr>
                              <m:fName>
                                <m:r>
                                  <m:rPr>
                                    <m:sty m:val="p"/>
                                  </m:rPr>
                                  <a:rPr lang="en-US" altLang="zh-CN" sz="2800">
                                    <a:latin typeface="Cambria Math" panose="02040503050406030204" pitchFamily="18" charset="0"/>
                                  </a:rPr>
                                  <m:t>cos</m:t>
                                </m:r>
                              </m:fName>
                              <m:e>
                                <m:sSub>
                                  <m:sSubPr>
                                    <m:ctrlPr>
                                      <a:rPr lang="zh-CN" altLang="en-US" sz="2800" i="1">
                                        <a:latin typeface="Cambria Math" panose="02040503050406030204" pitchFamily="18" charset="0"/>
                                      </a:rPr>
                                    </m:ctrlPr>
                                  </m:sSubPr>
                                  <m:e>
                                    <m:r>
                                      <a:rPr lang="zh-CN" altLang="en-US" sz="2800" i="1">
                                        <a:latin typeface="Cambria Math" panose="02040503050406030204" pitchFamily="18" charset="0"/>
                                      </a:rPr>
                                      <m:t>𝑡</m:t>
                                    </m:r>
                                  </m:e>
                                  <m:sub>
                                    <m:r>
                                      <a:rPr lang="zh-CN" altLang="en-US" sz="2800" i="1">
                                        <a:latin typeface="Cambria Math" panose="02040503050406030204" pitchFamily="18" charset="0"/>
                                      </a:rPr>
                                      <m:t>0</m:t>
                                    </m:r>
                                  </m:sub>
                                </m:sSub>
                              </m:e>
                            </m:func>
                            <m:r>
                              <a:rPr lang="en-US" altLang="zh-CN" sz="2800" i="1">
                                <a:latin typeface="Cambria Math" panose="02040503050406030204" pitchFamily="18" charset="0"/>
                              </a:rPr>
                              <m:t>−</m:t>
                            </m:r>
                            <m:sSup>
                              <m:sSupPr>
                                <m:ctrlPr>
                                  <a:rPr lang="en-US" altLang="zh-CN" sz="2800" i="1">
                                    <a:latin typeface="Cambria Math" panose="02040503050406030204" pitchFamily="18" charset="0"/>
                                  </a:rPr>
                                </m:ctrlPr>
                              </m:sSupPr>
                              <m:e>
                                <m:sSub>
                                  <m:sSubPr>
                                    <m:ctrlPr>
                                      <a:rPr lang="zh-CN" altLang="en-US" sz="2800" i="1">
                                        <a:latin typeface="Cambria Math" panose="02040503050406030204" pitchFamily="18" charset="0"/>
                                      </a:rPr>
                                    </m:ctrlPr>
                                  </m:sSubPr>
                                  <m:e>
                                    <m:r>
                                      <a:rPr lang="zh-CN" altLang="en-US" sz="2800" i="1">
                                        <a:latin typeface="Cambria Math" panose="02040503050406030204" pitchFamily="18" charset="0"/>
                                      </a:rPr>
                                      <m:t>𝑡</m:t>
                                    </m:r>
                                  </m:e>
                                  <m:sub>
                                    <m:r>
                                      <a:rPr lang="zh-CN" altLang="en-US" sz="2800" i="1">
                                        <a:latin typeface="Cambria Math" panose="02040503050406030204" pitchFamily="18" charset="0"/>
                                      </a:rPr>
                                      <m:t>0</m:t>
                                    </m:r>
                                  </m:sub>
                                </m:sSub>
                              </m:e>
                              <m:sup>
                                <m:r>
                                  <a:rPr lang="en-US" altLang="zh-CN" sz="2800" i="1">
                                    <a:latin typeface="Cambria Math" panose="02040503050406030204" pitchFamily="18" charset="0"/>
                                  </a:rPr>
                                  <m:t>2</m:t>
                                </m:r>
                              </m:sup>
                            </m:sSup>
                          </m:e>
                        </m:d>
                      </m:e>
                    </m:d>
                  </m:oMath>
                </a14:m>
                <a:br>
                  <a:rPr lang="en-US" altLang="zh-CN" sz="2800" dirty="0"/>
                </a:br>
                <a14:m>
                  <m:oMath xmlns:m="http://schemas.openxmlformats.org/officeDocument/2006/math">
                    <m:r>
                      <a:rPr lang="en-US" altLang="zh-CN" sz="2800" b="0" i="1" smtClean="0">
                        <a:latin typeface="Cambria Math" panose="02040503050406030204" pitchFamily="18" charset="0"/>
                      </a:rPr>
                      <m:t>=</m:t>
                    </m:r>
                    <m:r>
                      <a:rPr lang="en-US" altLang="zh-CN" sz="2800" i="1">
                        <a:latin typeface="Cambria Math" panose="02040503050406030204" pitchFamily="18" charset="0"/>
                      </a:rPr>
                      <m:t>𝑥</m:t>
                    </m:r>
                    <m:d>
                      <m:dPr>
                        <m:ctrlPr>
                          <a:rPr lang="en-US" altLang="zh-CN" sz="2800" i="1">
                            <a:latin typeface="Cambria Math" panose="02040503050406030204" pitchFamily="18" charset="0"/>
                          </a:rPr>
                        </m:ctrlPr>
                      </m:dPr>
                      <m:e>
                        <m:sSub>
                          <m:sSubPr>
                            <m:ctrlPr>
                              <a:rPr lang="zh-CN" altLang="en-US" sz="2800" i="1">
                                <a:latin typeface="Cambria Math" panose="02040503050406030204" pitchFamily="18" charset="0"/>
                              </a:rPr>
                            </m:ctrlPr>
                          </m:sSubPr>
                          <m:e>
                            <m:r>
                              <a:rPr lang="zh-CN" altLang="en-US" sz="2800" i="1">
                                <a:latin typeface="Cambria Math" panose="02040503050406030204" pitchFamily="18" charset="0"/>
                              </a:rPr>
                              <m:t>𝑡</m:t>
                            </m:r>
                          </m:e>
                          <m:sub>
                            <m:r>
                              <a:rPr lang="zh-CN" altLang="en-US" sz="2800" i="1">
                                <a:latin typeface="Cambria Math" panose="02040503050406030204" pitchFamily="18" charset="0"/>
                              </a:rPr>
                              <m:t>0</m:t>
                            </m:r>
                          </m:sub>
                        </m:sSub>
                      </m:e>
                    </m:d>
                    <m:r>
                      <a:rPr lang="en-US" altLang="zh-CN" sz="2800" b="0" i="1" smtClean="0">
                        <a:solidFill>
                          <a:srgbClr val="FFFF00"/>
                        </a:solidFill>
                        <a:latin typeface="Cambria Math" panose="02040503050406030204" pitchFamily="18" charset="0"/>
                      </a:rPr>
                      <m:t>𝑎</m:t>
                    </m:r>
                    <m:d>
                      <m:dPr>
                        <m:ctrlPr>
                          <a:rPr lang="en-US" altLang="zh-CN" sz="2800" i="1">
                            <a:solidFill>
                              <a:srgbClr val="FFFF00"/>
                            </a:solidFill>
                            <a:latin typeface="Cambria Math" panose="02040503050406030204" pitchFamily="18" charset="0"/>
                          </a:rPr>
                        </m:ctrlPr>
                      </m:dPr>
                      <m:e>
                        <m:r>
                          <a:rPr lang="en-US" altLang="zh-CN" sz="2800" b="0" i="1" smtClean="0">
                            <a:solidFill>
                              <a:srgbClr val="FFFF00"/>
                            </a:solidFill>
                            <a:latin typeface="Cambria Math" panose="02040503050406030204" pitchFamily="18" charset="0"/>
                          </a:rPr>
                          <m:t>𝑡</m:t>
                        </m:r>
                        <m:r>
                          <a:rPr lang="en-US" altLang="zh-CN" sz="2800" b="0" i="1" smtClean="0">
                            <a:solidFill>
                              <a:srgbClr val="FFFF00"/>
                            </a:solidFill>
                            <a:latin typeface="Cambria Math" panose="02040503050406030204" pitchFamily="18" charset="0"/>
                          </a:rPr>
                          <m:t>,</m:t>
                        </m:r>
                        <m:sSub>
                          <m:sSubPr>
                            <m:ctrlPr>
                              <a:rPr lang="zh-CN" altLang="en-US" sz="2800" i="1">
                                <a:solidFill>
                                  <a:srgbClr val="FFFF00"/>
                                </a:solidFill>
                                <a:latin typeface="Cambria Math" panose="02040503050406030204" pitchFamily="18" charset="0"/>
                              </a:rPr>
                            </m:ctrlPr>
                          </m:sSubPr>
                          <m:e>
                            <m:r>
                              <a:rPr lang="zh-CN" altLang="en-US" sz="2800" i="1">
                                <a:solidFill>
                                  <a:srgbClr val="FFFF00"/>
                                </a:solidFill>
                                <a:latin typeface="Cambria Math" panose="02040503050406030204" pitchFamily="18" charset="0"/>
                              </a:rPr>
                              <m:t>𝑡</m:t>
                            </m:r>
                          </m:e>
                          <m:sub>
                            <m:r>
                              <a:rPr lang="zh-CN" altLang="en-US" sz="2800" i="1">
                                <a:solidFill>
                                  <a:srgbClr val="FFFF00"/>
                                </a:solidFill>
                                <a:latin typeface="Cambria Math" panose="02040503050406030204" pitchFamily="18" charset="0"/>
                              </a:rPr>
                              <m:t>0</m:t>
                            </m:r>
                          </m:sub>
                        </m:sSub>
                      </m:e>
                    </m:d>
                  </m:oMath>
                </a14:m>
                <a:endParaRPr lang="zh-CN" altLang="en-US" sz="2800" b="1" dirty="0"/>
              </a:p>
            </p:txBody>
          </p:sp>
        </mc:Choice>
        <mc:Fallback xmlns="">
          <p:sp>
            <p:nvSpPr>
              <p:cNvPr id="30" name="内容占位符 2"/>
              <p:cNvSpPr txBox="1">
                <a:spLocks noRot="1" noChangeAspect="1" noMove="1" noResize="1" noEditPoints="1" noAdjustHandles="1" noChangeArrowheads="1" noChangeShapeType="1" noTextEdit="1"/>
              </p:cNvSpPr>
              <p:nvPr/>
            </p:nvSpPr>
            <p:spPr>
              <a:xfrm>
                <a:off x="438472" y="2700510"/>
                <a:ext cx="8382000" cy="3032746"/>
              </a:xfrm>
              <a:prstGeom prst="rect">
                <a:avLst/>
              </a:prstGeom>
              <a:blipFill>
                <a:blip r:embed="rId5"/>
                <a:stretch>
                  <a:fillRect t="-51509" b="-24748"/>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8" name="对象 27">
                <a:extLst>
                  <a:ext uri="{FF2B5EF4-FFF2-40B4-BE49-F238E27FC236}">
                    <a16:creationId xmlns:a16="http://schemas.microsoft.com/office/drawing/2014/main" id="{B55DEC95-14E3-4007-8646-299484FF59CE}"/>
                  </a:ext>
                </a:extLst>
              </p:cNvPr>
              <p:cNvSpPr txBox="1"/>
              <p:nvPr/>
            </p:nvSpPr>
            <p:spPr bwMode="auto">
              <a:xfrm>
                <a:off x="860438" y="5805065"/>
                <a:ext cx="7423125" cy="576263"/>
              </a:xfrm>
              <a:prstGeom prst="rect">
                <a:avLst/>
              </a:prstGeom>
              <a:noFill/>
              <a:ln>
                <a:noFill/>
              </a:ln>
            </p:spPr>
            <p:txBody>
              <a:bodyPr>
                <a:noAutofit/>
              </a:bodyPr>
              <a:lstStyle/>
              <a:p>
                <a:pPr/>
                <a14:m>
                  <m:oMathPara xmlns:m="http://schemas.openxmlformats.org/officeDocument/2006/math">
                    <m:oMathParaPr>
                      <m:jc m:val="left"/>
                    </m:oMathParaPr>
                    <m:oMath xmlns:m="http://schemas.openxmlformats.org/officeDocument/2006/math">
                      <m:r>
                        <a:rPr lang="zh-CN" altLang="en-US" sz="2800" i="1" smtClean="0">
                          <a:solidFill>
                            <a:srgbClr val="FFFF00"/>
                          </a:solidFill>
                          <a:latin typeface="Cambria Math" panose="02040503050406030204" pitchFamily="18" charset="0"/>
                        </a:rPr>
                        <m:t>𝑥</m:t>
                      </m:r>
                      <m:r>
                        <a:rPr lang="zh-CN" altLang="en-US" sz="2800" i="1" smtClean="0">
                          <a:solidFill>
                            <a:srgbClr val="FFFF00"/>
                          </a:solidFill>
                          <a:latin typeface="Cambria Math" panose="02040503050406030204" pitchFamily="18" charset="0"/>
                        </a:rPr>
                        <m:t>(</m:t>
                      </m:r>
                      <m:r>
                        <a:rPr lang="zh-CN" altLang="en-US" sz="2800" i="1" smtClean="0">
                          <a:solidFill>
                            <a:srgbClr val="FFFF00"/>
                          </a:solidFill>
                          <a:latin typeface="Cambria Math" panose="02040503050406030204" pitchFamily="18" charset="0"/>
                        </a:rPr>
                        <m:t>𝑡</m:t>
                      </m:r>
                      <m:r>
                        <a:rPr lang="zh-CN" altLang="en-US" sz="2800" i="1" smtClean="0">
                          <a:solidFill>
                            <a:srgbClr val="FFFF00"/>
                          </a:solidFill>
                          <a:latin typeface="Cambria Math" panose="02040503050406030204" pitchFamily="18" charset="0"/>
                        </a:rPr>
                        <m:t>)=</m:t>
                      </m:r>
                      <m:r>
                        <a:rPr lang="zh-CN" altLang="en-US" sz="2800" i="1" smtClean="0">
                          <a:solidFill>
                            <a:srgbClr val="FFFF00"/>
                          </a:solidFill>
                          <a:latin typeface="Cambria Math" panose="02040503050406030204" pitchFamily="18" charset="0"/>
                        </a:rPr>
                        <m:t>𝑥</m:t>
                      </m:r>
                      <m:r>
                        <a:rPr lang="zh-CN" altLang="en-US" sz="2800" i="1" smtClean="0">
                          <a:solidFill>
                            <a:srgbClr val="FFFF00"/>
                          </a:solidFill>
                          <a:latin typeface="Cambria Math" panose="02040503050406030204" pitchFamily="18" charset="0"/>
                        </a:rPr>
                        <m:t>(</m:t>
                      </m:r>
                      <m:sSub>
                        <m:sSubPr>
                          <m:ctrlPr>
                            <a:rPr lang="zh-CN" altLang="en-US" sz="2800" i="1">
                              <a:solidFill>
                                <a:srgbClr val="FFFF00"/>
                              </a:solidFill>
                              <a:latin typeface="Cambria Math" panose="02040503050406030204" pitchFamily="18" charset="0"/>
                            </a:rPr>
                          </m:ctrlPr>
                        </m:sSubPr>
                        <m:e>
                          <m:r>
                            <a:rPr lang="zh-CN" altLang="en-US" sz="2800" i="1">
                              <a:solidFill>
                                <a:srgbClr val="FFFF00"/>
                              </a:solidFill>
                              <a:latin typeface="Cambria Math" panose="02040503050406030204" pitchFamily="18" charset="0"/>
                            </a:rPr>
                            <m:t>𝑡</m:t>
                          </m:r>
                        </m:e>
                        <m:sub>
                          <m:r>
                            <a:rPr lang="zh-CN" altLang="en-US" sz="2800" i="1">
                              <a:solidFill>
                                <a:srgbClr val="FFFF00"/>
                              </a:solidFill>
                              <a:latin typeface="Cambria Math" panose="02040503050406030204" pitchFamily="18" charset="0"/>
                            </a:rPr>
                            <m:t>0</m:t>
                          </m:r>
                        </m:sub>
                      </m:sSub>
                      <m:r>
                        <a:rPr lang="zh-CN" altLang="en-US" sz="2800" i="1">
                          <a:solidFill>
                            <a:srgbClr val="FFFF00"/>
                          </a:solidFill>
                          <a:latin typeface="Cambria Math" panose="02040503050406030204" pitchFamily="18" charset="0"/>
                        </a:rPr>
                        <m:t>)</m:t>
                      </m:r>
                      <m:r>
                        <a:rPr lang="zh-CN" altLang="en-US" sz="2800" i="1">
                          <a:solidFill>
                            <a:srgbClr val="FFFF00"/>
                          </a:solidFill>
                          <a:latin typeface="Cambria Math" panose="02040503050406030204" pitchFamily="18" charset="0"/>
                        </a:rPr>
                        <m:t>𝑎</m:t>
                      </m:r>
                      <m:r>
                        <a:rPr lang="zh-CN" altLang="en-US" sz="2800" i="1">
                          <a:solidFill>
                            <a:srgbClr val="FFFF00"/>
                          </a:solidFill>
                          <a:latin typeface="Cambria Math" panose="02040503050406030204" pitchFamily="18" charset="0"/>
                        </a:rPr>
                        <m:t>(</m:t>
                      </m:r>
                      <m:r>
                        <a:rPr lang="zh-CN" altLang="en-US" sz="2800" i="1">
                          <a:solidFill>
                            <a:srgbClr val="FFFF00"/>
                          </a:solidFill>
                          <a:latin typeface="Cambria Math" panose="02040503050406030204" pitchFamily="18" charset="0"/>
                        </a:rPr>
                        <m:t>𝑡</m:t>
                      </m:r>
                      <m:r>
                        <a:rPr lang="zh-CN" altLang="en-US" sz="2800" i="1">
                          <a:solidFill>
                            <a:srgbClr val="FFFF00"/>
                          </a:solidFill>
                          <a:latin typeface="Cambria Math" panose="02040503050406030204" pitchFamily="18" charset="0"/>
                        </a:rPr>
                        <m:t>,</m:t>
                      </m:r>
                      <m:sSub>
                        <m:sSubPr>
                          <m:ctrlPr>
                            <a:rPr lang="zh-CN" altLang="en-US" sz="2800" i="1">
                              <a:solidFill>
                                <a:srgbClr val="FFFF00"/>
                              </a:solidFill>
                              <a:latin typeface="Cambria Math" panose="02040503050406030204" pitchFamily="18" charset="0"/>
                            </a:rPr>
                          </m:ctrlPr>
                        </m:sSubPr>
                        <m:e>
                          <m:r>
                            <a:rPr lang="zh-CN" altLang="en-US" sz="2800" i="1">
                              <a:solidFill>
                                <a:srgbClr val="FFFF00"/>
                              </a:solidFill>
                              <a:latin typeface="Cambria Math" panose="02040503050406030204" pitchFamily="18" charset="0"/>
                            </a:rPr>
                            <m:t>𝑡</m:t>
                          </m:r>
                        </m:e>
                        <m:sub>
                          <m:r>
                            <a:rPr lang="zh-CN" altLang="en-US" sz="2800" i="1">
                              <a:solidFill>
                                <a:srgbClr val="FFFF00"/>
                              </a:solidFill>
                              <a:latin typeface="Cambria Math" panose="02040503050406030204" pitchFamily="18" charset="0"/>
                            </a:rPr>
                            <m:t>0</m:t>
                          </m:r>
                        </m:sub>
                      </m:sSub>
                      <m:r>
                        <a:rPr lang="zh-CN" altLang="en-US" sz="2800" i="1">
                          <a:solidFill>
                            <a:srgbClr val="FFFF00"/>
                          </a:solidFill>
                          <a:latin typeface="Cambria Math" panose="02040503050406030204" pitchFamily="18" charset="0"/>
                        </a:rPr>
                        <m:t>)⇒</m:t>
                      </m:r>
                      <m:d>
                        <m:dPr>
                          <m:begChr m:val="|"/>
                          <m:endChr m:val="|"/>
                          <m:ctrlPr>
                            <a:rPr lang="zh-CN" altLang="en-US" sz="2800" i="1">
                              <a:solidFill>
                                <a:srgbClr val="FFFF00"/>
                              </a:solidFill>
                              <a:latin typeface="Cambria Math" panose="02040503050406030204" pitchFamily="18" charset="0"/>
                            </a:rPr>
                          </m:ctrlPr>
                        </m:dPr>
                        <m:e>
                          <m:r>
                            <a:rPr lang="zh-CN" altLang="en-US" sz="2800" i="1">
                              <a:solidFill>
                                <a:srgbClr val="FFFF00"/>
                              </a:solidFill>
                              <a:latin typeface="Cambria Math" panose="02040503050406030204" pitchFamily="18" charset="0"/>
                            </a:rPr>
                            <m:t>𝑥</m:t>
                          </m:r>
                          <m:r>
                            <a:rPr lang="zh-CN" altLang="en-US" sz="2800" i="1">
                              <a:solidFill>
                                <a:srgbClr val="FFFF00"/>
                              </a:solidFill>
                              <a:latin typeface="Cambria Math" panose="02040503050406030204" pitchFamily="18" charset="0"/>
                            </a:rPr>
                            <m:t>(</m:t>
                          </m:r>
                          <m:r>
                            <a:rPr lang="zh-CN" altLang="en-US" sz="2800" i="1">
                              <a:solidFill>
                                <a:srgbClr val="FFFF00"/>
                              </a:solidFill>
                              <a:latin typeface="Cambria Math" panose="02040503050406030204" pitchFamily="18" charset="0"/>
                            </a:rPr>
                            <m:t>𝑡</m:t>
                          </m:r>
                          <m:r>
                            <a:rPr lang="zh-CN" altLang="en-US" sz="2800" i="1">
                              <a:solidFill>
                                <a:srgbClr val="FFFF00"/>
                              </a:solidFill>
                              <a:latin typeface="Cambria Math" panose="02040503050406030204" pitchFamily="18" charset="0"/>
                            </a:rPr>
                            <m:t>)</m:t>
                          </m:r>
                        </m:e>
                      </m:d>
                      <m:r>
                        <a:rPr lang="zh-CN" altLang="en-US" sz="2800" i="1">
                          <a:solidFill>
                            <a:srgbClr val="FFFF00"/>
                          </a:solidFill>
                          <a:latin typeface="Cambria Math" panose="02040503050406030204" pitchFamily="18" charset="0"/>
                        </a:rPr>
                        <m:t>=</m:t>
                      </m:r>
                      <m:d>
                        <m:dPr>
                          <m:begChr m:val="|"/>
                          <m:endChr m:val="|"/>
                          <m:ctrlPr>
                            <a:rPr lang="zh-CN" altLang="en-US" sz="2800" i="1">
                              <a:solidFill>
                                <a:srgbClr val="FFFF00"/>
                              </a:solidFill>
                              <a:latin typeface="Cambria Math" panose="02040503050406030204" pitchFamily="18" charset="0"/>
                            </a:rPr>
                          </m:ctrlPr>
                        </m:dPr>
                        <m:e>
                          <m:r>
                            <a:rPr lang="zh-CN" altLang="en-US" sz="2800" i="1">
                              <a:solidFill>
                                <a:srgbClr val="FFFF00"/>
                              </a:solidFill>
                              <a:latin typeface="Cambria Math" panose="02040503050406030204" pitchFamily="18" charset="0"/>
                            </a:rPr>
                            <m:t>𝑥</m:t>
                          </m:r>
                          <m:r>
                            <a:rPr lang="zh-CN" altLang="en-US" sz="2800" i="1">
                              <a:solidFill>
                                <a:srgbClr val="FFFF00"/>
                              </a:solidFill>
                              <a:latin typeface="Cambria Math" panose="02040503050406030204" pitchFamily="18" charset="0"/>
                            </a:rPr>
                            <m:t>(</m:t>
                          </m:r>
                          <m:sSub>
                            <m:sSubPr>
                              <m:ctrlPr>
                                <a:rPr lang="zh-CN" altLang="en-US" sz="2800" i="1">
                                  <a:solidFill>
                                    <a:srgbClr val="FFFF00"/>
                                  </a:solidFill>
                                  <a:latin typeface="Cambria Math" panose="02040503050406030204" pitchFamily="18" charset="0"/>
                                </a:rPr>
                              </m:ctrlPr>
                            </m:sSubPr>
                            <m:e>
                              <m:r>
                                <a:rPr lang="zh-CN" altLang="en-US" sz="2800" i="1">
                                  <a:solidFill>
                                    <a:srgbClr val="FFFF00"/>
                                  </a:solidFill>
                                  <a:latin typeface="Cambria Math" panose="02040503050406030204" pitchFamily="18" charset="0"/>
                                </a:rPr>
                                <m:t>𝑡</m:t>
                              </m:r>
                            </m:e>
                            <m:sub>
                              <m:r>
                                <a:rPr lang="zh-CN" altLang="en-US" sz="2800" i="1">
                                  <a:solidFill>
                                    <a:srgbClr val="FFFF00"/>
                                  </a:solidFill>
                                  <a:latin typeface="Cambria Math" panose="02040503050406030204" pitchFamily="18" charset="0"/>
                                </a:rPr>
                                <m:t>0</m:t>
                              </m:r>
                            </m:sub>
                          </m:sSub>
                          <m:r>
                            <a:rPr lang="zh-CN" altLang="en-US" sz="2800" i="1">
                              <a:solidFill>
                                <a:srgbClr val="FFFF00"/>
                              </a:solidFill>
                              <a:latin typeface="Cambria Math" panose="02040503050406030204" pitchFamily="18" charset="0"/>
                            </a:rPr>
                            <m:t>)</m:t>
                          </m:r>
                        </m:e>
                      </m:d>
                      <m:d>
                        <m:dPr>
                          <m:begChr m:val="|"/>
                          <m:endChr m:val="|"/>
                          <m:ctrlPr>
                            <a:rPr lang="zh-CN" altLang="en-US" sz="2800" i="1">
                              <a:solidFill>
                                <a:srgbClr val="FFFF00"/>
                              </a:solidFill>
                              <a:latin typeface="Cambria Math" panose="02040503050406030204" pitchFamily="18" charset="0"/>
                            </a:rPr>
                          </m:ctrlPr>
                        </m:dPr>
                        <m:e>
                          <m:r>
                            <a:rPr lang="zh-CN" altLang="en-US" sz="2800" i="1">
                              <a:solidFill>
                                <a:srgbClr val="FFFF00"/>
                              </a:solidFill>
                              <a:latin typeface="Cambria Math" panose="02040503050406030204" pitchFamily="18" charset="0"/>
                            </a:rPr>
                            <m:t>𝑎</m:t>
                          </m:r>
                          <m:r>
                            <a:rPr lang="zh-CN" altLang="en-US" sz="2800" i="1">
                              <a:solidFill>
                                <a:srgbClr val="FFFF00"/>
                              </a:solidFill>
                              <a:latin typeface="Cambria Math" panose="02040503050406030204" pitchFamily="18" charset="0"/>
                            </a:rPr>
                            <m:t>(</m:t>
                          </m:r>
                          <m:r>
                            <a:rPr lang="zh-CN" altLang="en-US" sz="2800" i="1">
                              <a:solidFill>
                                <a:srgbClr val="FFFF00"/>
                              </a:solidFill>
                              <a:latin typeface="Cambria Math" panose="02040503050406030204" pitchFamily="18" charset="0"/>
                            </a:rPr>
                            <m:t>𝑡</m:t>
                          </m:r>
                          <m:r>
                            <a:rPr lang="zh-CN" altLang="en-US" sz="2800" i="1">
                              <a:solidFill>
                                <a:srgbClr val="FFFF00"/>
                              </a:solidFill>
                              <a:latin typeface="Cambria Math" panose="02040503050406030204" pitchFamily="18" charset="0"/>
                            </a:rPr>
                            <m:t>,</m:t>
                          </m:r>
                          <m:sSub>
                            <m:sSubPr>
                              <m:ctrlPr>
                                <a:rPr lang="zh-CN" altLang="en-US" sz="2800" i="1">
                                  <a:solidFill>
                                    <a:srgbClr val="FFFF00"/>
                                  </a:solidFill>
                                  <a:latin typeface="Cambria Math" panose="02040503050406030204" pitchFamily="18" charset="0"/>
                                </a:rPr>
                              </m:ctrlPr>
                            </m:sSubPr>
                            <m:e>
                              <m:r>
                                <a:rPr lang="zh-CN" altLang="en-US" sz="2800" i="1">
                                  <a:solidFill>
                                    <a:srgbClr val="FFFF00"/>
                                  </a:solidFill>
                                  <a:latin typeface="Cambria Math" panose="02040503050406030204" pitchFamily="18" charset="0"/>
                                </a:rPr>
                                <m:t>𝑡</m:t>
                              </m:r>
                            </m:e>
                            <m:sub>
                              <m:r>
                                <a:rPr lang="zh-CN" altLang="en-US" sz="2800" i="1">
                                  <a:solidFill>
                                    <a:srgbClr val="FFFF00"/>
                                  </a:solidFill>
                                  <a:latin typeface="Cambria Math" panose="02040503050406030204" pitchFamily="18" charset="0"/>
                                </a:rPr>
                                <m:t>0</m:t>
                              </m:r>
                            </m:sub>
                          </m:sSub>
                          <m:r>
                            <a:rPr lang="zh-CN" altLang="en-US" sz="2800" i="1">
                              <a:solidFill>
                                <a:srgbClr val="FFFF00"/>
                              </a:solidFill>
                              <a:latin typeface="Cambria Math" panose="02040503050406030204" pitchFamily="18" charset="0"/>
                            </a:rPr>
                            <m:t>)</m:t>
                          </m:r>
                        </m:e>
                      </m:d>
                    </m:oMath>
                  </m:oMathPara>
                </a14:m>
                <a:endParaRPr lang="zh-CN" altLang="en-US" sz="2800" dirty="0">
                  <a:solidFill>
                    <a:srgbClr val="FFFF00"/>
                  </a:solidFill>
                </a:endParaRPr>
              </a:p>
            </p:txBody>
          </p:sp>
        </mc:Choice>
        <mc:Fallback xmlns="">
          <p:sp>
            <p:nvSpPr>
              <p:cNvPr id="28" name="对象 27">
                <a:extLst>
                  <a:ext uri="{FF2B5EF4-FFF2-40B4-BE49-F238E27FC236}">
                    <a16:creationId xmlns:a16="http://schemas.microsoft.com/office/drawing/2014/main" id="{B55DEC95-14E3-4007-8646-299484FF59CE}"/>
                  </a:ext>
                </a:extLst>
              </p:cNvPr>
              <p:cNvSpPr txBox="1">
                <a:spLocks noRot="1" noChangeAspect="1" noMove="1" noResize="1" noEditPoints="1" noAdjustHandles="1" noChangeArrowheads="1" noChangeShapeType="1" noTextEdit="1"/>
              </p:cNvSpPr>
              <p:nvPr/>
            </p:nvSpPr>
            <p:spPr bwMode="auto">
              <a:xfrm>
                <a:off x="860438" y="5805065"/>
                <a:ext cx="7423125" cy="576263"/>
              </a:xfrm>
              <a:prstGeom prst="rect">
                <a:avLst/>
              </a:prstGeom>
              <a:blipFill>
                <a:blip r:embed="rId6"/>
                <a:stretch>
                  <a:fillRect/>
                </a:stretch>
              </a:blipFill>
              <a:ln>
                <a:noFill/>
              </a:ln>
            </p:spPr>
            <p:txBody>
              <a:bodyPr/>
              <a:lstStyle/>
              <a:p>
                <a:r>
                  <a:rPr lang="zh-CN" altLang="en-US">
                    <a:noFill/>
                  </a:rPr>
                  <a:t> </a:t>
                </a:r>
              </a:p>
            </p:txBody>
          </p:sp>
        </mc:Fallback>
      </mc:AlternateContent>
      <p:sp>
        <p:nvSpPr>
          <p:cNvPr id="21" name="日期占位符 3"/>
          <p:cNvSpPr txBox="1">
            <a:spLocks/>
          </p:cNvSpPr>
          <p:nvPr/>
        </p:nvSpPr>
        <p:spPr>
          <a:xfrm>
            <a:off x="457200" y="6476999"/>
            <a:ext cx="2133600" cy="274320"/>
          </a:xfrm>
          <a:prstGeom prst="rect">
            <a:avLst/>
          </a:prstGeom>
        </p:spPr>
        <p:txBody>
          <a:bodyPr vert="horz" lIns="109728" rIns="45720" bIns="0" rtlCol="0" anchor="b"/>
          <a:lstStyle>
            <a:defPPr>
              <a:defRPr lang="zh-CN"/>
            </a:defPPr>
            <a:lvl1pPr marL="0" algn="l" defTabSz="914400" rtl="0" eaLnBrk="1" latinLnBrk="0" hangingPunct="1">
              <a:defRPr kumimoji="0" sz="1800" kern="1200">
                <a:solidFill>
                  <a:srgbClr val="FF0000"/>
                </a:solidFill>
                <a:latin typeface="Times New Roman" pitchFamily="18" charset="0"/>
                <a:ea typeface="+mn-ea"/>
                <a:cs typeface="Times New Roman" pitchFamily="18"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dirty="0"/>
          </a:p>
        </p:txBody>
      </p:sp>
    </p:spTree>
    <p:custDataLst>
      <p:tags r:id="rId1"/>
    </p:custDataLst>
    <p:extLst>
      <p:ext uri="{BB962C8B-B14F-4D97-AF65-F5344CB8AC3E}">
        <p14:creationId xmlns:p14="http://schemas.microsoft.com/office/powerpoint/2010/main" val="199125406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zh-CN" altLang="en-US" dirty="0"/>
              <a:t>稳定的一致性：例</a:t>
            </a:r>
          </a:p>
        </p:txBody>
      </p:sp>
      <p:sp>
        <p:nvSpPr>
          <p:cNvPr id="7" name="灯片编号占位符 6"/>
          <p:cNvSpPr>
            <a:spLocks noGrp="1"/>
          </p:cNvSpPr>
          <p:nvPr>
            <p:ph type="sldNum" sz="quarter" idx="12"/>
          </p:nvPr>
        </p:nvSpPr>
        <p:spPr/>
        <p:txBody>
          <a:bodyPr/>
          <a:lstStyle/>
          <a:p>
            <a:fld id="{58C210BB-F110-452C-89E7-9EA0A8D47DCE}" type="slidenum">
              <a:rPr lang="zh-CN" altLang="en-US" smtClean="0"/>
              <a:pPr/>
              <a:t>12</a:t>
            </a:fld>
            <a:endParaRPr lang="zh-CN" altLang="en-US" dirty="0"/>
          </a:p>
        </p:txBody>
      </p:sp>
      <p:sp>
        <p:nvSpPr>
          <p:cNvPr id="19" name="日期占位符 3"/>
          <p:cNvSpPr txBox="1">
            <a:spLocks/>
          </p:cNvSpPr>
          <p:nvPr/>
        </p:nvSpPr>
        <p:spPr>
          <a:xfrm>
            <a:off x="457200" y="6476999"/>
            <a:ext cx="2133600" cy="274320"/>
          </a:xfrm>
          <a:prstGeom prst="rect">
            <a:avLst/>
          </a:prstGeom>
        </p:spPr>
        <p:txBody>
          <a:bodyPr vert="horz" lIns="109728" rIns="45720" bIns="0" rtlCol="0" anchor="b"/>
          <a:lstStyle>
            <a:defPPr>
              <a:defRPr lang="zh-CN"/>
            </a:defPPr>
            <a:lvl1pPr marL="0" algn="l" defTabSz="914400" rtl="0" eaLnBrk="1" latinLnBrk="0" hangingPunct="1">
              <a:defRPr kumimoji="0" sz="1800" kern="1200">
                <a:solidFill>
                  <a:srgbClr val="FF0000"/>
                </a:solidFill>
                <a:latin typeface="Times New Roman" pitchFamily="18" charset="0"/>
                <a:ea typeface="+mn-ea"/>
                <a:cs typeface="Times New Roman" pitchFamily="18"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dirty="0"/>
          </a:p>
        </p:txBody>
      </p:sp>
      <p:pic>
        <p:nvPicPr>
          <p:cNvPr id="6" name="图片 5">
            <a:extLst>
              <a:ext uri="{FF2B5EF4-FFF2-40B4-BE49-F238E27FC236}">
                <a16:creationId xmlns:a16="http://schemas.microsoft.com/office/drawing/2014/main" id="{2A213400-79E3-644E-B86A-A69DBC88168F}"/>
              </a:ext>
            </a:extLst>
          </p:cNvPr>
          <p:cNvPicPr>
            <a:picLocks noChangeAspect="1"/>
          </p:cNvPicPr>
          <p:nvPr/>
        </p:nvPicPr>
        <p:blipFill rotWithShape="1">
          <a:blip r:embed="rId4"/>
          <a:srcRect l="5707" t="11209" r="1088"/>
          <a:stretch/>
        </p:blipFill>
        <p:spPr>
          <a:xfrm>
            <a:off x="329326" y="1672172"/>
            <a:ext cx="8485348" cy="4277108"/>
          </a:xfrm>
          <a:prstGeom prst="rect">
            <a:avLst/>
          </a:prstGeom>
        </p:spPr>
      </p:pic>
    </p:spTree>
    <p:custDataLst>
      <p:tags r:id="rId1"/>
    </p:custDataLst>
    <p:extLst>
      <p:ext uri="{BB962C8B-B14F-4D97-AF65-F5344CB8AC3E}">
        <p14:creationId xmlns:p14="http://schemas.microsoft.com/office/powerpoint/2010/main" val="17640043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zh-CN" altLang="en-US" dirty="0"/>
              <a:t>稳定的一致性：例</a:t>
            </a:r>
          </a:p>
        </p:txBody>
      </p:sp>
      <p:sp>
        <p:nvSpPr>
          <p:cNvPr id="7" name="灯片编号占位符 6"/>
          <p:cNvSpPr>
            <a:spLocks noGrp="1"/>
          </p:cNvSpPr>
          <p:nvPr>
            <p:ph type="sldNum" sz="quarter" idx="12"/>
          </p:nvPr>
        </p:nvSpPr>
        <p:spPr/>
        <p:txBody>
          <a:bodyPr/>
          <a:lstStyle/>
          <a:p>
            <a:fld id="{58C210BB-F110-452C-89E7-9EA0A8D47DCE}" type="slidenum">
              <a:rPr lang="zh-CN" altLang="en-US" smtClean="0"/>
              <a:pPr/>
              <a:t>13</a:t>
            </a:fld>
            <a:endParaRPr lang="zh-CN" altLang="en-US" dirty="0"/>
          </a:p>
        </p:txBody>
      </p:sp>
      <mc:AlternateContent xmlns:mc="http://schemas.openxmlformats.org/markup-compatibility/2006" xmlns:a14="http://schemas.microsoft.com/office/drawing/2010/main">
        <mc:Choice Requires="a14">
          <p:sp>
            <p:nvSpPr>
              <p:cNvPr id="28" name="对象 27">
                <a:extLst>
                  <a:ext uri="{FF2B5EF4-FFF2-40B4-BE49-F238E27FC236}">
                    <a16:creationId xmlns:a16="http://schemas.microsoft.com/office/drawing/2014/main" id="{81C69224-9706-4E1D-B299-640E38CA24ED}"/>
                  </a:ext>
                </a:extLst>
              </p:cNvPr>
              <p:cNvSpPr txBox="1"/>
              <p:nvPr/>
            </p:nvSpPr>
            <p:spPr bwMode="auto">
              <a:xfrm>
                <a:off x="2051721" y="1158875"/>
                <a:ext cx="5040559" cy="1500005"/>
              </a:xfrm>
              <a:prstGeom prst="rect">
                <a:avLst/>
              </a:prstGeom>
              <a:noFill/>
              <a:ln>
                <a:noFill/>
              </a:ln>
            </p:spPr>
            <p:txBody>
              <a:bodyPr>
                <a:noAutofit/>
              </a:bodyPr>
              <a:lstStyle/>
              <a:p>
                <a:pPr>
                  <a:lnSpc>
                    <a:spcPct val="150000"/>
                  </a:lnSpc>
                </a:pPr>
                <a14:m>
                  <m:oMathPara xmlns:m="http://schemas.openxmlformats.org/officeDocument/2006/math">
                    <m:oMathParaPr>
                      <m:jc m:val="left"/>
                    </m:oMathParaPr>
                    <m:oMath xmlns:m="http://schemas.openxmlformats.org/officeDocument/2006/math">
                      <m:d>
                        <m:dPr>
                          <m:begChr m:val="|"/>
                          <m:endChr m:val="|"/>
                          <m:ctrlPr>
                            <a:rPr lang="zh-CN" altLang="en-US" sz="2800" i="1" smtClean="0">
                              <a:solidFill>
                                <a:schemeClr val="bg1"/>
                              </a:solidFill>
                              <a:latin typeface="Cambria Math" panose="02040503050406030204" pitchFamily="18" charset="0"/>
                            </a:rPr>
                          </m:ctrlPr>
                        </m:dPr>
                        <m:e>
                          <m:r>
                            <a:rPr lang="zh-CN" altLang="en-US" sz="2800" i="1">
                              <a:solidFill>
                                <a:schemeClr val="bg1"/>
                              </a:solidFill>
                              <a:latin typeface="Cambria Math" panose="02040503050406030204" pitchFamily="18" charset="0"/>
                            </a:rPr>
                            <m:t>𝑥</m:t>
                          </m:r>
                          <m:r>
                            <a:rPr lang="zh-CN" altLang="en-US" sz="2800" i="1">
                              <a:solidFill>
                                <a:schemeClr val="bg1"/>
                              </a:solidFill>
                              <a:latin typeface="Cambria Math" panose="02040503050406030204" pitchFamily="18" charset="0"/>
                            </a:rPr>
                            <m:t>(</m:t>
                          </m:r>
                          <m:r>
                            <a:rPr lang="zh-CN" altLang="en-US" sz="2800" i="1">
                              <a:solidFill>
                                <a:schemeClr val="bg1"/>
                              </a:solidFill>
                              <a:latin typeface="Cambria Math" panose="02040503050406030204" pitchFamily="18" charset="0"/>
                            </a:rPr>
                            <m:t>𝑡</m:t>
                          </m:r>
                          <m:r>
                            <a:rPr lang="zh-CN" altLang="en-US" sz="2800" i="1">
                              <a:solidFill>
                                <a:schemeClr val="bg1"/>
                              </a:solidFill>
                              <a:latin typeface="Cambria Math" panose="02040503050406030204" pitchFamily="18" charset="0"/>
                            </a:rPr>
                            <m:t>)</m:t>
                          </m:r>
                        </m:e>
                      </m:d>
                      <m:r>
                        <a:rPr lang="zh-CN" altLang="en-US" sz="2800" i="1">
                          <a:solidFill>
                            <a:schemeClr val="bg1"/>
                          </a:solidFill>
                          <a:latin typeface="Cambria Math" panose="02040503050406030204" pitchFamily="18" charset="0"/>
                        </a:rPr>
                        <m:t>=</m:t>
                      </m:r>
                      <m:d>
                        <m:dPr>
                          <m:begChr m:val="|"/>
                          <m:endChr m:val="|"/>
                          <m:ctrlPr>
                            <a:rPr lang="zh-CN" altLang="en-US" sz="2800" i="1">
                              <a:solidFill>
                                <a:schemeClr val="bg1"/>
                              </a:solidFill>
                              <a:latin typeface="Cambria Math" panose="02040503050406030204" pitchFamily="18" charset="0"/>
                            </a:rPr>
                          </m:ctrlPr>
                        </m:dPr>
                        <m:e>
                          <m:r>
                            <a:rPr lang="zh-CN" altLang="en-US" sz="2800" i="1">
                              <a:solidFill>
                                <a:schemeClr val="bg1"/>
                              </a:solidFill>
                              <a:latin typeface="Cambria Math" panose="02040503050406030204" pitchFamily="18" charset="0"/>
                            </a:rPr>
                            <m:t>𝑥</m:t>
                          </m:r>
                          <m:r>
                            <a:rPr lang="zh-CN" altLang="en-US" sz="2800" i="1">
                              <a:solidFill>
                                <a:schemeClr val="bg1"/>
                              </a:solidFill>
                              <a:latin typeface="Cambria Math" panose="02040503050406030204" pitchFamily="18" charset="0"/>
                            </a:rPr>
                            <m:t>(</m:t>
                          </m:r>
                          <m:sSub>
                            <m:sSubPr>
                              <m:ctrlPr>
                                <a:rPr lang="zh-CN" altLang="en-US" sz="2800" i="1">
                                  <a:solidFill>
                                    <a:schemeClr val="bg1"/>
                                  </a:solidFill>
                                  <a:latin typeface="Cambria Math" panose="02040503050406030204" pitchFamily="18" charset="0"/>
                                </a:rPr>
                              </m:ctrlPr>
                            </m:sSubPr>
                            <m:e>
                              <m:r>
                                <a:rPr lang="zh-CN" altLang="en-US" sz="2800" i="1">
                                  <a:solidFill>
                                    <a:schemeClr val="bg1"/>
                                  </a:solidFill>
                                  <a:latin typeface="Cambria Math" panose="02040503050406030204" pitchFamily="18" charset="0"/>
                                </a:rPr>
                                <m:t>𝑡</m:t>
                              </m:r>
                            </m:e>
                            <m:sub>
                              <m:r>
                                <a:rPr lang="zh-CN" altLang="en-US" sz="2800" i="1">
                                  <a:solidFill>
                                    <a:schemeClr val="bg1"/>
                                  </a:solidFill>
                                  <a:latin typeface="Cambria Math" panose="02040503050406030204" pitchFamily="18" charset="0"/>
                                </a:rPr>
                                <m:t>0</m:t>
                              </m:r>
                            </m:sub>
                          </m:sSub>
                          <m:r>
                            <a:rPr lang="zh-CN" altLang="en-US" sz="2800" i="1">
                              <a:solidFill>
                                <a:schemeClr val="bg1"/>
                              </a:solidFill>
                              <a:latin typeface="Cambria Math" panose="02040503050406030204" pitchFamily="18" charset="0"/>
                            </a:rPr>
                            <m:t>)</m:t>
                          </m:r>
                        </m:e>
                      </m:d>
                      <m:d>
                        <m:dPr>
                          <m:begChr m:val="|"/>
                          <m:endChr m:val="|"/>
                          <m:ctrlPr>
                            <a:rPr lang="zh-CN" altLang="en-US" sz="2800" i="1">
                              <a:solidFill>
                                <a:schemeClr val="bg1"/>
                              </a:solidFill>
                              <a:latin typeface="Cambria Math" panose="02040503050406030204" pitchFamily="18" charset="0"/>
                            </a:rPr>
                          </m:ctrlPr>
                        </m:dPr>
                        <m:e>
                          <m:r>
                            <a:rPr lang="zh-CN" altLang="en-US" sz="2800" i="1">
                              <a:solidFill>
                                <a:schemeClr val="bg1"/>
                              </a:solidFill>
                              <a:latin typeface="Cambria Math" panose="02040503050406030204" pitchFamily="18" charset="0"/>
                            </a:rPr>
                            <m:t>𝑎</m:t>
                          </m:r>
                          <m:r>
                            <a:rPr lang="zh-CN" altLang="en-US" sz="2800" i="1">
                              <a:solidFill>
                                <a:schemeClr val="bg1"/>
                              </a:solidFill>
                              <a:latin typeface="Cambria Math" panose="02040503050406030204" pitchFamily="18" charset="0"/>
                            </a:rPr>
                            <m:t>(</m:t>
                          </m:r>
                          <m:r>
                            <a:rPr lang="zh-CN" altLang="en-US" sz="2800" i="1">
                              <a:solidFill>
                                <a:schemeClr val="bg1"/>
                              </a:solidFill>
                              <a:latin typeface="Cambria Math" panose="02040503050406030204" pitchFamily="18" charset="0"/>
                            </a:rPr>
                            <m:t>𝑡</m:t>
                          </m:r>
                          <m:r>
                            <a:rPr lang="zh-CN" altLang="en-US" sz="2800" i="1">
                              <a:solidFill>
                                <a:schemeClr val="bg1"/>
                              </a:solidFill>
                              <a:latin typeface="Cambria Math" panose="02040503050406030204" pitchFamily="18" charset="0"/>
                            </a:rPr>
                            <m:t>,</m:t>
                          </m:r>
                          <m:sSub>
                            <m:sSubPr>
                              <m:ctrlPr>
                                <a:rPr lang="zh-CN" altLang="en-US" sz="2800" i="1">
                                  <a:solidFill>
                                    <a:schemeClr val="bg1"/>
                                  </a:solidFill>
                                  <a:latin typeface="Cambria Math" panose="02040503050406030204" pitchFamily="18" charset="0"/>
                                </a:rPr>
                              </m:ctrlPr>
                            </m:sSubPr>
                            <m:e>
                              <m:r>
                                <a:rPr lang="zh-CN" altLang="en-US" sz="2800" i="1">
                                  <a:solidFill>
                                    <a:schemeClr val="bg1"/>
                                  </a:solidFill>
                                  <a:latin typeface="Cambria Math" panose="02040503050406030204" pitchFamily="18" charset="0"/>
                                </a:rPr>
                                <m:t>𝑡</m:t>
                              </m:r>
                            </m:e>
                            <m:sub>
                              <m:r>
                                <a:rPr lang="zh-CN" altLang="en-US" sz="2800" i="1">
                                  <a:solidFill>
                                    <a:schemeClr val="bg1"/>
                                  </a:solidFill>
                                  <a:latin typeface="Cambria Math" panose="02040503050406030204" pitchFamily="18" charset="0"/>
                                </a:rPr>
                                <m:t>0</m:t>
                              </m:r>
                            </m:sub>
                          </m:sSub>
                          <m:r>
                            <a:rPr lang="zh-CN" altLang="en-US" sz="2800" i="1">
                              <a:solidFill>
                                <a:schemeClr val="bg1"/>
                              </a:solidFill>
                              <a:latin typeface="Cambria Math" panose="02040503050406030204" pitchFamily="18" charset="0"/>
                            </a:rPr>
                            <m:t>)</m:t>
                          </m:r>
                        </m:e>
                      </m:d>
                      <m:r>
                        <a:rPr lang="zh-CN" altLang="en-US" sz="2800" i="1">
                          <a:solidFill>
                            <a:schemeClr val="bg1"/>
                          </a:solidFill>
                          <a:latin typeface="Cambria Math" panose="02040503050406030204" pitchFamily="18" charset="0"/>
                        </a:rPr>
                        <m:t>⇒</m:t>
                      </m:r>
                    </m:oMath>
                    <m:oMath xmlns:m="http://schemas.openxmlformats.org/officeDocument/2006/math">
                      <m:d>
                        <m:dPr>
                          <m:begChr m:val="|"/>
                          <m:endChr m:val="|"/>
                          <m:ctrlPr>
                            <a:rPr lang="zh-CN" altLang="en-US" sz="2800" i="1">
                              <a:solidFill>
                                <a:schemeClr val="bg1"/>
                              </a:solidFill>
                              <a:latin typeface="Cambria Math" panose="02040503050406030204" pitchFamily="18" charset="0"/>
                            </a:rPr>
                          </m:ctrlPr>
                        </m:dPr>
                        <m:e>
                          <m:r>
                            <a:rPr lang="zh-CN" altLang="en-US" sz="2800" i="1">
                              <a:solidFill>
                                <a:schemeClr val="bg1"/>
                              </a:solidFill>
                              <a:latin typeface="Cambria Math" panose="02040503050406030204" pitchFamily="18" charset="0"/>
                            </a:rPr>
                            <m:t>𝑥</m:t>
                          </m:r>
                          <m:r>
                            <a:rPr lang="zh-CN" altLang="en-US" sz="2800" i="1">
                              <a:solidFill>
                                <a:schemeClr val="bg1"/>
                              </a:solidFill>
                              <a:latin typeface="Cambria Math" panose="02040503050406030204" pitchFamily="18" charset="0"/>
                            </a:rPr>
                            <m:t>(</m:t>
                          </m:r>
                          <m:r>
                            <a:rPr lang="zh-CN" altLang="en-US" sz="2800" i="1">
                              <a:solidFill>
                                <a:schemeClr val="bg1"/>
                              </a:solidFill>
                              <a:latin typeface="Cambria Math" panose="02040503050406030204" pitchFamily="18" charset="0"/>
                            </a:rPr>
                            <m:t>𝑡</m:t>
                          </m:r>
                          <m:r>
                            <a:rPr lang="zh-CN" altLang="en-US" sz="2800" i="1">
                              <a:solidFill>
                                <a:schemeClr val="bg1"/>
                              </a:solidFill>
                              <a:latin typeface="Cambria Math" panose="02040503050406030204" pitchFamily="18" charset="0"/>
                            </a:rPr>
                            <m:t>)</m:t>
                          </m:r>
                        </m:e>
                      </m:d>
                      <m:r>
                        <a:rPr lang="zh-CN" altLang="en-US" sz="2800" i="1" smtClean="0">
                          <a:solidFill>
                            <a:srgbClr val="FFFF00"/>
                          </a:solidFill>
                          <a:latin typeface="Cambria Math" panose="02040503050406030204" pitchFamily="18" charset="0"/>
                        </a:rPr>
                        <m:t>≤</m:t>
                      </m:r>
                      <m:d>
                        <m:dPr>
                          <m:begChr m:val="|"/>
                          <m:endChr m:val="|"/>
                          <m:ctrlPr>
                            <a:rPr lang="zh-CN" altLang="en-US" sz="2800" i="1">
                              <a:solidFill>
                                <a:schemeClr val="bg1"/>
                              </a:solidFill>
                              <a:latin typeface="Cambria Math" panose="02040503050406030204" pitchFamily="18" charset="0"/>
                            </a:rPr>
                          </m:ctrlPr>
                        </m:dPr>
                        <m:e>
                          <m:r>
                            <a:rPr lang="zh-CN" altLang="en-US" sz="2800" i="1">
                              <a:solidFill>
                                <a:schemeClr val="bg1"/>
                              </a:solidFill>
                              <a:latin typeface="Cambria Math" panose="02040503050406030204" pitchFamily="18" charset="0"/>
                            </a:rPr>
                            <m:t>𝑥</m:t>
                          </m:r>
                          <m:r>
                            <a:rPr lang="zh-CN" altLang="en-US" sz="2800" i="1">
                              <a:solidFill>
                                <a:schemeClr val="bg1"/>
                              </a:solidFill>
                              <a:latin typeface="Cambria Math" panose="02040503050406030204" pitchFamily="18" charset="0"/>
                            </a:rPr>
                            <m:t>(</m:t>
                          </m:r>
                          <m:sSub>
                            <m:sSubPr>
                              <m:ctrlPr>
                                <a:rPr lang="zh-CN" altLang="en-US" sz="2800" i="1">
                                  <a:solidFill>
                                    <a:schemeClr val="bg1"/>
                                  </a:solidFill>
                                  <a:latin typeface="Cambria Math" panose="02040503050406030204" pitchFamily="18" charset="0"/>
                                </a:rPr>
                              </m:ctrlPr>
                            </m:sSubPr>
                            <m:e>
                              <m:r>
                                <a:rPr lang="zh-CN" altLang="en-US" sz="2800" i="1">
                                  <a:solidFill>
                                    <a:schemeClr val="bg1"/>
                                  </a:solidFill>
                                  <a:latin typeface="Cambria Math" panose="02040503050406030204" pitchFamily="18" charset="0"/>
                                </a:rPr>
                                <m:t>𝑡</m:t>
                              </m:r>
                            </m:e>
                            <m:sub>
                              <m:r>
                                <a:rPr lang="zh-CN" altLang="en-US" sz="2800" i="1">
                                  <a:solidFill>
                                    <a:schemeClr val="bg1"/>
                                  </a:solidFill>
                                  <a:latin typeface="Cambria Math" panose="02040503050406030204" pitchFamily="18" charset="0"/>
                                </a:rPr>
                                <m:t>0</m:t>
                              </m:r>
                            </m:sub>
                          </m:sSub>
                          <m:r>
                            <a:rPr lang="zh-CN" altLang="en-US" sz="2800" i="1">
                              <a:solidFill>
                                <a:schemeClr val="bg1"/>
                              </a:solidFill>
                              <a:latin typeface="Cambria Math" panose="02040503050406030204" pitchFamily="18" charset="0"/>
                            </a:rPr>
                            <m:t>)</m:t>
                          </m:r>
                        </m:e>
                      </m:d>
                      <m:func>
                        <m:funcPr>
                          <m:ctrlPr>
                            <a:rPr lang="zh-CN" altLang="en-US" sz="2800" i="1" smtClean="0">
                              <a:solidFill>
                                <a:srgbClr val="FFFF00"/>
                              </a:solidFill>
                              <a:latin typeface="Cambria Math" panose="02040503050406030204" pitchFamily="18" charset="0"/>
                            </a:rPr>
                          </m:ctrlPr>
                        </m:funcPr>
                        <m:fName>
                          <m:sSub>
                            <m:sSubPr>
                              <m:ctrlPr>
                                <a:rPr lang="zh-CN" altLang="en-US" sz="2800" i="1">
                                  <a:solidFill>
                                    <a:srgbClr val="FFFF00"/>
                                  </a:solidFill>
                                  <a:latin typeface="Cambria Math" panose="02040503050406030204" pitchFamily="18" charset="0"/>
                                </a:rPr>
                              </m:ctrlPr>
                            </m:sSubPr>
                            <m:e>
                              <m:r>
                                <m:rPr>
                                  <m:sty m:val="p"/>
                                </m:rPr>
                                <a:rPr lang="zh-CN" altLang="en-US" sz="2800" i="0">
                                  <a:solidFill>
                                    <a:srgbClr val="FFFF00"/>
                                  </a:solidFill>
                                  <a:latin typeface="Cambria Math" panose="02040503050406030204" pitchFamily="18" charset="0"/>
                                </a:rPr>
                                <m:t>max</m:t>
                              </m:r>
                            </m:e>
                            <m:sub>
                              <m:r>
                                <a:rPr lang="zh-CN" altLang="en-US" sz="2800" i="1">
                                  <a:solidFill>
                                    <a:srgbClr val="FFFF00"/>
                                  </a:solidFill>
                                  <a:latin typeface="Cambria Math" panose="02040503050406030204" pitchFamily="18" charset="0"/>
                                </a:rPr>
                                <m:t>𝑡</m:t>
                              </m:r>
                              <m:r>
                                <a:rPr lang="zh-CN" altLang="en-US" sz="2800" i="1">
                                  <a:solidFill>
                                    <a:srgbClr val="FFFF00"/>
                                  </a:solidFill>
                                  <a:latin typeface="Cambria Math" panose="02040503050406030204" pitchFamily="18" charset="0"/>
                                </a:rPr>
                                <m:t>≥</m:t>
                              </m:r>
                              <m:sSub>
                                <m:sSubPr>
                                  <m:ctrlPr>
                                    <a:rPr lang="zh-CN" altLang="en-US" sz="2800" i="1">
                                      <a:solidFill>
                                        <a:srgbClr val="FFFF00"/>
                                      </a:solidFill>
                                      <a:latin typeface="Cambria Math" panose="02040503050406030204" pitchFamily="18" charset="0"/>
                                    </a:rPr>
                                  </m:ctrlPr>
                                </m:sSubPr>
                                <m:e>
                                  <m:r>
                                    <a:rPr lang="zh-CN" altLang="en-US" sz="2800" i="1">
                                      <a:solidFill>
                                        <a:srgbClr val="FFFF00"/>
                                      </a:solidFill>
                                      <a:latin typeface="Cambria Math" panose="02040503050406030204" pitchFamily="18" charset="0"/>
                                    </a:rPr>
                                    <m:t>𝑡</m:t>
                                  </m:r>
                                </m:e>
                                <m:sub>
                                  <m:r>
                                    <a:rPr lang="zh-CN" altLang="en-US" sz="2800" i="1">
                                      <a:solidFill>
                                        <a:srgbClr val="FFFF00"/>
                                      </a:solidFill>
                                      <a:latin typeface="Cambria Math" panose="02040503050406030204" pitchFamily="18" charset="0"/>
                                    </a:rPr>
                                    <m:t>0</m:t>
                                  </m:r>
                                </m:sub>
                              </m:sSub>
                            </m:sub>
                          </m:sSub>
                        </m:fName>
                        <m:e>
                          <m:r>
                            <a:rPr lang="zh-CN" altLang="en-US" sz="2800" i="1">
                              <a:solidFill>
                                <a:srgbClr val="FFFF00"/>
                              </a:solidFill>
                              <a:latin typeface="Cambria Math" panose="02040503050406030204" pitchFamily="18" charset="0"/>
                            </a:rPr>
                            <m:t>𝑎</m:t>
                          </m:r>
                        </m:e>
                      </m:func>
                      <m:r>
                        <a:rPr lang="zh-CN" altLang="en-US" sz="2800" i="1">
                          <a:solidFill>
                            <a:srgbClr val="FFFF00"/>
                          </a:solidFill>
                          <a:latin typeface="Cambria Math" panose="02040503050406030204" pitchFamily="18" charset="0"/>
                        </a:rPr>
                        <m:t>(</m:t>
                      </m:r>
                      <m:r>
                        <a:rPr lang="zh-CN" altLang="en-US" sz="2800" i="1">
                          <a:solidFill>
                            <a:srgbClr val="FFFF00"/>
                          </a:solidFill>
                          <a:latin typeface="Cambria Math" panose="02040503050406030204" pitchFamily="18" charset="0"/>
                        </a:rPr>
                        <m:t>𝑡</m:t>
                      </m:r>
                      <m:r>
                        <a:rPr lang="zh-CN" altLang="en-US" sz="2800" i="1">
                          <a:solidFill>
                            <a:srgbClr val="FFFF00"/>
                          </a:solidFill>
                          <a:latin typeface="Cambria Math" panose="02040503050406030204" pitchFamily="18" charset="0"/>
                        </a:rPr>
                        <m:t>,</m:t>
                      </m:r>
                      <m:sSub>
                        <m:sSubPr>
                          <m:ctrlPr>
                            <a:rPr lang="zh-CN" altLang="en-US" sz="2800" i="1">
                              <a:solidFill>
                                <a:srgbClr val="FFFF00"/>
                              </a:solidFill>
                              <a:latin typeface="Cambria Math" panose="02040503050406030204" pitchFamily="18" charset="0"/>
                            </a:rPr>
                          </m:ctrlPr>
                        </m:sSubPr>
                        <m:e>
                          <m:r>
                            <a:rPr lang="zh-CN" altLang="en-US" sz="2800" i="1">
                              <a:solidFill>
                                <a:srgbClr val="FFFF00"/>
                              </a:solidFill>
                              <a:latin typeface="Cambria Math" panose="02040503050406030204" pitchFamily="18" charset="0"/>
                            </a:rPr>
                            <m:t>𝑡</m:t>
                          </m:r>
                        </m:e>
                        <m:sub>
                          <m:r>
                            <a:rPr lang="zh-CN" altLang="en-US" sz="2800" i="1">
                              <a:solidFill>
                                <a:srgbClr val="FFFF00"/>
                              </a:solidFill>
                              <a:latin typeface="Cambria Math" panose="02040503050406030204" pitchFamily="18" charset="0"/>
                            </a:rPr>
                            <m:t>0</m:t>
                          </m:r>
                        </m:sub>
                      </m:sSub>
                      <m:r>
                        <a:rPr lang="zh-CN" altLang="en-US" sz="2800" i="1">
                          <a:solidFill>
                            <a:srgbClr val="FFFF00"/>
                          </a:solidFill>
                          <a:latin typeface="Cambria Math" panose="02040503050406030204" pitchFamily="18" charset="0"/>
                        </a:rPr>
                        <m:t>)</m:t>
                      </m:r>
                    </m:oMath>
                  </m:oMathPara>
                </a14:m>
                <a:endParaRPr lang="zh-CN" altLang="en-US" sz="2800" dirty="0">
                  <a:solidFill>
                    <a:schemeClr val="bg1"/>
                  </a:solidFill>
                </a:endParaRPr>
              </a:p>
            </p:txBody>
          </p:sp>
        </mc:Choice>
        <mc:Fallback xmlns="">
          <p:sp>
            <p:nvSpPr>
              <p:cNvPr id="28" name="对象 27">
                <a:extLst>
                  <a:ext uri="{FF2B5EF4-FFF2-40B4-BE49-F238E27FC236}">
                    <a16:creationId xmlns:a16="http://schemas.microsoft.com/office/drawing/2014/main" id="{81C69224-9706-4E1D-B299-640E38CA24ED}"/>
                  </a:ext>
                </a:extLst>
              </p:cNvPr>
              <p:cNvSpPr txBox="1">
                <a:spLocks noRot="1" noChangeAspect="1" noMove="1" noResize="1" noEditPoints="1" noAdjustHandles="1" noChangeArrowheads="1" noChangeShapeType="1" noTextEdit="1"/>
              </p:cNvSpPr>
              <p:nvPr/>
            </p:nvSpPr>
            <p:spPr bwMode="auto">
              <a:xfrm>
                <a:off x="2051721" y="1158875"/>
                <a:ext cx="5040559" cy="1500005"/>
              </a:xfrm>
              <a:prstGeom prst="rect">
                <a:avLst/>
              </a:prstGeom>
              <a:blipFill>
                <a:blip r:embed="rId4"/>
                <a:stretch>
                  <a:fillRect/>
                </a:stretch>
              </a:blipFill>
              <a:ln>
                <a:no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9" name="对象 28">
                <a:extLst>
                  <a:ext uri="{FF2B5EF4-FFF2-40B4-BE49-F238E27FC236}">
                    <a16:creationId xmlns:a16="http://schemas.microsoft.com/office/drawing/2014/main" id="{551D3A74-3EF5-4D49-A319-2D65EC1D84CD}"/>
                  </a:ext>
                </a:extLst>
              </p:cNvPr>
              <p:cNvSpPr txBox="1"/>
              <p:nvPr/>
            </p:nvSpPr>
            <p:spPr bwMode="auto">
              <a:xfrm>
                <a:off x="457200" y="3478842"/>
                <a:ext cx="8229600" cy="2686462"/>
              </a:xfrm>
              <a:prstGeom prst="rect">
                <a:avLst/>
              </a:prstGeom>
              <a:noFill/>
              <a:ln>
                <a:noFill/>
              </a:ln>
            </p:spPr>
            <p:txBody>
              <a:bodyPr>
                <a:noAutofit/>
              </a:bodyPr>
              <a:lstStyle/>
              <a:p>
                <a:pPr/>
                <a:r>
                  <a:rPr lang="zh-CN" altLang="en-US" sz="2800" b="1" dirty="0">
                    <a:solidFill>
                      <a:schemeClr val="bg1"/>
                    </a:solidFill>
                    <a:latin typeface="Cambria Math" panose="02040503050406030204" pitchFamily="18" charset="0"/>
                  </a:rPr>
                  <a:t>根据上式，可选</a:t>
                </a:r>
                <a:br>
                  <a:rPr lang="en-US" altLang="zh-CN" sz="2800" i="1" dirty="0">
                    <a:solidFill>
                      <a:srgbClr val="FFFF00"/>
                    </a:solidFill>
                    <a:latin typeface="Cambria Math" panose="02040503050406030204" pitchFamily="18" charset="0"/>
                  </a:rPr>
                </a:br>
                <a14:m>
                  <m:oMathPara xmlns:m="http://schemas.openxmlformats.org/officeDocument/2006/math">
                    <m:oMathParaPr>
                      <m:jc m:val="center"/>
                    </m:oMathParaPr>
                    <m:oMath xmlns:m="http://schemas.openxmlformats.org/officeDocument/2006/math">
                      <m:r>
                        <a:rPr lang="zh-CN" altLang="en-US" sz="2800" i="1" smtClean="0">
                          <a:solidFill>
                            <a:srgbClr val="FFFF00"/>
                          </a:solidFill>
                          <a:latin typeface="Cambria Math" panose="02040503050406030204" pitchFamily="18" charset="0"/>
                        </a:rPr>
                        <m:t>𝛿</m:t>
                      </m:r>
                      <m:d>
                        <m:dPr>
                          <m:ctrlPr>
                            <a:rPr lang="zh-CN" altLang="en-US" sz="2800" i="1" smtClean="0">
                              <a:solidFill>
                                <a:srgbClr val="FFFF00"/>
                              </a:solidFill>
                              <a:latin typeface="Cambria Math" panose="02040503050406030204" pitchFamily="18" charset="0"/>
                            </a:rPr>
                          </m:ctrlPr>
                        </m:dPr>
                        <m:e>
                          <m:r>
                            <a:rPr lang="zh-CN" altLang="en-US" sz="2800" i="1" smtClean="0">
                              <a:solidFill>
                                <a:srgbClr val="FFFF00"/>
                              </a:solidFill>
                              <a:latin typeface="Cambria Math" panose="02040503050406030204" pitchFamily="18" charset="0"/>
                            </a:rPr>
                            <m:t>𝜀</m:t>
                          </m:r>
                          <m:r>
                            <a:rPr lang="zh-CN" altLang="en-US" sz="2800" i="1" smtClean="0">
                              <a:solidFill>
                                <a:srgbClr val="FFFF00"/>
                              </a:solidFill>
                              <a:latin typeface="Cambria Math" panose="02040503050406030204" pitchFamily="18" charset="0"/>
                            </a:rPr>
                            <m:t>,</m:t>
                          </m:r>
                          <m:sSub>
                            <m:sSubPr>
                              <m:ctrlPr>
                                <a:rPr lang="zh-CN" altLang="en-US" sz="2800" i="1">
                                  <a:solidFill>
                                    <a:srgbClr val="FFFF00"/>
                                  </a:solidFill>
                                  <a:latin typeface="Cambria Math" panose="02040503050406030204" pitchFamily="18" charset="0"/>
                                </a:rPr>
                              </m:ctrlPr>
                            </m:sSubPr>
                            <m:e>
                              <m:r>
                                <a:rPr lang="zh-CN" altLang="en-US" sz="2800" i="1">
                                  <a:solidFill>
                                    <a:srgbClr val="FFFF00"/>
                                  </a:solidFill>
                                  <a:latin typeface="Cambria Math" panose="02040503050406030204" pitchFamily="18" charset="0"/>
                                </a:rPr>
                                <m:t>𝑡</m:t>
                              </m:r>
                            </m:e>
                            <m:sub>
                              <m:r>
                                <a:rPr lang="zh-CN" altLang="en-US" sz="2800" i="1">
                                  <a:solidFill>
                                    <a:srgbClr val="FFFF00"/>
                                  </a:solidFill>
                                  <a:latin typeface="Cambria Math" panose="02040503050406030204" pitchFamily="18" charset="0"/>
                                </a:rPr>
                                <m:t>0</m:t>
                              </m:r>
                            </m:sub>
                          </m:sSub>
                        </m:e>
                      </m:d>
                      <m:r>
                        <a:rPr lang="zh-CN" altLang="en-US" sz="2800" i="1">
                          <a:solidFill>
                            <a:srgbClr val="FFFF00"/>
                          </a:solidFill>
                          <a:latin typeface="Cambria Math" panose="02040503050406030204" pitchFamily="18" charset="0"/>
                        </a:rPr>
                        <m:t>=</m:t>
                      </m:r>
                      <m:f>
                        <m:fPr>
                          <m:ctrlPr>
                            <a:rPr lang="zh-CN" altLang="en-US" sz="2800" i="1">
                              <a:solidFill>
                                <a:srgbClr val="FFFF00"/>
                              </a:solidFill>
                              <a:latin typeface="Cambria Math" panose="02040503050406030204" pitchFamily="18" charset="0"/>
                            </a:rPr>
                          </m:ctrlPr>
                        </m:fPr>
                        <m:num>
                          <m:r>
                            <a:rPr lang="zh-CN" altLang="en-US" sz="2800" i="1">
                              <a:solidFill>
                                <a:srgbClr val="FFFF00"/>
                              </a:solidFill>
                              <a:latin typeface="Cambria Math" panose="02040503050406030204" pitchFamily="18" charset="0"/>
                            </a:rPr>
                            <m:t>𝜀</m:t>
                          </m:r>
                        </m:num>
                        <m:den>
                          <m:r>
                            <a:rPr lang="zh-CN" altLang="en-US" sz="2800" i="1">
                              <a:solidFill>
                                <a:srgbClr val="FFFF00"/>
                              </a:solidFill>
                              <a:latin typeface="Cambria Math" panose="02040503050406030204" pitchFamily="18" charset="0"/>
                            </a:rPr>
                            <m:t>𝑐</m:t>
                          </m:r>
                          <m:d>
                            <m:dPr>
                              <m:ctrlPr>
                                <a:rPr lang="zh-CN" altLang="en-US" sz="2800" i="1">
                                  <a:solidFill>
                                    <a:srgbClr val="FFFF00"/>
                                  </a:solidFill>
                                  <a:latin typeface="Cambria Math" panose="02040503050406030204" pitchFamily="18" charset="0"/>
                                </a:rPr>
                              </m:ctrlPr>
                            </m:dPr>
                            <m:e>
                              <m:sSub>
                                <m:sSubPr>
                                  <m:ctrlPr>
                                    <a:rPr lang="zh-CN" altLang="en-US" sz="2800" i="1">
                                      <a:solidFill>
                                        <a:srgbClr val="FFFF00"/>
                                      </a:solidFill>
                                      <a:latin typeface="Cambria Math" panose="02040503050406030204" pitchFamily="18" charset="0"/>
                                    </a:rPr>
                                  </m:ctrlPr>
                                </m:sSubPr>
                                <m:e>
                                  <m:r>
                                    <a:rPr lang="zh-CN" altLang="en-US" sz="2800" i="1">
                                      <a:solidFill>
                                        <a:srgbClr val="FFFF00"/>
                                      </a:solidFill>
                                      <a:latin typeface="Cambria Math" panose="02040503050406030204" pitchFamily="18" charset="0"/>
                                    </a:rPr>
                                    <m:t>𝑡</m:t>
                                  </m:r>
                                </m:e>
                                <m:sub>
                                  <m:r>
                                    <a:rPr lang="zh-CN" altLang="en-US" sz="2800" i="1">
                                      <a:solidFill>
                                        <a:srgbClr val="FFFF00"/>
                                      </a:solidFill>
                                      <a:latin typeface="Cambria Math" panose="02040503050406030204" pitchFamily="18" charset="0"/>
                                    </a:rPr>
                                    <m:t>0</m:t>
                                  </m:r>
                                </m:sub>
                              </m:sSub>
                            </m:e>
                          </m:d>
                        </m:den>
                      </m:f>
                    </m:oMath>
                  </m:oMathPara>
                </a14:m>
                <a:br>
                  <a:rPr lang="en-US" altLang="zh-CN" sz="2800" b="1" dirty="0">
                    <a:solidFill>
                      <a:srgbClr val="FFFF00"/>
                    </a:solidFill>
                    <a:latin typeface="Cambria Math" panose="02040503050406030204" pitchFamily="18" charset="0"/>
                  </a:rPr>
                </a:br>
                <a:r>
                  <a:rPr lang="zh-CN" altLang="en-US" sz="2800" b="1" dirty="0">
                    <a:solidFill>
                      <a:schemeClr val="bg1"/>
                    </a:solidFill>
                    <a:latin typeface="Cambria Math" panose="02040503050406030204" pitchFamily="18" charset="0"/>
                  </a:rPr>
                  <a:t>有</a:t>
                </a:r>
                <a:endParaRPr lang="en-US" altLang="zh-CN" sz="2800" b="1" dirty="0">
                  <a:solidFill>
                    <a:schemeClr val="bg1"/>
                  </a:solidFill>
                  <a:latin typeface="Cambria Math" panose="02040503050406030204" pitchFamily="18" charset="0"/>
                </a:endParaRPr>
              </a:p>
              <a:p>
                <a:pPr/>
                <a14:m>
                  <m:oMathPara xmlns:m="http://schemas.openxmlformats.org/officeDocument/2006/math">
                    <m:oMathParaPr>
                      <m:jc m:val="center"/>
                    </m:oMathParaPr>
                    <m:oMath xmlns:m="http://schemas.openxmlformats.org/officeDocument/2006/math">
                      <m:d>
                        <m:dPr>
                          <m:begChr m:val="|"/>
                          <m:endChr m:val="|"/>
                          <m:ctrlPr>
                            <a:rPr lang="zh-CN" altLang="en-US" sz="2800" i="1">
                              <a:solidFill>
                                <a:srgbClr val="FFFF00"/>
                              </a:solidFill>
                              <a:latin typeface="Cambria Math" panose="02040503050406030204" pitchFamily="18" charset="0"/>
                            </a:rPr>
                          </m:ctrlPr>
                        </m:dPr>
                        <m:e>
                          <m:r>
                            <a:rPr lang="zh-CN" altLang="en-US" sz="2800" i="1">
                              <a:solidFill>
                                <a:srgbClr val="FFFF00"/>
                              </a:solidFill>
                              <a:latin typeface="Cambria Math" panose="02040503050406030204" pitchFamily="18" charset="0"/>
                            </a:rPr>
                            <m:t>𝑥</m:t>
                          </m:r>
                          <m:r>
                            <a:rPr lang="zh-CN" altLang="en-US" sz="2800" i="1">
                              <a:solidFill>
                                <a:srgbClr val="FFFF00"/>
                              </a:solidFill>
                              <a:latin typeface="Cambria Math" panose="02040503050406030204" pitchFamily="18" charset="0"/>
                            </a:rPr>
                            <m:t>(</m:t>
                          </m:r>
                          <m:r>
                            <a:rPr lang="zh-CN" altLang="en-US" sz="2800" i="1">
                              <a:solidFill>
                                <a:srgbClr val="FFFF00"/>
                              </a:solidFill>
                              <a:latin typeface="Cambria Math" panose="02040503050406030204" pitchFamily="18" charset="0"/>
                            </a:rPr>
                            <m:t>𝑡</m:t>
                          </m:r>
                          <m:r>
                            <a:rPr lang="zh-CN" altLang="en-US" sz="2800" i="1">
                              <a:solidFill>
                                <a:srgbClr val="FFFF00"/>
                              </a:solidFill>
                              <a:latin typeface="Cambria Math" panose="02040503050406030204" pitchFamily="18" charset="0"/>
                            </a:rPr>
                            <m:t>)</m:t>
                          </m:r>
                        </m:e>
                      </m:d>
                      <m:r>
                        <a:rPr lang="zh-CN" altLang="en-US" sz="2800" i="1" smtClean="0">
                          <a:solidFill>
                            <a:schemeClr val="bg1"/>
                          </a:solidFill>
                          <a:latin typeface="Cambria Math" panose="02040503050406030204" pitchFamily="18" charset="0"/>
                        </a:rPr>
                        <m:t>≤</m:t>
                      </m:r>
                      <m:d>
                        <m:dPr>
                          <m:begChr m:val="|"/>
                          <m:endChr m:val="|"/>
                          <m:ctrlPr>
                            <a:rPr lang="zh-CN" altLang="en-US" sz="2800" i="1">
                              <a:solidFill>
                                <a:schemeClr val="bg1"/>
                              </a:solidFill>
                              <a:latin typeface="Cambria Math" panose="02040503050406030204" pitchFamily="18" charset="0"/>
                            </a:rPr>
                          </m:ctrlPr>
                        </m:dPr>
                        <m:e>
                          <m:r>
                            <a:rPr lang="zh-CN" altLang="en-US" sz="2800" i="1">
                              <a:solidFill>
                                <a:schemeClr val="bg1"/>
                              </a:solidFill>
                              <a:latin typeface="Cambria Math" panose="02040503050406030204" pitchFamily="18" charset="0"/>
                            </a:rPr>
                            <m:t>𝑥</m:t>
                          </m:r>
                          <m:d>
                            <m:dPr>
                              <m:ctrlPr>
                                <a:rPr lang="zh-CN" altLang="en-US" sz="2800" i="1">
                                  <a:solidFill>
                                    <a:schemeClr val="bg1"/>
                                  </a:solidFill>
                                  <a:latin typeface="Cambria Math" panose="02040503050406030204" pitchFamily="18" charset="0"/>
                                </a:rPr>
                              </m:ctrlPr>
                            </m:dPr>
                            <m:e>
                              <m:sSub>
                                <m:sSubPr>
                                  <m:ctrlPr>
                                    <a:rPr lang="zh-CN" altLang="en-US" sz="2800" i="1">
                                      <a:solidFill>
                                        <a:schemeClr val="bg1"/>
                                      </a:solidFill>
                                      <a:latin typeface="Cambria Math" panose="02040503050406030204" pitchFamily="18" charset="0"/>
                                    </a:rPr>
                                  </m:ctrlPr>
                                </m:sSubPr>
                                <m:e>
                                  <m:r>
                                    <a:rPr lang="zh-CN" altLang="en-US" sz="2800" i="1">
                                      <a:solidFill>
                                        <a:schemeClr val="bg1"/>
                                      </a:solidFill>
                                      <a:latin typeface="Cambria Math" panose="02040503050406030204" pitchFamily="18" charset="0"/>
                                    </a:rPr>
                                    <m:t>𝑡</m:t>
                                  </m:r>
                                </m:e>
                                <m:sub>
                                  <m:r>
                                    <a:rPr lang="zh-CN" altLang="en-US" sz="2800" i="1">
                                      <a:solidFill>
                                        <a:schemeClr val="bg1"/>
                                      </a:solidFill>
                                      <a:latin typeface="Cambria Math" panose="02040503050406030204" pitchFamily="18" charset="0"/>
                                    </a:rPr>
                                    <m:t>0</m:t>
                                  </m:r>
                                </m:sub>
                              </m:sSub>
                            </m:e>
                          </m:d>
                        </m:e>
                      </m:d>
                      <m:f>
                        <m:fPr>
                          <m:ctrlPr>
                            <a:rPr lang="zh-CN" altLang="en-US" sz="2800" i="1">
                              <a:solidFill>
                                <a:schemeClr val="bg1"/>
                              </a:solidFill>
                              <a:latin typeface="Cambria Math" panose="02040503050406030204" pitchFamily="18" charset="0"/>
                            </a:rPr>
                          </m:ctrlPr>
                        </m:fPr>
                        <m:num>
                          <m:r>
                            <a:rPr lang="zh-CN" altLang="en-US" sz="2800" i="1">
                              <a:solidFill>
                                <a:schemeClr val="bg1"/>
                              </a:solidFill>
                              <a:latin typeface="Cambria Math" panose="02040503050406030204" pitchFamily="18" charset="0"/>
                            </a:rPr>
                            <m:t>𝜀</m:t>
                          </m:r>
                        </m:num>
                        <m:den>
                          <m:r>
                            <a:rPr lang="zh-CN" altLang="en-US" sz="2800" i="1">
                              <a:solidFill>
                                <a:schemeClr val="bg1"/>
                              </a:solidFill>
                              <a:latin typeface="Cambria Math" panose="02040503050406030204" pitchFamily="18" charset="0"/>
                            </a:rPr>
                            <m:t>𝑐</m:t>
                          </m:r>
                          <m:d>
                            <m:dPr>
                              <m:ctrlPr>
                                <a:rPr lang="zh-CN" altLang="en-US" sz="2800" i="1">
                                  <a:solidFill>
                                    <a:schemeClr val="bg1"/>
                                  </a:solidFill>
                                  <a:latin typeface="Cambria Math" panose="02040503050406030204" pitchFamily="18" charset="0"/>
                                </a:rPr>
                              </m:ctrlPr>
                            </m:dPr>
                            <m:e>
                              <m:sSub>
                                <m:sSubPr>
                                  <m:ctrlPr>
                                    <a:rPr lang="zh-CN" altLang="en-US" sz="2800" i="1">
                                      <a:solidFill>
                                        <a:schemeClr val="bg1"/>
                                      </a:solidFill>
                                      <a:latin typeface="Cambria Math" panose="02040503050406030204" pitchFamily="18" charset="0"/>
                                    </a:rPr>
                                  </m:ctrlPr>
                                </m:sSubPr>
                                <m:e>
                                  <m:r>
                                    <a:rPr lang="zh-CN" altLang="en-US" sz="2800" i="1">
                                      <a:solidFill>
                                        <a:schemeClr val="bg1"/>
                                      </a:solidFill>
                                      <a:latin typeface="Cambria Math" panose="02040503050406030204" pitchFamily="18" charset="0"/>
                                    </a:rPr>
                                    <m:t>𝑡</m:t>
                                  </m:r>
                                </m:e>
                                <m:sub>
                                  <m:r>
                                    <a:rPr lang="zh-CN" altLang="en-US" sz="2800" i="1">
                                      <a:solidFill>
                                        <a:schemeClr val="bg1"/>
                                      </a:solidFill>
                                      <a:latin typeface="Cambria Math" panose="02040503050406030204" pitchFamily="18" charset="0"/>
                                    </a:rPr>
                                    <m:t>0</m:t>
                                  </m:r>
                                </m:sub>
                              </m:sSub>
                            </m:e>
                          </m:d>
                        </m:den>
                      </m:f>
                      <m:r>
                        <a:rPr lang="zh-CN" altLang="en-US" sz="2800" i="1">
                          <a:solidFill>
                            <a:srgbClr val="FFFF00"/>
                          </a:solidFill>
                          <a:latin typeface="Cambria Math" panose="02040503050406030204" pitchFamily="18" charset="0"/>
                        </a:rPr>
                        <m:t>&lt;</m:t>
                      </m:r>
                      <m:r>
                        <a:rPr lang="zh-CN" altLang="en-US" sz="2800" i="1">
                          <a:solidFill>
                            <a:srgbClr val="FFFF00"/>
                          </a:solidFill>
                          <a:latin typeface="Cambria Math" panose="02040503050406030204" pitchFamily="18" charset="0"/>
                        </a:rPr>
                        <m:t>𝜀</m:t>
                      </m:r>
                      <m:r>
                        <a:rPr lang="zh-CN" altLang="en-US" sz="2800" i="1">
                          <a:solidFill>
                            <a:srgbClr val="FFFF00"/>
                          </a:solidFill>
                          <a:latin typeface="Cambria Math" panose="02040503050406030204" pitchFamily="18" charset="0"/>
                        </a:rPr>
                        <m:t>,   ∀ </m:t>
                      </m:r>
                      <m:d>
                        <m:dPr>
                          <m:begChr m:val="|"/>
                          <m:endChr m:val="|"/>
                          <m:ctrlPr>
                            <a:rPr lang="zh-CN" altLang="en-US" sz="2800" i="1">
                              <a:solidFill>
                                <a:srgbClr val="FFFF00"/>
                              </a:solidFill>
                              <a:latin typeface="Cambria Math" panose="02040503050406030204" pitchFamily="18" charset="0"/>
                            </a:rPr>
                          </m:ctrlPr>
                        </m:dPr>
                        <m:e>
                          <m:r>
                            <a:rPr lang="zh-CN" altLang="en-US" sz="2800" i="1">
                              <a:solidFill>
                                <a:srgbClr val="FFFF00"/>
                              </a:solidFill>
                              <a:latin typeface="Cambria Math" panose="02040503050406030204" pitchFamily="18" charset="0"/>
                            </a:rPr>
                            <m:t>𝑥</m:t>
                          </m:r>
                          <m:r>
                            <a:rPr lang="zh-CN" altLang="en-US" sz="2800" i="1">
                              <a:solidFill>
                                <a:srgbClr val="FFFF00"/>
                              </a:solidFill>
                              <a:latin typeface="Cambria Math" panose="02040503050406030204" pitchFamily="18" charset="0"/>
                            </a:rPr>
                            <m:t>(</m:t>
                          </m:r>
                          <m:sSub>
                            <m:sSubPr>
                              <m:ctrlPr>
                                <a:rPr lang="zh-CN" altLang="en-US" sz="2800" i="1">
                                  <a:solidFill>
                                    <a:srgbClr val="FFFF00"/>
                                  </a:solidFill>
                                  <a:latin typeface="Cambria Math" panose="02040503050406030204" pitchFamily="18" charset="0"/>
                                </a:rPr>
                              </m:ctrlPr>
                            </m:sSubPr>
                            <m:e>
                              <m:r>
                                <a:rPr lang="zh-CN" altLang="en-US" sz="2800" i="1">
                                  <a:solidFill>
                                    <a:srgbClr val="FFFF00"/>
                                  </a:solidFill>
                                  <a:latin typeface="Cambria Math" panose="02040503050406030204" pitchFamily="18" charset="0"/>
                                </a:rPr>
                                <m:t>𝑡</m:t>
                              </m:r>
                            </m:e>
                            <m:sub>
                              <m:r>
                                <a:rPr lang="zh-CN" altLang="en-US" sz="2800" i="1">
                                  <a:solidFill>
                                    <a:srgbClr val="FFFF00"/>
                                  </a:solidFill>
                                  <a:latin typeface="Cambria Math" panose="02040503050406030204" pitchFamily="18" charset="0"/>
                                </a:rPr>
                                <m:t>0</m:t>
                              </m:r>
                            </m:sub>
                          </m:sSub>
                          <m:r>
                            <a:rPr lang="zh-CN" altLang="en-US" sz="2800" i="1">
                              <a:solidFill>
                                <a:srgbClr val="FFFF00"/>
                              </a:solidFill>
                              <a:latin typeface="Cambria Math" panose="02040503050406030204" pitchFamily="18" charset="0"/>
                            </a:rPr>
                            <m:t>)</m:t>
                          </m:r>
                        </m:e>
                      </m:d>
                      <m:r>
                        <a:rPr lang="zh-CN" altLang="en-US" sz="2800" i="1">
                          <a:solidFill>
                            <a:srgbClr val="FFFF00"/>
                          </a:solidFill>
                          <a:latin typeface="Cambria Math" panose="02040503050406030204" pitchFamily="18" charset="0"/>
                        </a:rPr>
                        <m:t>&lt;</m:t>
                      </m:r>
                      <m:r>
                        <a:rPr lang="zh-CN" altLang="en-US" sz="2800" i="1">
                          <a:solidFill>
                            <a:srgbClr val="FFFF00"/>
                          </a:solidFill>
                          <a:latin typeface="Cambria Math" panose="02040503050406030204" pitchFamily="18" charset="0"/>
                        </a:rPr>
                        <m:t>𝛿</m:t>
                      </m:r>
                      <m:r>
                        <a:rPr lang="zh-CN" altLang="en-US" sz="2800" i="1">
                          <a:solidFill>
                            <a:srgbClr val="FFFF00"/>
                          </a:solidFill>
                          <a:latin typeface="Cambria Math" panose="02040503050406030204" pitchFamily="18" charset="0"/>
                        </a:rPr>
                        <m:t>(</m:t>
                      </m:r>
                      <m:r>
                        <a:rPr lang="zh-CN" altLang="en-US" sz="2800" i="1">
                          <a:solidFill>
                            <a:srgbClr val="FFFF00"/>
                          </a:solidFill>
                          <a:latin typeface="Cambria Math" panose="02040503050406030204" pitchFamily="18" charset="0"/>
                        </a:rPr>
                        <m:t>𝜀</m:t>
                      </m:r>
                      <m:r>
                        <a:rPr lang="zh-CN" altLang="en-US" sz="2800" i="1">
                          <a:solidFill>
                            <a:srgbClr val="FFFF00"/>
                          </a:solidFill>
                          <a:latin typeface="Cambria Math" panose="02040503050406030204" pitchFamily="18" charset="0"/>
                        </a:rPr>
                        <m:t>,</m:t>
                      </m:r>
                      <m:sSub>
                        <m:sSubPr>
                          <m:ctrlPr>
                            <a:rPr lang="zh-CN" altLang="en-US" sz="2800" i="1">
                              <a:solidFill>
                                <a:srgbClr val="FFFF00"/>
                              </a:solidFill>
                              <a:latin typeface="Cambria Math" panose="02040503050406030204" pitchFamily="18" charset="0"/>
                            </a:rPr>
                          </m:ctrlPr>
                        </m:sSubPr>
                        <m:e>
                          <m:r>
                            <a:rPr lang="zh-CN" altLang="en-US" sz="2800" i="1">
                              <a:solidFill>
                                <a:srgbClr val="FFFF00"/>
                              </a:solidFill>
                              <a:latin typeface="Cambria Math" panose="02040503050406030204" pitchFamily="18" charset="0"/>
                            </a:rPr>
                            <m:t>𝑡</m:t>
                          </m:r>
                        </m:e>
                        <m:sub>
                          <m:r>
                            <a:rPr lang="zh-CN" altLang="en-US" sz="2800" i="1">
                              <a:solidFill>
                                <a:srgbClr val="FFFF00"/>
                              </a:solidFill>
                              <a:latin typeface="Cambria Math" panose="02040503050406030204" pitchFamily="18" charset="0"/>
                            </a:rPr>
                            <m:t>0</m:t>
                          </m:r>
                        </m:sub>
                      </m:sSub>
                      <m:r>
                        <a:rPr lang="zh-CN" altLang="en-US" sz="2800" i="1">
                          <a:solidFill>
                            <a:srgbClr val="FFFF00"/>
                          </a:solidFill>
                          <a:latin typeface="Cambria Math" panose="02040503050406030204" pitchFamily="18" charset="0"/>
                        </a:rPr>
                        <m:t>)</m:t>
                      </m:r>
                    </m:oMath>
                  </m:oMathPara>
                </a14:m>
                <a:endParaRPr lang="zh-CN" altLang="en-US" sz="2800" dirty="0">
                  <a:solidFill>
                    <a:srgbClr val="FFFF00"/>
                  </a:solidFill>
                </a:endParaRPr>
              </a:p>
            </p:txBody>
          </p:sp>
        </mc:Choice>
        <mc:Fallback xmlns="">
          <p:sp>
            <p:nvSpPr>
              <p:cNvPr id="29" name="对象 28">
                <a:extLst>
                  <a:ext uri="{FF2B5EF4-FFF2-40B4-BE49-F238E27FC236}">
                    <a16:creationId xmlns:a16="http://schemas.microsoft.com/office/drawing/2014/main" id="{551D3A74-3EF5-4D49-A319-2D65EC1D84CD}"/>
                  </a:ext>
                </a:extLst>
              </p:cNvPr>
              <p:cNvSpPr txBox="1">
                <a:spLocks noRot="1" noChangeAspect="1" noMove="1" noResize="1" noEditPoints="1" noAdjustHandles="1" noChangeArrowheads="1" noChangeShapeType="1" noTextEdit="1"/>
              </p:cNvSpPr>
              <p:nvPr/>
            </p:nvSpPr>
            <p:spPr bwMode="auto">
              <a:xfrm>
                <a:off x="457200" y="3478842"/>
                <a:ext cx="8229600" cy="2686462"/>
              </a:xfrm>
              <a:prstGeom prst="rect">
                <a:avLst/>
              </a:prstGeom>
              <a:blipFill>
                <a:blip r:embed="rId5"/>
                <a:stretch>
                  <a:fillRect l="-1481" t="-2500"/>
                </a:stretch>
              </a:blipFill>
              <a:ln>
                <a:no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7" name="对象 36">
                <a:extLst>
                  <a:ext uri="{FF2B5EF4-FFF2-40B4-BE49-F238E27FC236}">
                    <a16:creationId xmlns:a16="http://schemas.microsoft.com/office/drawing/2014/main" id="{0FDDC9E1-E5A3-4744-9709-9580FFDCCF93}"/>
                  </a:ext>
                </a:extLst>
              </p:cNvPr>
              <p:cNvSpPr txBox="1"/>
              <p:nvPr/>
            </p:nvSpPr>
            <p:spPr bwMode="auto">
              <a:xfrm>
                <a:off x="2051721" y="2780730"/>
                <a:ext cx="5040559" cy="576262"/>
              </a:xfrm>
              <a:prstGeom prst="rect">
                <a:avLst/>
              </a:prstGeom>
              <a:noFill/>
              <a:ln>
                <a:noFill/>
              </a:ln>
            </p:spPr>
            <p:txBody>
              <a:bodyPr>
                <a:noAutofit/>
              </a:bodyPr>
              <a:lstStyle/>
              <a:p>
                <a:pPr/>
                <a14:m>
                  <m:oMathPara xmlns:m="http://schemas.openxmlformats.org/officeDocument/2006/math">
                    <m:oMathParaPr>
                      <m:jc m:val="left"/>
                    </m:oMathParaPr>
                    <m:oMath xmlns:m="http://schemas.openxmlformats.org/officeDocument/2006/math">
                      <m:d>
                        <m:dPr>
                          <m:begChr m:val="|"/>
                          <m:endChr m:val="|"/>
                          <m:ctrlPr>
                            <a:rPr lang="zh-CN" altLang="en-US" sz="2800" i="1" smtClean="0">
                              <a:solidFill>
                                <a:srgbClr val="FFFF00"/>
                              </a:solidFill>
                              <a:latin typeface="Cambria Math" panose="02040503050406030204" pitchFamily="18" charset="0"/>
                            </a:rPr>
                          </m:ctrlPr>
                        </m:dPr>
                        <m:e>
                          <m:r>
                            <a:rPr lang="zh-CN" altLang="en-US" sz="2800" i="1">
                              <a:solidFill>
                                <a:srgbClr val="FFFF00"/>
                              </a:solidFill>
                              <a:latin typeface="Cambria Math" panose="02040503050406030204" pitchFamily="18" charset="0"/>
                            </a:rPr>
                            <m:t>𝑥</m:t>
                          </m:r>
                          <m:r>
                            <a:rPr lang="zh-CN" altLang="en-US" sz="2800" i="1">
                              <a:solidFill>
                                <a:srgbClr val="FFFF00"/>
                              </a:solidFill>
                              <a:latin typeface="Cambria Math" panose="02040503050406030204" pitchFamily="18" charset="0"/>
                            </a:rPr>
                            <m:t>(</m:t>
                          </m:r>
                          <m:r>
                            <a:rPr lang="zh-CN" altLang="en-US" sz="2800" i="1">
                              <a:solidFill>
                                <a:srgbClr val="FFFF00"/>
                              </a:solidFill>
                              <a:latin typeface="Cambria Math" panose="02040503050406030204" pitchFamily="18" charset="0"/>
                            </a:rPr>
                            <m:t>𝑡</m:t>
                          </m:r>
                          <m:r>
                            <a:rPr lang="zh-CN" altLang="en-US" sz="2800" i="1">
                              <a:solidFill>
                                <a:srgbClr val="FFFF00"/>
                              </a:solidFill>
                              <a:latin typeface="Cambria Math" panose="02040503050406030204" pitchFamily="18" charset="0"/>
                            </a:rPr>
                            <m:t>)</m:t>
                          </m:r>
                        </m:e>
                      </m:d>
                      <m:r>
                        <a:rPr lang="zh-CN" altLang="en-US" sz="2800" i="1">
                          <a:solidFill>
                            <a:srgbClr val="FFFF00"/>
                          </a:solidFill>
                          <a:latin typeface="Cambria Math" panose="02040503050406030204" pitchFamily="18" charset="0"/>
                        </a:rPr>
                        <m:t>≤</m:t>
                      </m:r>
                      <m:d>
                        <m:dPr>
                          <m:begChr m:val="|"/>
                          <m:endChr m:val="|"/>
                          <m:ctrlPr>
                            <a:rPr lang="zh-CN" altLang="en-US" sz="2800" i="1">
                              <a:solidFill>
                                <a:srgbClr val="FFFF00"/>
                              </a:solidFill>
                              <a:latin typeface="Cambria Math" panose="02040503050406030204" pitchFamily="18" charset="0"/>
                            </a:rPr>
                          </m:ctrlPr>
                        </m:dPr>
                        <m:e>
                          <m:r>
                            <a:rPr lang="zh-CN" altLang="en-US" sz="2800" i="1">
                              <a:solidFill>
                                <a:srgbClr val="FFFF00"/>
                              </a:solidFill>
                              <a:latin typeface="Cambria Math" panose="02040503050406030204" pitchFamily="18" charset="0"/>
                            </a:rPr>
                            <m:t>𝑥</m:t>
                          </m:r>
                          <m:r>
                            <a:rPr lang="zh-CN" altLang="en-US" sz="2800" i="1">
                              <a:solidFill>
                                <a:srgbClr val="FFFF00"/>
                              </a:solidFill>
                              <a:latin typeface="Cambria Math" panose="02040503050406030204" pitchFamily="18" charset="0"/>
                            </a:rPr>
                            <m:t>(</m:t>
                          </m:r>
                          <m:sSub>
                            <m:sSubPr>
                              <m:ctrlPr>
                                <a:rPr lang="zh-CN" altLang="en-US" sz="2800" i="1">
                                  <a:solidFill>
                                    <a:srgbClr val="FFFF00"/>
                                  </a:solidFill>
                                  <a:latin typeface="Cambria Math" panose="02040503050406030204" pitchFamily="18" charset="0"/>
                                </a:rPr>
                              </m:ctrlPr>
                            </m:sSubPr>
                            <m:e>
                              <m:r>
                                <a:rPr lang="zh-CN" altLang="en-US" sz="2800" i="1">
                                  <a:solidFill>
                                    <a:srgbClr val="FFFF00"/>
                                  </a:solidFill>
                                  <a:latin typeface="Cambria Math" panose="02040503050406030204" pitchFamily="18" charset="0"/>
                                </a:rPr>
                                <m:t>𝑡</m:t>
                              </m:r>
                            </m:e>
                            <m:sub>
                              <m:r>
                                <a:rPr lang="zh-CN" altLang="en-US" sz="2800" i="1">
                                  <a:solidFill>
                                    <a:srgbClr val="FFFF00"/>
                                  </a:solidFill>
                                  <a:latin typeface="Cambria Math" panose="02040503050406030204" pitchFamily="18" charset="0"/>
                                </a:rPr>
                                <m:t>0</m:t>
                              </m:r>
                            </m:sub>
                          </m:sSub>
                          <m:r>
                            <a:rPr lang="zh-CN" altLang="en-US" sz="2800" i="1">
                              <a:solidFill>
                                <a:srgbClr val="FFFF00"/>
                              </a:solidFill>
                              <a:latin typeface="Cambria Math" panose="02040503050406030204" pitchFamily="18" charset="0"/>
                            </a:rPr>
                            <m:t>)</m:t>
                          </m:r>
                        </m:e>
                      </m:d>
                      <m:r>
                        <a:rPr lang="zh-CN" altLang="en-US" sz="2800" i="1">
                          <a:solidFill>
                            <a:srgbClr val="FFFF00"/>
                          </a:solidFill>
                          <a:latin typeface="Cambria Math" panose="02040503050406030204" pitchFamily="18" charset="0"/>
                        </a:rPr>
                        <m:t>𝑐</m:t>
                      </m:r>
                      <m:r>
                        <a:rPr lang="zh-CN" altLang="en-US" sz="2800" i="1">
                          <a:solidFill>
                            <a:srgbClr val="FFFF00"/>
                          </a:solidFill>
                          <a:latin typeface="Cambria Math" panose="02040503050406030204" pitchFamily="18" charset="0"/>
                        </a:rPr>
                        <m:t>(</m:t>
                      </m:r>
                      <m:sSub>
                        <m:sSubPr>
                          <m:ctrlPr>
                            <a:rPr lang="zh-CN" altLang="en-US" sz="2800" i="1">
                              <a:solidFill>
                                <a:srgbClr val="FFFF00"/>
                              </a:solidFill>
                              <a:latin typeface="Cambria Math" panose="02040503050406030204" pitchFamily="18" charset="0"/>
                            </a:rPr>
                          </m:ctrlPr>
                        </m:sSubPr>
                        <m:e>
                          <m:r>
                            <a:rPr lang="zh-CN" altLang="en-US" sz="2800" i="1">
                              <a:solidFill>
                                <a:srgbClr val="FFFF00"/>
                              </a:solidFill>
                              <a:latin typeface="Cambria Math" panose="02040503050406030204" pitchFamily="18" charset="0"/>
                            </a:rPr>
                            <m:t>𝑡</m:t>
                          </m:r>
                        </m:e>
                        <m:sub>
                          <m:r>
                            <a:rPr lang="zh-CN" altLang="en-US" sz="2800" i="1">
                              <a:solidFill>
                                <a:srgbClr val="FFFF00"/>
                              </a:solidFill>
                              <a:latin typeface="Cambria Math" panose="02040503050406030204" pitchFamily="18" charset="0"/>
                            </a:rPr>
                            <m:t>0</m:t>
                          </m:r>
                        </m:sub>
                      </m:sSub>
                      <m:r>
                        <a:rPr lang="zh-CN" altLang="en-US" sz="2800" i="1">
                          <a:solidFill>
                            <a:srgbClr val="FFFF00"/>
                          </a:solidFill>
                          <a:latin typeface="Cambria Math" panose="02040503050406030204" pitchFamily="18" charset="0"/>
                        </a:rPr>
                        <m:t>),   ∀</m:t>
                      </m:r>
                      <m:r>
                        <a:rPr lang="zh-CN" altLang="en-US" sz="2800" i="1">
                          <a:solidFill>
                            <a:srgbClr val="FFFF00"/>
                          </a:solidFill>
                          <a:latin typeface="Cambria Math" panose="02040503050406030204" pitchFamily="18" charset="0"/>
                        </a:rPr>
                        <m:t>𝑡</m:t>
                      </m:r>
                      <m:r>
                        <a:rPr lang="zh-CN" altLang="en-US" sz="2800" i="1">
                          <a:solidFill>
                            <a:srgbClr val="FFFF00"/>
                          </a:solidFill>
                          <a:latin typeface="Cambria Math" panose="02040503050406030204" pitchFamily="18" charset="0"/>
                        </a:rPr>
                        <m:t>≥</m:t>
                      </m:r>
                      <m:sSub>
                        <m:sSubPr>
                          <m:ctrlPr>
                            <a:rPr lang="zh-CN" altLang="en-US" sz="2800" i="1">
                              <a:solidFill>
                                <a:srgbClr val="FFFF00"/>
                              </a:solidFill>
                              <a:latin typeface="Cambria Math" panose="02040503050406030204" pitchFamily="18" charset="0"/>
                            </a:rPr>
                          </m:ctrlPr>
                        </m:sSubPr>
                        <m:e>
                          <m:r>
                            <a:rPr lang="zh-CN" altLang="en-US" sz="2800" i="1">
                              <a:solidFill>
                                <a:srgbClr val="FFFF00"/>
                              </a:solidFill>
                              <a:latin typeface="Cambria Math" panose="02040503050406030204" pitchFamily="18" charset="0"/>
                            </a:rPr>
                            <m:t>𝑡</m:t>
                          </m:r>
                        </m:e>
                        <m:sub>
                          <m:r>
                            <a:rPr lang="zh-CN" altLang="en-US" sz="2800" i="1">
                              <a:solidFill>
                                <a:srgbClr val="FFFF00"/>
                              </a:solidFill>
                              <a:latin typeface="Cambria Math" panose="02040503050406030204" pitchFamily="18" charset="0"/>
                            </a:rPr>
                            <m:t>0</m:t>
                          </m:r>
                        </m:sub>
                      </m:sSub>
                    </m:oMath>
                  </m:oMathPara>
                </a14:m>
                <a:endParaRPr lang="zh-CN" altLang="en-US" sz="2800" dirty="0">
                  <a:solidFill>
                    <a:srgbClr val="FFFF00"/>
                  </a:solidFill>
                </a:endParaRPr>
              </a:p>
            </p:txBody>
          </p:sp>
        </mc:Choice>
        <mc:Fallback xmlns="">
          <p:sp>
            <p:nvSpPr>
              <p:cNvPr id="37" name="对象 36">
                <a:extLst>
                  <a:ext uri="{FF2B5EF4-FFF2-40B4-BE49-F238E27FC236}">
                    <a16:creationId xmlns:a16="http://schemas.microsoft.com/office/drawing/2014/main" id="{0FDDC9E1-E5A3-4744-9709-9580FFDCCF93}"/>
                  </a:ext>
                </a:extLst>
              </p:cNvPr>
              <p:cNvSpPr txBox="1">
                <a:spLocks noRot="1" noChangeAspect="1" noMove="1" noResize="1" noEditPoints="1" noAdjustHandles="1" noChangeArrowheads="1" noChangeShapeType="1" noTextEdit="1"/>
              </p:cNvSpPr>
              <p:nvPr/>
            </p:nvSpPr>
            <p:spPr bwMode="auto">
              <a:xfrm>
                <a:off x="2051721" y="2780730"/>
                <a:ext cx="5040559" cy="576262"/>
              </a:xfrm>
              <a:prstGeom prst="rect">
                <a:avLst/>
              </a:prstGeom>
              <a:blipFill>
                <a:blip r:embed="rId6"/>
                <a:stretch>
                  <a:fillRect/>
                </a:stretch>
              </a:blipFill>
              <a:ln>
                <a:noFill/>
              </a:ln>
            </p:spPr>
            <p:txBody>
              <a:bodyPr/>
              <a:lstStyle/>
              <a:p>
                <a:r>
                  <a:rPr lang="zh-CN" altLang="en-US">
                    <a:noFill/>
                  </a:rPr>
                  <a:t> </a:t>
                </a:r>
              </a:p>
            </p:txBody>
          </p:sp>
        </mc:Fallback>
      </mc:AlternateContent>
      <p:sp>
        <p:nvSpPr>
          <p:cNvPr id="19" name="日期占位符 3"/>
          <p:cNvSpPr txBox="1">
            <a:spLocks/>
          </p:cNvSpPr>
          <p:nvPr/>
        </p:nvSpPr>
        <p:spPr>
          <a:xfrm>
            <a:off x="457200" y="6476999"/>
            <a:ext cx="2133600" cy="274320"/>
          </a:xfrm>
          <a:prstGeom prst="rect">
            <a:avLst/>
          </a:prstGeom>
        </p:spPr>
        <p:txBody>
          <a:bodyPr vert="horz" lIns="109728" rIns="45720" bIns="0" rtlCol="0" anchor="b"/>
          <a:lstStyle>
            <a:defPPr>
              <a:defRPr lang="zh-CN"/>
            </a:defPPr>
            <a:lvl1pPr marL="0" algn="l" defTabSz="914400" rtl="0" eaLnBrk="1" latinLnBrk="0" hangingPunct="1">
              <a:defRPr kumimoji="0" sz="1800" kern="1200">
                <a:solidFill>
                  <a:srgbClr val="FF0000"/>
                </a:solidFill>
                <a:latin typeface="Times New Roman" pitchFamily="18" charset="0"/>
                <a:ea typeface="+mn-ea"/>
                <a:cs typeface="Times New Roman" pitchFamily="18"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dirty="0"/>
          </a:p>
        </p:txBody>
      </p:sp>
    </p:spTree>
    <p:custDataLst>
      <p:tags r:id="rId1"/>
    </p:custDataLst>
    <p:extLst>
      <p:ext uri="{BB962C8B-B14F-4D97-AF65-F5344CB8AC3E}">
        <p14:creationId xmlns:p14="http://schemas.microsoft.com/office/powerpoint/2010/main" val="37959538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zh-CN" altLang="en-US" dirty="0"/>
              <a:t>稳定的一致性：例</a:t>
            </a:r>
          </a:p>
        </p:txBody>
      </p:sp>
      <p:sp>
        <p:nvSpPr>
          <p:cNvPr id="7" name="灯片编号占位符 6"/>
          <p:cNvSpPr>
            <a:spLocks noGrp="1"/>
          </p:cNvSpPr>
          <p:nvPr>
            <p:ph type="sldNum" sz="quarter" idx="12"/>
          </p:nvPr>
        </p:nvSpPr>
        <p:spPr/>
        <p:txBody>
          <a:bodyPr/>
          <a:lstStyle/>
          <a:p>
            <a:fld id="{58C210BB-F110-452C-89E7-9EA0A8D47DCE}" type="slidenum">
              <a:rPr lang="zh-CN" altLang="en-US" smtClean="0"/>
              <a:pPr/>
              <a:t>14</a:t>
            </a:fld>
            <a:endParaRPr lang="zh-CN" altLang="en-US" dirty="0"/>
          </a:p>
        </p:txBody>
      </p:sp>
      <mc:AlternateContent xmlns:mc="http://schemas.openxmlformats.org/markup-compatibility/2006" xmlns:a14="http://schemas.microsoft.com/office/drawing/2010/main">
        <mc:Choice Requires="a14">
          <p:sp>
            <p:nvSpPr>
              <p:cNvPr id="28" name="对象 27">
                <a:extLst>
                  <a:ext uri="{FF2B5EF4-FFF2-40B4-BE49-F238E27FC236}">
                    <a16:creationId xmlns:a16="http://schemas.microsoft.com/office/drawing/2014/main" id="{81C69224-9706-4E1D-B299-640E38CA24ED}"/>
                  </a:ext>
                </a:extLst>
              </p:cNvPr>
              <p:cNvSpPr txBox="1"/>
              <p:nvPr/>
            </p:nvSpPr>
            <p:spPr bwMode="auto">
              <a:xfrm>
                <a:off x="791580" y="1158875"/>
                <a:ext cx="7560840" cy="720001"/>
              </a:xfrm>
              <a:prstGeom prst="rect">
                <a:avLst/>
              </a:prstGeom>
              <a:noFill/>
              <a:ln>
                <a:noFill/>
              </a:ln>
            </p:spPr>
            <p:txBody>
              <a:bodyPr>
                <a:noAutofit/>
              </a:bodyPr>
              <a:lstStyle/>
              <a:p>
                <a:pPr/>
                <a14:m>
                  <m:oMathPara xmlns:m="http://schemas.openxmlformats.org/officeDocument/2006/math">
                    <m:oMathParaPr>
                      <m:jc m:val="center"/>
                    </m:oMathParaPr>
                    <m:oMath xmlns:m="http://schemas.openxmlformats.org/officeDocument/2006/math">
                      <m:r>
                        <a:rPr lang="en-US" altLang="zh-CN" sz="2800" b="0" i="1" smtClean="0">
                          <a:solidFill>
                            <a:srgbClr val="FFFF00"/>
                          </a:solidFill>
                          <a:latin typeface="Cambria Math" panose="02040503050406030204" pitchFamily="18" charset="0"/>
                        </a:rPr>
                        <m:t>𝑎</m:t>
                      </m:r>
                      <m:d>
                        <m:dPr>
                          <m:ctrlPr>
                            <a:rPr lang="zh-CN" altLang="en-US" sz="2800" b="0" i="1" smtClean="0">
                              <a:solidFill>
                                <a:srgbClr val="FFFF00"/>
                              </a:solidFill>
                              <a:latin typeface="Cambria Math" panose="02040503050406030204" pitchFamily="18" charset="0"/>
                            </a:rPr>
                          </m:ctrlPr>
                        </m:dPr>
                        <m:e>
                          <m:r>
                            <a:rPr lang="zh-CN" altLang="en-US" sz="2800" i="1">
                              <a:solidFill>
                                <a:srgbClr val="FFFF00"/>
                              </a:solidFill>
                              <a:latin typeface="Cambria Math" panose="02040503050406030204" pitchFamily="18" charset="0"/>
                            </a:rPr>
                            <m:t>𝑡</m:t>
                          </m:r>
                          <m:r>
                            <a:rPr lang="zh-CN" altLang="en-US" sz="2800" i="1">
                              <a:solidFill>
                                <a:srgbClr val="FFFF00"/>
                              </a:solidFill>
                              <a:latin typeface="Cambria Math" panose="02040503050406030204" pitchFamily="18" charset="0"/>
                            </a:rPr>
                            <m:t>,</m:t>
                          </m:r>
                          <m:sSub>
                            <m:sSubPr>
                              <m:ctrlPr>
                                <a:rPr lang="zh-CN" altLang="en-US" sz="2800" i="1">
                                  <a:solidFill>
                                    <a:srgbClr val="FFFF00"/>
                                  </a:solidFill>
                                  <a:latin typeface="Cambria Math" panose="02040503050406030204" pitchFamily="18" charset="0"/>
                                </a:rPr>
                              </m:ctrlPr>
                            </m:sSubPr>
                            <m:e>
                              <m:r>
                                <a:rPr lang="zh-CN" altLang="en-US" sz="2800" i="1">
                                  <a:solidFill>
                                    <a:srgbClr val="FFFF00"/>
                                  </a:solidFill>
                                  <a:latin typeface="Cambria Math" panose="02040503050406030204" pitchFamily="18" charset="0"/>
                                </a:rPr>
                                <m:t>𝑡</m:t>
                              </m:r>
                            </m:e>
                            <m:sub>
                              <m:r>
                                <a:rPr lang="zh-CN" altLang="en-US" sz="2800" i="1">
                                  <a:solidFill>
                                    <a:srgbClr val="FFFF00"/>
                                  </a:solidFill>
                                  <a:latin typeface="Cambria Math" panose="02040503050406030204" pitchFamily="18" charset="0"/>
                                </a:rPr>
                                <m:t>0</m:t>
                              </m:r>
                            </m:sub>
                          </m:sSub>
                        </m:e>
                      </m:d>
                      <m:r>
                        <a:rPr lang="en-US" altLang="zh-CN" sz="2800" b="0" i="1" smtClean="0">
                          <a:solidFill>
                            <a:srgbClr val="FFFF00"/>
                          </a:solidFill>
                          <a:latin typeface="Cambria Math" panose="02040503050406030204" pitchFamily="18" charset="0"/>
                        </a:rPr>
                        <m:t>=</m:t>
                      </m:r>
                      <m:sSup>
                        <m:sSupPr>
                          <m:ctrlPr>
                            <a:rPr lang="en-US" altLang="zh-CN" sz="2800" b="0" i="1" smtClean="0">
                              <a:solidFill>
                                <a:srgbClr val="FFFF00"/>
                              </a:solidFill>
                              <a:latin typeface="Cambria Math" panose="02040503050406030204" pitchFamily="18" charset="0"/>
                            </a:rPr>
                          </m:ctrlPr>
                        </m:sSupPr>
                        <m:e>
                          <m:r>
                            <a:rPr lang="en-US" altLang="zh-CN" sz="2800" b="0" i="1" smtClean="0">
                              <a:solidFill>
                                <a:srgbClr val="FFFF00"/>
                              </a:solidFill>
                              <a:latin typeface="Cambria Math" panose="02040503050406030204" pitchFamily="18" charset="0"/>
                            </a:rPr>
                            <m:t>𝑒</m:t>
                          </m:r>
                        </m:e>
                        <m:sup>
                          <m:r>
                            <a:rPr lang="en-US" altLang="zh-CN" sz="2800" i="1">
                              <a:solidFill>
                                <a:srgbClr val="FFFF00"/>
                              </a:solidFill>
                              <a:latin typeface="Cambria Math" panose="02040503050406030204" pitchFamily="18" charset="0"/>
                            </a:rPr>
                            <m:t>(6 </m:t>
                          </m:r>
                          <m:r>
                            <m:rPr>
                              <m:sty m:val="p"/>
                            </m:rPr>
                            <a:rPr lang="en-US" altLang="zh-CN" sz="2800" i="0">
                              <a:solidFill>
                                <a:srgbClr val="FFFF00"/>
                              </a:solidFill>
                              <a:latin typeface="Cambria Math" panose="02040503050406030204" pitchFamily="18" charset="0"/>
                            </a:rPr>
                            <m:t>sin</m:t>
                          </m:r>
                          <m:r>
                            <a:rPr lang="zh-CN" altLang="en-US" sz="2800" i="1">
                              <a:solidFill>
                                <a:srgbClr val="FFFF00"/>
                              </a:solidFill>
                              <a:latin typeface="Cambria Math" panose="02040503050406030204" pitchFamily="18" charset="0"/>
                            </a:rPr>
                            <m:t>𝑡</m:t>
                          </m:r>
                          <m:r>
                            <a:rPr lang="zh-CN" altLang="en-US" sz="2800" i="1">
                              <a:solidFill>
                                <a:srgbClr val="FFFF00"/>
                              </a:solidFill>
                              <a:latin typeface="Cambria Math" panose="02040503050406030204" pitchFamily="18" charset="0"/>
                            </a:rPr>
                            <m:t>−6</m:t>
                          </m:r>
                          <m:r>
                            <a:rPr lang="zh-CN" altLang="en-US" sz="2800" i="1">
                              <a:solidFill>
                                <a:srgbClr val="FFFF00"/>
                              </a:solidFill>
                              <a:latin typeface="Cambria Math" panose="02040503050406030204" pitchFamily="18" charset="0"/>
                            </a:rPr>
                            <m:t>𝑡</m:t>
                          </m:r>
                          <m:r>
                            <m:rPr>
                              <m:sty m:val="p"/>
                            </m:rPr>
                            <a:rPr lang="en-US" altLang="zh-CN" sz="2800" i="0">
                              <a:solidFill>
                                <a:srgbClr val="FFFF00"/>
                              </a:solidFill>
                              <a:latin typeface="Cambria Math" panose="02040503050406030204" pitchFamily="18" charset="0"/>
                            </a:rPr>
                            <m:t>cos</m:t>
                          </m:r>
                          <m:r>
                            <a:rPr lang="zh-CN" altLang="en-US" sz="2800" i="1">
                              <a:solidFill>
                                <a:srgbClr val="FFFF00"/>
                              </a:solidFill>
                              <a:latin typeface="Cambria Math" panose="02040503050406030204" pitchFamily="18" charset="0"/>
                            </a:rPr>
                            <m:t>𝑡</m:t>
                          </m:r>
                          <m:r>
                            <a:rPr lang="zh-CN" altLang="en-US" sz="2800" i="1">
                              <a:solidFill>
                                <a:srgbClr val="FFFF00"/>
                              </a:solidFill>
                              <a:latin typeface="Cambria Math" panose="02040503050406030204" pitchFamily="18" charset="0"/>
                            </a:rPr>
                            <m:t>−</m:t>
                          </m:r>
                          <m:sSup>
                            <m:sSupPr>
                              <m:ctrlPr>
                                <a:rPr lang="en-US" altLang="zh-CN" sz="2800" i="1" smtClean="0">
                                  <a:solidFill>
                                    <a:srgbClr val="FFFF00"/>
                                  </a:solidFill>
                                  <a:latin typeface="Cambria Math" panose="02040503050406030204" pitchFamily="18" charset="0"/>
                                </a:rPr>
                              </m:ctrlPr>
                            </m:sSupPr>
                            <m:e>
                              <m:r>
                                <a:rPr lang="en-US" altLang="zh-CN" sz="2800" b="0" i="1" smtClean="0">
                                  <a:solidFill>
                                    <a:srgbClr val="FFFF00"/>
                                  </a:solidFill>
                                  <a:latin typeface="Cambria Math" panose="02040503050406030204" pitchFamily="18" charset="0"/>
                                </a:rPr>
                                <m:t>𝑡</m:t>
                              </m:r>
                            </m:e>
                            <m:sup>
                              <m:r>
                                <a:rPr lang="en-US" altLang="zh-CN" sz="2800" b="0" i="1" smtClean="0">
                                  <a:solidFill>
                                    <a:srgbClr val="FFFF00"/>
                                  </a:solidFill>
                                  <a:latin typeface="Cambria Math" panose="02040503050406030204" pitchFamily="18" charset="0"/>
                                </a:rPr>
                                <m:t>2</m:t>
                              </m:r>
                            </m:sup>
                          </m:sSup>
                          <m:r>
                            <a:rPr lang="en-US" altLang="zh-CN" sz="2800" i="1">
                              <a:solidFill>
                                <a:srgbClr val="FFFF00"/>
                              </a:solidFill>
                              <a:latin typeface="Cambria Math" panose="02040503050406030204" pitchFamily="18" charset="0"/>
                            </a:rPr>
                            <m:t> )−(6 </m:t>
                          </m:r>
                          <m:r>
                            <m:rPr>
                              <m:sty m:val="p"/>
                            </m:rPr>
                            <a:rPr lang="en-US" altLang="zh-CN" sz="2800" i="0">
                              <a:solidFill>
                                <a:srgbClr val="FFFF00"/>
                              </a:solidFill>
                              <a:latin typeface="Cambria Math" panose="02040503050406030204" pitchFamily="18" charset="0"/>
                            </a:rPr>
                            <m:t>sin</m:t>
                          </m:r>
                          <m:sSub>
                            <m:sSubPr>
                              <m:ctrlPr>
                                <a:rPr lang="en-US" altLang="zh-CN" sz="2800" i="1" smtClean="0">
                                  <a:solidFill>
                                    <a:srgbClr val="FFFF00"/>
                                  </a:solidFill>
                                  <a:latin typeface="Cambria Math" panose="02040503050406030204" pitchFamily="18" charset="0"/>
                                </a:rPr>
                              </m:ctrlPr>
                            </m:sSubPr>
                            <m:e>
                              <m:r>
                                <a:rPr lang="en-US" altLang="zh-CN" sz="2800" b="0" i="1" smtClean="0">
                                  <a:solidFill>
                                    <a:srgbClr val="FFFF00"/>
                                  </a:solidFill>
                                  <a:latin typeface="Cambria Math" panose="02040503050406030204" pitchFamily="18" charset="0"/>
                                </a:rPr>
                                <m:t>𝑡</m:t>
                              </m:r>
                            </m:e>
                            <m:sub>
                              <m:r>
                                <a:rPr lang="en-US" altLang="zh-CN" sz="2800" b="0" i="1" smtClean="0">
                                  <a:solidFill>
                                    <a:srgbClr val="FFFF00"/>
                                  </a:solidFill>
                                  <a:latin typeface="Cambria Math" panose="02040503050406030204" pitchFamily="18" charset="0"/>
                                </a:rPr>
                                <m:t>0</m:t>
                              </m:r>
                            </m:sub>
                          </m:sSub>
                          <m:r>
                            <a:rPr lang="en-US" altLang="zh-CN" sz="2800" i="1">
                              <a:solidFill>
                                <a:srgbClr val="FFFF00"/>
                              </a:solidFill>
                              <a:latin typeface="Cambria Math" panose="02040503050406030204" pitchFamily="18" charset="0"/>
                            </a:rPr>
                            <m:t>−6</m:t>
                          </m:r>
                          <m:sSub>
                            <m:sSubPr>
                              <m:ctrlPr>
                                <a:rPr lang="en-US" altLang="zh-CN" sz="2800" i="1">
                                  <a:solidFill>
                                    <a:srgbClr val="FFFF00"/>
                                  </a:solidFill>
                                  <a:latin typeface="Cambria Math" panose="02040503050406030204" pitchFamily="18" charset="0"/>
                                </a:rPr>
                              </m:ctrlPr>
                            </m:sSubPr>
                            <m:e>
                              <m:r>
                                <a:rPr lang="en-US" altLang="zh-CN" sz="2800" i="1">
                                  <a:solidFill>
                                    <a:srgbClr val="FFFF00"/>
                                  </a:solidFill>
                                  <a:latin typeface="Cambria Math" panose="02040503050406030204" pitchFamily="18" charset="0"/>
                                </a:rPr>
                                <m:t>𝑡</m:t>
                              </m:r>
                            </m:e>
                            <m:sub>
                              <m:r>
                                <a:rPr lang="en-US" altLang="zh-CN" sz="2800" i="1">
                                  <a:solidFill>
                                    <a:srgbClr val="FFFF00"/>
                                  </a:solidFill>
                                  <a:latin typeface="Cambria Math" panose="02040503050406030204" pitchFamily="18" charset="0"/>
                                </a:rPr>
                                <m:t>0</m:t>
                              </m:r>
                            </m:sub>
                          </m:sSub>
                          <m:r>
                            <m:rPr>
                              <m:sty m:val="p"/>
                            </m:rPr>
                            <a:rPr lang="en-US" altLang="zh-CN" sz="2800" i="0">
                              <a:solidFill>
                                <a:srgbClr val="FFFF00"/>
                              </a:solidFill>
                              <a:latin typeface="Cambria Math" panose="02040503050406030204" pitchFamily="18" charset="0"/>
                            </a:rPr>
                            <m:t>cos</m:t>
                          </m:r>
                          <m:sSub>
                            <m:sSubPr>
                              <m:ctrlPr>
                                <a:rPr lang="en-US" altLang="zh-CN" sz="2800" i="1">
                                  <a:solidFill>
                                    <a:srgbClr val="FFFF00"/>
                                  </a:solidFill>
                                  <a:latin typeface="Cambria Math" panose="02040503050406030204" pitchFamily="18" charset="0"/>
                                </a:rPr>
                              </m:ctrlPr>
                            </m:sSubPr>
                            <m:e>
                              <m:r>
                                <a:rPr lang="en-US" altLang="zh-CN" sz="2800" i="1">
                                  <a:solidFill>
                                    <a:srgbClr val="FFFF00"/>
                                  </a:solidFill>
                                  <a:latin typeface="Cambria Math" panose="02040503050406030204" pitchFamily="18" charset="0"/>
                                </a:rPr>
                                <m:t>𝑡</m:t>
                              </m:r>
                            </m:e>
                            <m:sub>
                              <m:r>
                                <a:rPr lang="en-US" altLang="zh-CN" sz="2800" i="1">
                                  <a:solidFill>
                                    <a:srgbClr val="FFFF00"/>
                                  </a:solidFill>
                                  <a:latin typeface="Cambria Math" panose="02040503050406030204" pitchFamily="18" charset="0"/>
                                </a:rPr>
                                <m:t>0</m:t>
                              </m:r>
                            </m:sub>
                          </m:sSub>
                          <m:r>
                            <a:rPr lang="en-US" altLang="zh-CN" sz="2800" i="1">
                              <a:solidFill>
                                <a:srgbClr val="FFFF00"/>
                              </a:solidFill>
                              <a:latin typeface="Cambria Math" panose="02040503050406030204" pitchFamily="18" charset="0"/>
                            </a:rPr>
                            <m:t>−</m:t>
                          </m:r>
                          <m:sSup>
                            <m:sSupPr>
                              <m:ctrlPr>
                                <a:rPr lang="en-US" altLang="zh-CN" sz="2800" i="1">
                                  <a:solidFill>
                                    <a:srgbClr val="FFFF00"/>
                                  </a:solidFill>
                                  <a:latin typeface="Cambria Math" panose="02040503050406030204" pitchFamily="18" charset="0"/>
                                </a:rPr>
                              </m:ctrlPr>
                            </m:sSupPr>
                            <m:e>
                              <m:sSub>
                                <m:sSubPr>
                                  <m:ctrlPr>
                                    <a:rPr lang="en-US" altLang="zh-CN" sz="2800" i="1">
                                      <a:solidFill>
                                        <a:srgbClr val="FFFF00"/>
                                      </a:solidFill>
                                      <a:latin typeface="Cambria Math" panose="02040503050406030204" pitchFamily="18" charset="0"/>
                                    </a:rPr>
                                  </m:ctrlPr>
                                </m:sSubPr>
                                <m:e>
                                  <m:r>
                                    <a:rPr lang="en-US" altLang="zh-CN" sz="2800" i="1">
                                      <a:solidFill>
                                        <a:srgbClr val="FFFF00"/>
                                      </a:solidFill>
                                      <a:latin typeface="Cambria Math" panose="02040503050406030204" pitchFamily="18" charset="0"/>
                                    </a:rPr>
                                    <m:t>𝑡</m:t>
                                  </m:r>
                                </m:e>
                                <m:sub>
                                  <m:r>
                                    <a:rPr lang="en-US" altLang="zh-CN" sz="2800" i="1">
                                      <a:solidFill>
                                        <a:srgbClr val="FFFF00"/>
                                      </a:solidFill>
                                      <a:latin typeface="Cambria Math" panose="02040503050406030204" pitchFamily="18" charset="0"/>
                                    </a:rPr>
                                    <m:t>0</m:t>
                                  </m:r>
                                </m:sub>
                              </m:sSub>
                            </m:e>
                            <m:sup>
                              <m:r>
                                <a:rPr lang="en-US" altLang="zh-CN" sz="2800" i="1">
                                  <a:solidFill>
                                    <a:srgbClr val="FFFF00"/>
                                  </a:solidFill>
                                  <a:latin typeface="Cambria Math" panose="02040503050406030204" pitchFamily="18" charset="0"/>
                                </a:rPr>
                                <m:t>2</m:t>
                              </m:r>
                            </m:sup>
                          </m:sSup>
                          <m:r>
                            <a:rPr lang="en-US" altLang="zh-CN" sz="2800" i="1">
                              <a:solidFill>
                                <a:srgbClr val="FFFF00"/>
                              </a:solidFill>
                              <a:latin typeface="Cambria Math" panose="02040503050406030204" pitchFamily="18" charset="0"/>
                            </a:rPr>
                            <m:t>)</m:t>
                          </m:r>
                        </m:sup>
                      </m:sSup>
                    </m:oMath>
                  </m:oMathPara>
                </a14:m>
                <a:endParaRPr lang="zh-CN" altLang="en-US" sz="2800" dirty="0">
                  <a:solidFill>
                    <a:srgbClr val="FFFF00"/>
                  </a:solidFill>
                </a:endParaRPr>
              </a:p>
            </p:txBody>
          </p:sp>
        </mc:Choice>
        <mc:Fallback xmlns="">
          <p:sp>
            <p:nvSpPr>
              <p:cNvPr id="28" name="对象 27">
                <a:extLst>
                  <a:ext uri="{FF2B5EF4-FFF2-40B4-BE49-F238E27FC236}">
                    <a16:creationId xmlns:a16="http://schemas.microsoft.com/office/drawing/2014/main" id="{81C69224-9706-4E1D-B299-640E38CA24ED}"/>
                  </a:ext>
                </a:extLst>
              </p:cNvPr>
              <p:cNvSpPr txBox="1">
                <a:spLocks noRot="1" noChangeAspect="1" noMove="1" noResize="1" noEditPoints="1" noAdjustHandles="1" noChangeArrowheads="1" noChangeShapeType="1" noTextEdit="1"/>
              </p:cNvSpPr>
              <p:nvPr/>
            </p:nvSpPr>
            <p:spPr bwMode="auto">
              <a:xfrm>
                <a:off x="791580" y="1158875"/>
                <a:ext cx="7560840" cy="720001"/>
              </a:xfrm>
              <a:prstGeom prst="rect">
                <a:avLst/>
              </a:prstGeom>
              <a:blipFill>
                <a:blip r:embed="rId4"/>
                <a:stretch>
                  <a:fillRect/>
                </a:stretch>
              </a:blipFill>
              <a:ln>
                <a:noFill/>
              </a:ln>
            </p:spPr>
            <p:txBody>
              <a:bodyPr/>
              <a:lstStyle/>
              <a:p>
                <a:r>
                  <a:rPr lang="zh-CN" altLang="en-US">
                    <a:noFill/>
                  </a:rPr>
                  <a:t> </a:t>
                </a:r>
              </a:p>
            </p:txBody>
          </p:sp>
        </mc:Fallback>
      </mc:AlternateContent>
      <p:sp>
        <p:nvSpPr>
          <p:cNvPr id="29" name="对象 28">
            <a:extLst>
              <a:ext uri="{FF2B5EF4-FFF2-40B4-BE49-F238E27FC236}">
                <a16:creationId xmlns:a16="http://schemas.microsoft.com/office/drawing/2014/main" id="{551D3A74-3EF5-4D49-A319-2D65EC1D84CD}"/>
              </a:ext>
            </a:extLst>
          </p:cNvPr>
          <p:cNvSpPr txBox="1"/>
          <p:nvPr/>
        </p:nvSpPr>
        <p:spPr bwMode="auto">
          <a:xfrm>
            <a:off x="2465766" y="2636912"/>
            <a:ext cx="4212468" cy="576262"/>
          </a:xfrm>
          <a:prstGeom prst="rect">
            <a:avLst/>
          </a:prstGeom>
          <a:noFill/>
          <a:ln>
            <a:noFill/>
          </a:ln>
        </p:spPr>
        <p:txBody>
          <a:bodyPr>
            <a:normAutofit/>
          </a:bodyPr>
          <a:lstStyle/>
          <a:p>
            <a:r>
              <a:rPr lang="zh-CN" altLang="en-US" sz="2800" b="1" dirty="0">
                <a:solidFill>
                  <a:schemeClr val="bg1"/>
                </a:solidFill>
              </a:rPr>
              <a:t>怎么“处理”三角函数？</a:t>
            </a:r>
          </a:p>
        </p:txBody>
      </p:sp>
      <mc:AlternateContent xmlns:mc="http://schemas.openxmlformats.org/markup-compatibility/2006" xmlns:a14="http://schemas.microsoft.com/office/drawing/2010/main">
        <mc:Choice Requires="a14">
          <p:sp>
            <p:nvSpPr>
              <p:cNvPr id="32" name="对象 31">
                <a:extLst>
                  <a:ext uri="{FF2B5EF4-FFF2-40B4-BE49-F238E27FC236}">
                    <a16:creationId xmlns:a16="http://schemas.microsoft.com/office/drawing/2014/main" id="{396475E0-D9B3-4294-B49C-5014226B7739}"/>
                  </a:ext>
                </a:extLst>
              </p:cNvPr>
              <p:cNvSpPr txBox="1"/>
              <p:nvPr/>
            </p:nvSpPr>
            <p:spPr bwMode="auto">
              <a:xfrm>
                <a:off x="2843808" y="4436727"/>
                <a:ext cx="3456384" cy="519113"/>
              </a:xfrm>
              <a:prstGeom prst="rect">
                <a:avLst/>
              </a:prstGeom>
              <a:noFill/>
              <a:ln>
                <a:noFill/>
              </a:ln>
            </p:spPr>
            <p:txBody>
              <a:bodyPr>
                <a:noAutofit/>
              </a:bodyPr>
              <a:lstStyle/>
              <a:p>
                <a:pPr/>
                <a14:m>
                  <m:oMathPara xmlns:m="http://schemas.openxmlformats.org/officeDocument/2006/math">
                    <m:oMathParaPr>
                      <m:jc m:val="left"/>
                    </m:oMathParaPr>
                    <m:oMath xmlns:m="http://schemas.openxmlformats.org/officeDocument/2006/math">
                      <m:r>
                        <a:rPr lang="zh-CN" altLang="en-US" sz="2800" i="1" smtClean="0">
                          <a:solidFill>
                            <a:srgbClr val="FFFF00"/>
                          </a:solidFill>
                          <a:latin typeface="Cambria Math" panose="02040503050406030204" pitchFamily="18" charset="0"/>
                        </a:rPr>
                        <m:t>𝑐</m:t>
                      </m:r>
                      <m:r>
                        <a:rPr lang="zh-CN" altLang="en-US" sz="2800" i="1" smtClean="0">
                          <a:solidFill>
                            <a:srgbClr val="FFFF00"/>
                          </a:solidFill>
                          <a:latin typeface="Cambria Math" panose="02040503050406030204" pitchFamily="18" charset="0"/>
                        </a:rPr>
                        <m:t>(</m:t>
                      </m:r>
                      <m:sSub>
                        <m:sSubPr>
                          <m:ctrlPr>
                            <a:rPr lang="zh-CN" altLang="en-US" sz="2800" i="1">
                              <a:solidFill>
                                <a:srgbClr val="FFFF00"/>
                              </a:solidFill>
                              <a:latin typeface="Cambria Math" panose="02040503050406030204" pitchFamily="18" charset="0"/>
                            </a:rPr>
                          </m:ctrlPr>
                        </m:sSubPr>
                        <m:e>
                          <m:r>
                            <a:rPr lang="zh-CN" altLang="en-US" sz="2800" i="1">
                              <a:solidFill>
                                <a:srgbClr val="FFFF00"/>
                              </a:solidFill>
                              <a:latin typeface="Cambria Math" panose="02040503050406030204" pitchFamily="18" charset="0"/>
                            </a:rPr>
                            <m:t>𝑡</m:t>
                          </m:r>
                        </m:e>
                        <m:sub>
                          <m:r>
                            <a:rPr lang="zh-CN" altLang="en-US" sz="2800" i="1">
                              <a:solidFill>
                                <a:srgbClr val="FFFF00"/>
                              </a:solidFill>
                              <a:latin typeface="Cambria Math" panose="02040503050406030204" pitchFamily="18" charset="0"/>
                            </a:rPr>
                            <m:t>0</m:t>
                          </m:r>
                        </m:sub>
                      </m:sSub>
                      <m:r>
                        <a:rPr lang="zh-CN" altLang="en-US" sz="2800" i="1">
                          <a:solidFill>
                            <a:srgbClr val="FFFF00"/>
                          </a:solidFill>
                          <a:latin typeface="Cambria Math" panose="02040503050406030204" pitchFamily="18" charset="0"/>
                        </a:rPr>
                        <m:t>)≥</m:t>
                      </m:r>
                      <m:sSup>
                        <m:sSupPr>
                          <m:ctrlPr>
                            <a:rPr lang="en-US" altLang="zh-CN" sz="2800" i="1">
                              <a:solidFill>
                                <a:srgbClr val="FFFF00"/>
                              </a:solidFill>
                              <a:latin typeface="Cambria Math" panose="02040503050406030204" pitchFamily="18" charset="0"/>
                            </a:rPr>
                          </m:ctrlPr>
                        </m:sSupPr>
                        <m:e>
                          <m:r>
                            <a:rPr lang="en-US" altLang="zh-CN" sz="2800" i="1">
                              <a:solidFill>
                                <a:srgbClr val="FFFF00"/>
                              </a:solidFill>
                              <a:latin typeface="Cambria Math" panose="02040503050406030204" pitchFamily="18" charset="0"/>
                            </a:rPr>
                            <m:t>𝑒</m:t>
                          </m:r>
                        </m:e>
                        <m:sup>
                          <m:r>
                            <a:rPr lang="en-US" altLang="zh-CN" sz="2800" i="1">
                              <a:solidFill>
                                <a:srgbClr val="FFFF00"/>
                              </a:solidFill>
                              <a:latin typeface="Cambria Math" panose="02040503050406030204" pitchFamily="18" charset="0"/>
                            </a:rPr>
                            <m:t>(4</m:t>
                          </m:r>
                          <m:r>
                            <a:rPr lang="en-US" altLang="zh-CN" sz="2800" i="1">
                              <a:solidFill>
                                <a:srgbClr val="FFFF00"/>
                              </a:solidFill>
                              <a:latin typeface="Cambria Math" panose="02040503050406030204" pitchFamily="18" charset="0"/>
                            </a:rPr>
                            <m:t>𝑛</m:t>
                          </m:r>
                          <m:r>
                            <a:rPr lang="en-US" altLang="zh-CN" sz="2800" i="1">
                              <a:solidFill>
                                <a:srgbClr val="FFFF00"/>
                              </a:solidFill>
                              <a:latin typeface="Cambria Math" panose="02040503050406030204" pitchFamily="18" charset="0"/>
                            </a:rPr>
                            <m:t>+1)(6−</m:t>
                          </m:r>
                          <m:r>
                            <a:rPr lang="zh-CN" altLang="en-US" sz="2800" i="1">
                              <a:solidFill>
                                <a:srgbClr val="FFFF00"/>
                              </a:solidFill>
                              <a:latin typeface="Cambria Math" panose="02040503050406030204" pitchFamily="18" charset="0"/>
                            </a:rPr>
                            <m:t>𝜋</m:t>
                          </m:r>
                          <m:r>
                            <a:rPr lang="en-US" altLang="zh-CN" sz="2800" i="1">
                              <a:solidFill>
                                <a:srgbClr val="FFFF00"/>
                              </a:solidFill>
                              <a:latin typeface="Cambria Math" panose="02040503050406030204" pitchFamily="18" charset="0"/>
                            </a:rPr>
                            <m:t>)</m:t>
                          </m:r>
                          <m:r>
                            <a:rPr lang="zh-CN" altLang="en-US" sz="2800" i="1">
                              <a:solidFill>
                                <a:srgbClr val="FFFF00"/>
                              </a:solidFill>
                              <a:latin typeface="Cambria Math" panose="02040503050406030204" pitchFamily="18" charset="0"/>
                            </a:rPr>
                            <m:t>𝜋</m:t>
                          </m:r>
                        </m:sup>
                      </m:sSup>
                    </m:oMath>
                  </m:oMathPara>
                </a14:m>
                <a:endParaRPr lang="zh-CN" altLang="en-US" sz="2800" dirty="0"/>
              </a:p>
            </p:txBody>
          </p:sp>
        </mc:Choice>
        <mc:Fallback xmlns="">
          <p:sp>
            <p:nvSpPr>
              <p:cNvPr id="32" name="对象 31">
                <a:extLst>
                  <a:ext uri="{FF2B5EF4-FFF2-40B4-BE49-F238E27FC236}">
                    <a16:creationId xmlns:a16="http://schemas.microsoft.com/office/drawing/2014/main" id="{396475E0-D9B3-4294-B49C-5014226B7739}"/>
                  </a:ext>
                </a:extLst>
              </p:cNvPr>
              <p:cNvSpPr txBox="1">
                <a:spLocks noRot="1" noChangeAspect="1" noMove="1" noResize="1" noEditPoints="1" noAdjustHandles="1" noChangeArrowheads="1" noChangeShapeType="1" noTextEdit="1"/>
              </p:cNvSpPr>
              <p:nvPr/>
            </p:nvSpPr>
            <p:spPr bwMode="auto">
              <a:xfrm>
                <a:off x="2843808" y="4436727"/>
                <a:ext cx="3456384" cy="519113"/>
              </a:xfrm>
              <a:prstGeom prst="rect">
                <a:avLst/>
              </a:prstGeom>
              <a:blipFill>
                <a:blip r:embed="rId5"/>
                <a:stretch>
                  <a:fillRect/>
                </a:stretch>
              </a:blipFill>
              <a:ln>
                <a:no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3" name="对象 32">
                <a:extLst>
                  <a:ext uri="{FF2B5EF4-FFF2-40B4-BE49-F238E27FC236}">
                    <a16:creationId xmlns:a16="http://schemas.microsoft.com/office/drawing/2014/main" id="{36B3AFA7-7CCC-4CF0-99A9-6BBD3B23E2BB}"/>
                  </a:ext>
                </a:extLst>
              </p:cNvPr>
              <p:cNvSpPr txBox="1"/>
              <p:nvPr/>
            </p:nvSpPr>
            <p:spPr bwMode="auto">
              <a:xfrm>
                <a:off x="381000" y="5085184"/>
                <a:ext cx="8382000" cy="519112"/>
              </a:xfrm>
              <a:prstGeom prst="rect">
                <a:avLst/>
              </a:prstGeom>
              <a:noFill/>
              <a:ln>
                <a:noFill/>
              </a:ln>
            </p:spPr>
            <p:txBody>
              <a:bodyPr>
                <a:noAutofit/>
              </a:bodyPr>
              <a:lstStyle/>
              <a:p>
                <a:pPr/>
                <a14:m>
                  <m:oMathPara xmlns:m="http://schemas.openxmlformats.org/officeDocument/2006/math">
                    <m:oMathParaPr>
                      <m:jc m:val="left"/>
                    </m:oMathParaPr>
                    <m:oMath xmlns:m="http://schemas.openxmlformats.org/officeDocument/2006/math">
                      <m:sSub>
                        <m:sSubPr>
                          <m:ctrlPr>
                            <a:rPr lang="zh-CN" altLang="en-US" sz="2800" i="1" smtClean="0">
                              <a:solidFill>
                                <a:srgbClr val="FFFF00"/>
                              </a:solidFill>
                              <a:latin typeface="Cambria Math" panose="02040503050406030204" pitchFamily="18" charset="0"/>
                            </a:rPr>
                          </m:ctrlPr>
                        </m:sSubPr>
                        <m:e>
                          <m:r>
                            <a:rPr lang="zh-CN" altLang="en-US" sz="2800" i="1">
                              <a:solidFill>
                                <a:srgbClr val="FFFF00"/>
                              </a:solidFill>
                              <a:latin typeface="Cambria Math" panose="02040503050406030204" pitchFamily="18" charset="0"/>
                            </a:rPr>
                            <m:t>𝑡</m:t>
                          </m:r>
                        </m:e>
                        <m:sub>
                          <m:r>
                            <a:rPr lang="zh-CN" altLang="en-US" sz="2800" i="1">
                              <a:solidFill>
                                <a:srgbClr val="FFFF00"/>
                              </a:solidFill>
                              <a:latin typeface="Cambria Math" panose="02040503050406030204" pitchFamily="18" charset="0"/>
                            </a:rPr>
                            <m:t>0</m:t>
                          </m:r>
                        </m:sub>
                      </m:sSub>
                      <m:r>
                        <a:rPr lang="zh-CN" altLang="en-US" sz="2800" i="1">
                          <a:solidFill>
                            <a:srgbClr val="FFFF00"/>
                          </a:solidFill>
                          <a:latin typeface="Cambria Math" panose="02040503050406030204" pitchFamily="18" charset="0"/>
                        </a:rPr>
                        <m:t>=2</m:t>
                      </m:r>
                      <m:r>
                        <a:rPr lang="zh-CN" altLang="en-US" sz="2800" i="1">
                          <a:solidFill>
                            <a:srgbClr val="FFFF00"/>
                          </a:solidFill>
                          <a:latin typeface="Cambria Math" panose="02040503050406030204" pitchFamily="18" charset="0"/>
                        </a:rPr>
                        <m:t>𝑛</m:t>
                      </m:r>
                      <m:r>
                        <a:rPr lang="zh-CN" altLang="en-US" sz="2800" i="1">
                          <a:solidFill>
                            <a:srgbClr val="FFFF00"/>
                          </a:solidFill>
                          <a:latin typeface="Cambria Math" panose="02040503050406030204" pitchFamily="18" charset="0"/>
                        </a:rPr>
                        <m:t>𝜋</m:t>
                      </m:r>
                      <m:r>
                        <a:rPr lang="zh-CN" altLang="en-US" sz="2800" i="1">
                          <a:solidFill>
                            <a:srgbClr val="FFFF00"/>
                          </a:solidFill>
                          <a:latin typeface="Cambria Math" panose="02040503050406030204" pitchFamily="18" charset="0"/>
                        </a:rPr>
                        <m:t>→∞⇒</m:t>
                      </m:r>
                      <m:r>
                        <a:rPr lang="zh-CN" altLang="en-US" sz="2800" i="1">
                          <a:solidFill>
                            <a:srgbClr val="FFFF00"/>
                          </a:solidFill>
                          <a:latin typeface="Cambria Math" panose="02040503050406030204" pitchFamily="18" charset="0"/>
                        </a:rPr>
                        <m:t>𝑛</m:t>
                      </m:r>
                      <m:r>
                        <a:rPr lang="zh-CN" altLang="en-US" sz="2800" i="1">
                          <a:solidFill>
                            <a:srgbClr val="FFFF00"/>
                          </a:solidFill>
                          <a:latin typeface="Cambria Math" panose="02040503050406030204" pitchFamily="18" charset="0"/>
                        </a:rPr>
                        <m:t>→∞⇒</m:t>
                      </m:r>
                      <m:r>
                        <a:rPr lang="zh-CN" altLang="en-US" sz="2800" i="1">
                          <a:solidFill>
                            <a:srgbClr val="FFFF00"/>
                          </a:solidFill>
                          <a:latin typeface="Cambria Math" panose="02040503050406030204" pitchFamily="18" charset="0"/>
                        </a:rPr>
                        <m:t>𝑐</m:t>
                      </m:r>
                      <m:r>
                        <a:rPr lang="zh-CN" altLang="en-US" sz="2800" i="1">
                          <a:solidFill>
                            <a:srgbClr val="FFFF00"/>
                          </a:solidFill>
                          <a:latin typeface="Cambria Math" panose="02040503050406030204" pitchFamily="18" charset="0"/>
                        </a:rPr>
                        <m:t>(</m:t>
                      </m:r>
                      <m:sSub>
                        <m:sSubPr>
                          <m:ctrlPr>
                            <a:rPr lang="zh-CN" altLang="en-US" sz="2800" i="1">
                              <a:solidFill>
                                <a:srgbClr val="FFFF00"/>
                              </a:solidFill>
                              <a:latin typeface="Cambria Math" panose="02040503050406030204" pitchFamily="18" charset="0"/>
                            </a:rPr>
                          </m:ctrlPr>
                        </m:sSubPr>
                        <m:e>
                          <m:r>
                            <a:rPr lang="zh-CN" altLang="en-US" sz="2800" i="1">
                              <a:solidFill>
                                <a:srgbClr val="FFFF00"/>
                              </a:solidFill>
                              <a:latin typeface="Cambria Math" panose="02040503050406030204" pitchFamily="18" charset="0"/>
                            </a:rPr>
                            <m:t>𝑡</m:t>
                          </m:r>
                        </m:e>
                        <m:sub>
                          <m:r>
                            <a:rPr lang="zh-CN" altLang="en-US" sz="2800" i="1">
                              <a:solidFill>
                                <a:srgbClr val="FFFF00"/>
                              </a:solidFill>
                              <a:latin typeface="Cambria Math" panose="02040503050406030204" pitchFamily="18" charset="0"/>
                            </a:rPr>
                            <m:t>0</m:t>
                          </m:r>
                        </m:sub>
                      </m:sSub>
                      <m:r>
                        <a:rPr lang="zh-CN" altLang="en-US" sz="2800" i="1">
                          <a:solidFill>
                            <a:srgbClr val="FFFF00"/>
                          </a:solidFill>
                          <a:latin typeface="Cambria Math" panose="02040503050406030204" pitchFamily="18" charset="0"/>
                        </a:rPr>
                        <m:t>)→∞⇒</m:t>
                      </m:r>
                      <m:r>
                        <a:rPr lang="zh-CN" altLang="en-US" sz="2800" i="1">
                          <a:solidFill>
                            <a:srgbClr val="FFFF00"/>
                          </a:solidFill>
                          <a:latin typeface="Cambria Math" panose="02040503050406030204" pitchFamily="18" charset="0"/>
                        </a:rPr>
                        <m:t>𝛿</m:t>
                      </m:r>
                      <m:r>
                        <a:rPr lang="zh-CN" altLang="en-US" sz="2800" i="1">
                          <a:solidFill>
                            <a:srgbClr val="FFFF00"/>
                          </a:solidFill>
                          <a:latin typeface="Cambria Math" panose="02040503050406030204" pitchFamily="18" charset="0"/>
                        </a:rPr>
                        <m:t>(</m:t>
                      </m:r>
                      <m:r>
                        <a:rPr lang="zh-CN" altLang="en-US" sz="2800" i="1">
                          <a:solidFill>
                            <a:srgbClr val="FFFF00"/>
                          </a:solidFill>
                          <a:latin typeface="Cambria Math" panose="02040503050406030204" pitchFamily="18" charset="0"/>
                        </a:rPr>
                        <m:t>𝜀</m:t>
                      </m:r>
                      <m:r>
                        <a:rPr lang="zh-CN" altLang="en-US" sz="2800" i="1">
                          <a:solidFill>
                            <a:srgbClr val="FFFF00"/>
                          </a:solidFill>
                          <a:latin typeface="Cambria Math" panose="02040503050406030204" pitchFamily="18" charset="0"/>
                        </a:rPr>
                        <m:t>,</m:t>
                      </m:r>
                      <m:sSub>
                        <m:sSubPr>
                          <m:ctrlPr>
                            <a:rPr lang="zh-CN" altLang="en-US" sz="2800" i="1">
                              <a:solidFill>
                                <a:srgbClr val="FFFF00"/>
                              </a:solidFill>
                              <a:latin typeface="Cambria Math" panose="02040503050406030204" pitchFamily="18" charset="0"/>
                            </a:rPr>
                          </m:ctrlPr>
                        </m:sSubPr>
                        <m:e>
                          <m:r>
                            <a:rPr lang="zh-CN" altLang="en-US" sz="2800" i="1">
                              <a:solidFill>
                                <a:srgbClr val="FFFF00"/>
                              </a:solidFill>
                              <a:latin typeface="Cambria Math" panose="02040503050406030204" pitchFamily="18" charset="0"/>
                            </a:rPr>
                            <m:t>𝑡</m:t>
                          </m:r>
                        </m:e>
                        <m:sub>
                          <m:r>
                            <a:rPr lang="zh-CN" altLang="en-US" sz="2800" i="1">
                              <a:solidFill>
                                <a:srgbClr val="FFFF00"/>
                              </a:solidFill>
                              <a:latin typeface="Cambria Math" panose="02040503050406030204" pitchFamily="18" charset="0"/>
                            </a:rPr>
                            <m:t>0</m:t>
                          </m:r>
                        </m:sub>
                      </m:sSub>
                      <m:r>
                        <a:rPr lang="zh-CN" altLang="en-US" sz="2800" i="1">
                          <a:solidFill>
                            <a:srgbClr val="FFFF00"/>
                          </a:solidFill>
                          <a:latin typeface="Cambria Math" panose="02040503050406030204" pitchFamily="18" charset="0"/>
                        </a:rPr>
                        <m:t>)→0</m:t>
                      </m:r>
                    </m:oMath>
                  </m:oMathPara>
                </a14:m>
                <a:endParaRPr lang="zh-CN" altLang="en-US" sz="2800" dirty="0">
                  <a:solidFill>
                    <a:srgbClr val="FFFF00"/>
                  </a:solidFill>
                </a:endParaRPr>
              </a:p>
            </p:txBody>
          </p:sp>
        </mc:Choice>
        <mc:Fallback xmlns="">
          <p:sp>
            <p:nvSpPr>
              <p:cNvPr id="33" name="对象 32">
                <a:extLst>
                  <a:ext uri="{FF2B5EF4-FFF2-40B4-BE49-F238E27FC236}">
                    <a16:creationId xmlns:a16="http://schemas.microsoft.com/office/drawing/2014/main" id="{36B3AFA7-7CCC-4CF0-99A9-6BBD3B23E2BB}"/>
                  </a:ext>
                </a:extLst>
              </p:cNvPr>
              <p:cNvSpPr txBox="1">
                <a:spLocks noRot="1" noChangeAspect="1" noMove="1" noResize="1" noEditPoints="1" noAdjustHandles="1" noChangeArrowheads="1" noChangeShapeType="1" noTextEdit="1"/>
              </p:cNvSpPr>
              <p:nvPr/>
            </p:nvSpPr>
            <p:spPr bwMode="auto">
              <a:xfrm>
                <a:off x="381000" y="5085184"/>
                <a:ext cx="8382000" cy="519112"/>
              </a:xfrm>
              <a:prstGeom prst="rect">
                <a:avLst/>
              </a:prstGeom>
              <a:blipFill>
                <a:blip r:embed="rId6"/>
                <a:stretch>
                  <a:fillRect/>
                </a:stretch>
              </a:blipFill>
              <a:ln>
                <a:noFill/>
              </a:ln>
            </p:spPr>
            <p:txBody>
              <a:bodyPr/>
              <a:lstStyle/>
              <a:p>
                <a:r>
                  <a:rPr lang="zh-CN" altLang="en-US">
                    <a:noFill/>
                  </a:rPr>
                  <a:t> </a:t>
                </a:r>
              </a:p>
            </p:txBody>
          </p:sp>
        </mc:Fallback>
      </mc:AlternateContent>
      <p:sp>
        <p:nvSpPr>
          <p:cNvPr id="36" name="矩形 35">
            <a:extLst>
              <a:ext uri="{FF2B5EF4-FFF2-40B4-BE49-F238E27FC236}">
                <a16:creationId xmlns:a16="http://schemas.microsoft.com/office/drawing/2014/main" id="{E73ACB52-49EC-42F0-AD56-53F7F1F87797}"/>
              </a:ext>
            </a:extLst>
          </p:cNvPr>
          <p:cNvSpPr/>
          <p:nvPr/>
        </p:nvSpPr>
        <p:spPr>
          <a:xfrm>
            <a:off x="857697" y="5761113"/>
            <a:ext cx="7428606" cy="68221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800" b="1" dirty="0">
                <a:solidFill>
                  <a:schemeClr val="tx1"/>
                </a:solidFill>
                <a:latin typeface="Times New Roman" pitchFamily="18" charset="0"/>
                <a:ea typeface="黑体" pitchFamily="49" charset="-122"/>
                <a:cs typeface="Times New Roman" pitchFamily="18" charset="0"/>
              </a:rPr>
              <a:t>随着初始时间“增大”，系统“越来越不稳定”</a:t>
            </a:r>
          </a:p>
        </p:txBody>
      </p:sp>
      <mc:AlternateContent xmlns:mc="http://schemas.openxmlformats.org/markup-compatibility/2006" xmlns:a14="http://schemas.microsoft.com/office/drawing/2010/main">
        <mc:Choice Requires="a14">
          <p:sp>
            <p:nvSpPr>
              <p:cNvPr id="37" name="对象 36">
                <a:extLst>
                  <a:ext uri="{FF2B5EF4-FFF2-40B4-BE49-F238E27FC236}">
                    <a16:creationId xmlns:a16="http://schemas.microsoft.com/office/drawing/2014/main" id="{0FDDC9E1-E5A3-4744-9709-9580FFDCCF93}"/>
                  </a:ext>
                </a:extLst>
              </p:cNvPr>
              <p:cNvSpPr txBox="1"/>
              <p:nvPr/>
            </p:nvSpPr>
            <p:spPr bwMode="auto">
              <a:xfrm>
                <a:off x="727646" y="1844626"/>
                <a:ext cx="7688708" cy="576262"/>
              </a:xfrm>
              <a:prstGeom prst="rect">
                <a:avLst/>
              </a:prstGeom>
              <a:noFill/>
              <a:ln>
                <a:noFill/>
              </a:ln>
            </p:spPr>
            <p:txBody>
              <a:bodyPr>
                <a:noAutofit/>
              </a:bodyPr>
              <a:lstStyle/>
              <a:p>
                <a:pPr/>
                <a14:m>
                  <m:oMathPara xmlns:m="http://schemas.openxmlformats.org/officeDocument/2006/math">
                    <m:oMathParaPr>
                      <m:jc m:val="left"/>
                    </m:oMathParaPr>
                    <m:oMath xmlns:m="http://schemas.openxmlformats.org/officeDocument/2006/math">
                      <m:r>
                        <a:rPr lang="zh-CN" altLang="en-US" sz="2800" i="1" smtClean="0">
                          <a:solidFill>
                            <a:srgbClr val="FFFF00"/>
                          </a:solidFill>
                          <a:latin typeface="Cambria Math" panose="02040503050406030204" pitchFamily="18" charset="0"/>
                        </a:rPr>
                        <m:t>𝑐</m:t>
                      </m:r>
                      <m:d>
                        <m:dPr>
                          <m:ctrlPr>
                            <a:rPr lang="zh-CN" altLang="en-US" sz="2800" i="1">
                              <a:solidFill>
                                <a:srgbClr val="FFFF00"/>
                              </a:solidFill>
                              <a:latin typeface="Cambria Math" panose="02040503050406030204" pitchFamily="18" charset="0"/>
                            </a:rPr>
                          </m:ctrlPr>
                        </m:dPr>
                        <m:e>
                          <m:sSub>
                            <m:sSubPr>
                              <m:ctrlPr>
                                <a:rPr lang="zh-CN" altLang="en-US" sz="2800" i="1">
                                  <a:solidFill>
                                    <a:srgbClr val="FFFF00"/>
                                  </a:solidFill>
                                  <a:latin typeface="Cambria Math" panose="02040503050406030204" pitchFamily="18" charset="0"/>
                                </a:rPr>
                              </m:ctrlPr>
                            </m:sSubPr>
                            <m:e>
                              <m:r>
                                <a:rPr lang="zh-CN" altLang="en-US" sz="2800" i="1">
                                  <a:solidFill>
                                    <a:srgbClr val="FFFF00"/>
                                  </a:solidFill>
                                  <a:latin typeface="Cambria Math" panose="02040503050406030204" pitchFamily="18" charset="0"/>
                                </a:rPr>
                                <m:t>𝑡</m:t>
                              </m:r>
                            </m:e>
                            <m:sub>
                              <m:r>
                                <a:rPr lang="zh-CN" altLang="en-US" sz="2800" i="1">
                                  <a:solidFill>
                                    <a:srgbClr val="FFFF00"/>
                                  </a:solidFill>
                                  <a:latin typeface="Cambria Math" panose="02040503050406030204" pitchFamily="18" charset="0"/>
                                </a:rPr>
                                <m:t>0</m:t>
                              </m:r>
                            </m:sub>
                          </m:sSub>
                        </m:e>
                      </m:d>
                      <m:r>
                        <a:rPr lang="en-US" altLang="zh-CN" sz="2800" b="0" i="1" smtClean="0">
                          <a:solidFill>
                            <a:schemeClr val="bg1"/>
                          </a:solidFill>
                          <a:latin typeface="Cambria Math" panose="02040503050406030204" pitchFamily="18" charset="0"/>
                        </a:rPr>
                        <m:t>=</m:t>
                      </m:r>
                      <m:func>
                        <m:funcPr>
                          <m:ctrlPr>
                            <a:rPr lang="zh-CN" altLang="en-US" sz="2800" i="1">
                              <a:solidFill>
                                <a:schemeClr val="bg1"/>
                              </a:solidFill>
                              <a:latin typeface="Cambria Math" panose="02040503050406030204" pitchFamily="18" charset="0"/>
                            </a:rPr>
                          </m:ctrlPr>
                        </m:funcPr>
                        <m:fName>
                          <m:sSub>
                            <m:sSubPr>
                              <m:ctrlPr>
                                <a:rPr lang="zh-CN" altLang="en-US" sz="2800" i="1">
                                  <a:solidFill>
                                    <a:schemeClr val="bg1"/>
                                  </a:solidFill>
                                  <a:latin typeface="Cambria Math" panose="02040503050406030204" pitchFamily="18" charset="0"/>
                                </a:rPr>
                              </m:ctrlPr>
                            </m:sSubPr>
                            <m:e>
                              <m:r>
                                <m:rPr>
                                  <m:sty m:val="p"/>
                                </m:rPr>
                                <a:rPr lang="zh-CN" altLang="en-US" sz="2800">
                                  <a:solidFill>
                                    <a:schemeClr val="bg1"/>
                                  </a:solidFill>
                                  <a:latin typeface="Cambria Math" panose="02040503050406030204" pitchFamily="18" charset="0"/>
                                </a:rPr>
                                <m:t>max</m:t>
                              </m:r>
                            </m:e>
                            <m:sub>
                              <m:r>
                                <a:rPr lang="zh-CN" altLang="en-US" sz="2800" i="1">
                                  <a:solidFill>
                                    <a:schemeClr val="bg1"/>
                                  </a:solidFill>
                                  <a:latin typeface="Cambria Math" panose="02040503050406030204" pitchFamily="18" charset="0"/>
                                </a:rPr>
                                <m:t>𝑡</m:t>
                              </m:r>
                              <m:r>
                                <a:rPr lang="zh-CN" altLang="en-US" sz="2800" i="1">
                                  <a:solidFill>
                                    <a:schemeClr val="bg1"/>
                                  </a:solidFill>
                                  <a:latin typeface="Cambria Math" panose="02040503050406030204" pitchFamily="18" charset="0"/>
                                </a:rPr>
                                <m:t>≥</m:t>
                              </m:r>
                              <m:sSub>
                                <m:sSubPr>
                                  <m:ctrlPr>
                                    <a:rPr lang="zh-CN" altLang="en-US" sz="2800" i="1">
                                      <a:solidFill>
                                        <a:schemeClr val="bg1"/>
                                      </a:solidFill>
                                      <a:latin typeface="Cambria Math" panose="02040503050406030204" pitchFamily="18" charset="0"/>
                                    </a:rPr>
                                  </m:ctrlPr>
                                </m:sSubPr>
                                <m:e>
                                  <m:r>
                                    <a:rPr lang="zh-CN" altLang="en-US" sz="2800" i="1">
                                      <a:solidFill>
                                        <a:schemeClr val="bg1"/>
                                      </a:solidFill>
                                      <a:latin typeface="Cambria Math" panose="02040503050406030204" pitchFamily="18" charset="0"/>
                                    </a:rPr>
                                    <m:t>𝑡</m:t>
                                  </m:r>
                                </m:e>
                                <m:sub>
                                  <m:r>
                                    <a:rPr lang="zh-CN" altLang="en-US" sz="2800" i="1">
                                      <a:solidFill>
                                        <a:schemeClr val="bg1"/>
                                      </a:solidFill>
                                      <a:latin typeface="Cambria Math" panose="02040503050406030204" pitchFamily="18" charset="0"/>
                                    </a:rPr>
                                    <m:t>0</m:t>
                                  </m:r>
                                </m:sub>
                              </m:sSub>
                            </m:sub>
                          </m:sSub>
                        </m:fName>
                        <m:e>
                          <m:r>
                            <a:rPr lang="zh-CN" altLang="en-US" sz="2800" i="1">
                              <a:solidFill>
                                <a:schemeClr val="bg1"/>
                              </a:solidFill>
                              <a:latin typeface="Cambria Math" panose="02040503050406030204" pitchFamily="18" charset="0"/>
                            </a:rPr>
                            <m:t>𝑎</m:t>
                          </m:r>
                        </m:e>
                      </m:func>
                      <m:d>
                        <m:dPr>
                          <m:ctrlPr>
                            <a:rPr lang="zh-CN" altLang="en-US" sz="2800" i="1">
                              <a:solidFill>
                                <a:schemeClr val="bg1"/>
                              </a:solidFill>
                              <a:latin typeface="Cambria Math" panose="02040503050406030204" pitchFamily="18" charset="0"/>
                            </a:rPr>
                          </m:ctrlPr>
                        </m:dPr>
                        <m:e>
                          <m:r>
                            <a:rPr lang="zh-CN" altLang="en-US" sz="2800" i="1">
                              <a:solidFill>
                                <a:schemeClr val="bg1"/>
                              </a:solidFill>
                              <a:latin typeface="Cambria Math" panose="02040503050406030204" pitchFamily="18" charset="0"/>
                            </a:rPr>
                            <m:t>𝑡</m:t>
                          </m:r>
                          <m:r>
                            <a:rPr lang="zh-CN" altLang="en-US" sz="2800" i="1">
                              <a:solidFill>
                                <a:schemeClr val="bg1"/>
                              </a:solidFill>
                              <a:latin typeface="Cambria Math" panose="02040503050406030204" pitchFamily="18" charset="0"/>
                            </a:rPr>
                            <m:t>,</m:t>
                          </m:r>
                          <m:sSub>
                            <m:sSubPr>
                              <m:ctrlPr>
                                <a:rPr lang="zh-CN" altLang="en-US" sz="2800" i="1">
                                  <a:solidFill>
                                    <a:schemeClr val="bg1"/>
                                  </a:solidFill>
                                  <a:latin typeface="Cambria Math" panose="02040503050406030204" pitchFamily="18" charset="0"/>
                                </a:rPr>
                              </m:ctrlPr>
                            </m:sSubPr>
                            <m:e>
                              <m:r>
                                <a:rPr lang="zh-CN" altLang="en-US" sz="2800" i="1">
                                  <a:solidFill>
                                    <a:schemeClr val="bg1"/>
                                  </a:solidFill>
                                  <a:latin typeface="Cambria Math" panose="02040503050406030204" pitchFamily="18" charset="0"/>
                                </a:rPr>
                                <m:t>𝑡</m:t>
                              </m:r>
                            </m:e>
                            <m:sub>
                              <m:r>
                                <a:rPr lang="zh-CN" altLang="en-US" sz="2800" i="1">
                                  <a:solidFill>
                                    <a:schemeClr val="bg1"/>
                                  </a:solidFill>
                                  <a:latin typeface="Cambria Math" panose="02040503050406030204" pitchFamily="18" charset="0"/>
                                </a:rPr>
                                <m:t>0</m:t>
                              </m:r>
                            </m:sub>
                          </m:sSub>
                        </m:e>
                      </m:d>
                      <m:r>
                        <a:rPr lang="en-US" altLang="zh-CN" sz="2800" b="0" i="1" smtClean="0">
                          <a:solidFill>
                            <a:srgbClr val="FFFF00"/>
                          </a:solidFill>
                          <a:latin typeface="Cambria Math" panose="02040503050406030204" pitchFamily="18" charset="0"/>
                        </a:rPr>
                        <m:t>=</m:t>
                      </m:r>
                      <m:sSup>
                        <m:sSupPr>
                          <m:ctrlPr>
                            <a:rPr lang="en-US" altLang="zh-CN" sz="2800" i="1">
                              <a:solidFill>
                                <a:srgbClr val="FFFF00"/>
                              </a:solidFill>
                              <a:latin typeface="Cambria Math" panose="02040503050406030204" pitchFamily="18" charset="0"/>
                            </a:rPr>
                          </m:ctrlPr>
                        </m:sSupPr>
                        <m:e>
                          <m:r>
                            <a:rPr lang="en-US" altLang="zh-CN" sz="2800" i="1">
                              <a:solidFill>
                                <a:srgbClr val="FFFF00"/>
                              </a:solidFill>
                              <a:latin typeface="Cambria Math" panose="02040503050406030204" pitchFamily="18" charset="0"/>
                            </a:rPr>
                            <m:t>𝑒</m:t>
                          </m:r>
                        </m:e>
                        <m:sup>
                          <m:r>
                            <a:rPr lang="en-US" altLang="zh-CN" sz="2800" i="1">
                              <a:solidFill>
                                <a:srgbClr val="FFFF00"/>
                              </a:solidFill>
                              <a:latin typeface="Cambria Math" panose="02040503050406030204" pitchFamily="18" charset="0"/>
                            </a:rPr>
                            <m:t>−(6 </m:t>
                          </m:r>
                          <m:r>
                            <m:rPr>
                              <m:sty m:val="p"/>
                            </m:rPr>
                            <a:rPr lang="en-US" altLang="zh-CN" sz="2800">
                              <a:solidFill>
                                <a:srgbClr val="FFFF00"/>
                              </a:solidFill>
                              <a:latin typeface="Cambria Math" panose="02040503050406030204" pitchFamily="18" charset="0"/>
                            </a:rPr>
                            <m:t>sin</m:t>
                          </m:r>
                          <m:sSub>
                            <m:sSubPr>
                              <m:ctrlPr>
                                <a:rPr lang="en-US" altLang="zh-CN" sz="2800" i="1">
                                  <a:solidFill>
                                    <a:srgbClr val="FFFF00"/>
                                  </a:solidFill>
                                  <a:latin typeface="Cambria Math" panose="02040503050406030204" pitchFamily="18" charset="0"/>
                                </a:rPr>
                              </m:ctrlPr>
                            </m:sSubPr>
                            <m:e>
                              <m:r>
                                <a:rPr lang="en-US" altLang="zh-CN" sz="2800" i="1">
                                  <a:solidFill>
                                    <a:srgbClr val="FFFF00"/>
                                  </a:solidFill>
                                  <a:latin typeface="Cambria Math" panose="02040503050406030204" pitchFamily="18" charset="0"/>
                                </a:rPr>
                                <m:t>𝑡</m:t>
                              </m:r>
                            </m:e>
                            <m:sub>
                              <m:r>
                                <a:rPr lang="en-US" altLang="zh-CN" sz="2800" i="1">
                                  <a:solidFill>
                                    <a:srgbClr val="FFFF00"/>
                                  </a:solidFill>
                                  <a:latin typeface="Cambria Math" panose="02040503050406030204" pitchFamily="18" charset="0"/>
                                </a:rPr>
                                <m:t>0</m:t>
                              </m:r>
                            </m:sub>
                          </m:sSub>
                          <m:r>
                            <a:rPr lang="en-US" altLang="zh-CN" sz="2800" i="1">
                              <a:solidFill>
                                <a:srgbClr val="FFFF00"/>
                              </a:solidFill>
                              <a:latin typeface="Cambria Math" panose="02040503050406030204" pitchFamily="18" charset="0"/>
                            </a:rPr>
                            <m:t>−6</m:t>
                          </m:r>
                          <m:sSub>
                            <m:sSubPr>
                              <m:ctrlPr>
                                <a:rPr lang="en-US" altLang="zh-CN" sz="2800" i="1">
                                  <a:solidFill>
                                    <a:srgbClr val="FFFF00"/>
                                  </a:solidFill>
                                  <a:latin typeface="Cambria Math" panose="02040503050406030204" pitchFamily="18" charset="0"/>
                                </a:rPr>
                              </m:ctrlPr>
                            </m:sSubPr>
                            <m:e>
                              <m:r>
                                <a:rPr lang="en-US" altLang="zh-CN" sz="2800" i="1">
                                  <a:solidFill>
                                    <a:srgbClr val="FFFF00"/>
                                  </a:solidFill>
                                  <a:latin typeface="Cambria Math" panose="02040503050406030204" pitchFamily="18" charset="0"/>
                                </a:rPr>
                                <m:t>𝑡</m:t>
                              </m:r>
                            </m:e>
                            <m:sub>
                              <m:r>
                                <a:rPr lang="en-US" altLang="zh-CN" sz="2800" i="1">
                                  <a:solidFill>
                                    <a:srgbClr val="FFFF00"/>
                                  </a:solidFill>
                                  <a:latin typeface="Cambria Math" panose="02040503050406030204" pitchFamily="18" charset="0"/>
                                </a:rPr>
                                <m:t>0</m:t>
                              </m:r>
                            </m:sub>
                          </m:sSub>
                          <m:r>
                            <m:rPr>
                              <m:sty m:val="p"/>
                            </m:rPr>
                            <a:rPr lang="en-US" altLang="zh-CN" sz="2800">
                              <a:solidFill>
                                <a:srgbClr val="FFFF00"/>
                              </a:solidFill>
                              <a:latin typeface="Cambria Math" panose="02040503050406030204" pitchFamily="18" charset="0"/>
                            </a:rPr>
                            <m:t>cos</m:t>
                          </m:r>
                          <m:sSub>
                            <m:sSubPr>
                              <m:ctrlPr>
                                <a:rPr lang="en-US" altLang="zh-CN" sz="2800" i="1">
                                  <a:solidFill>
                                    <a:srgbClr val="FFFF00"/>
                                  </a:solidFill>
                                  <a:latin typeface="Cambria Math" panose="02040503050406030204" pitchFamily="18" charset="0"/>
                                </a:rPr>
                              </m:ctrlPr>
                            </m:sSubPr>
                            <m:e>
                              <m:r>
                                <a:rPr lang="en-US" altLang="zh-CN" sz="2800" i="1">
                                  <a:solidFill>
                                    <a:srgbClr val="FFFF00"/>
                                  </a:solidFill>
                                  <a:latin typeface="Cambria Math" panose="02040503050406030204" pitchFamily="18" charset="0"/>
                                </a:rPr>
                                <m:t>𝑡</m:t>
                              </m:r>
                            </m:e>
                            <m:sub>
                              <m:r>
                                <a:rPr lang="en-US" altLang="zh-CN" sz="2800" i="1">
                                  <a:solidFill>
                                    <a:srgbClr val="FFFF00"/>
                                  </a:solidFill>
                                  <a:latin typeface="Cambria Math" panose="02040503050406030204" pitchFamily="18" charset="0"/>
                                </a:rPr>
                                <m:t>0</m:t>
                              </m:r>
                            </m:sub>
                          </m:sSub>
                          <m:r>
                            <a:rPr lang="en-US" altLang="zh-CN" sz="2800" i="1">
                              <a:solidFill>
                                <a:srgbClr val="FFFF00"/>
                              </a:solidFill>
                              <a:latin typeface="Cambria Math" panose="02040503050406030204" pitchFamily="18" charset="0"/>
                            </a:rPr>
                            <m:t>−</m:t>
                          </m:r>
                          <m:sSup>
                            <m:sSupPr>
                              <m:ctrlPr>
                                <a:rPr lang="en-US" altLang="zh-CN" sz="2800" i="1">
                                  <a:solidFill>
                                    <a:srgbClr val="FFFF00"/>
                                  </a:solidFill>
                                  <a:latin typeface="Cambria Math" panose="02040503050406030204" pitchFamily="18" charset="0"/>
                                </a:rPr>
                              </m:ctrlPr>
                            </m:sSupPr>
                            <m:e>
                              <m:sSub>
                                <m:sSubPr>
                                  <m:ctrlPr>
                                    <a:rPr lang="en-US" altLang="zh-CN" sz="2800" i="1">
                                      <a:solidFill>
                                        <a:srgbClr val="FFFF00"/>
                                      </a:solidFill>
                                      <a:latin typeface="Cambria Math" panose="02040503050406030204" pitchFamily="18" charset="0"/>
                                    </a:rPr>
                                  </m:ctrlPr>
                                </m:sSubPr>
                                <m:e>
                                  <m:r>
                                    <a:rPr lang="en-US" altLang="zh-CN" sz="2800" i="1">
                                      <a:solidFill>
                                        <a:srgbClr val="FFFF00"/>
                                      </a:solidFill>
                                      <a:latin typeface="Cambria Math" panose="02040503050406030204" pitchFamily="18" charset="0"/>
                                    </a:rPr>
                                    <m:t>𝑡</m:t>
                                  </m:r>
                                </m:e>
                                <m:sub>
                                  <m:r>
                                    <a:rPr lang="en-US" altLang="zh-CN" sz="2800" i="1">
                                      <a:solidFill>
                                        <a:srgbClr val="FFFF00"/>
                                      </a:solidFill>
                                      <a:latin typeface="Cambria Math" panose="02040503050406030204" pitchFamily="18" charset="0"/>
                                    </a:rPr>
                                    <m:t>0</m:t>
                                  </m:r>
                                </m:sub>
                              </m:sSub>
                            </m:e>
                            <m:sup>
                              <m:r>
                                <a:rPr lang="en-US" altLang="zh-CN" sz="2800" i="1">
                                  <a:solidFill>
                                    <a:srgbClr val="FFFF00"/>
                                  </a:solidFill>
                                  <a:latin typeface="Cambria Math" panose="02040503050406030204" pitchFamily="18" charset="0"/>
                                </a:rPr>
                                <m:t>2</m:t>
                              </m:r>
                            </m:sup>
                          </m:sSup>
                          <m:r>
                            <a:rPr lang="en-US" altLang="zh-CN" sz="2800" i="1">
                              <a:solidFill>
                                <a:srgbClr val="FFFF00"/>
                              </a:solidFill>
                              <a:latin typeface="Cambria Math" panose="02040503050406030204" pitchFamily="18" charset="0"/>
                            </a:rPr>
                            <m:t>)</m:t>
                          </m:r>
                        </m:sup>
                      </m:sSup>
                    </m:oMath>
                  </m:oMathPara>
                </a14:m>
                <a:endParaRPr lang="zh-CN" altLang="en-US" sz="2800" dirty="0">
                  <a:solidFill>
                    <a:srgbClr val="FFFF00"/>
                  </a:solidFill>
                </a:endParaRPr>
              </a:p>
            </p:txBody>
          </p:sp>
        </mc:Choice>
        <mc:Fallback xmlns="">
          <p:sp>
            <p:nvSpPr>
              <p:cNvPr id="37" name="对象 36">
                <a:extLst>
                  <a:ext uri="{FF2B5EF4-FFF2-40B4-BE49-F238E27FC236}">
                    <a16:creationId xmlns:a16="http://schemas.microsoft.com/office/drawing/2014/main" id="{0FDDC9E1-E5A3-4744-9709-9580FFDCCF93}"/>
                  </a:ext>
                </a:extLst>
              </p:cNvPr>
              <p:cNvSpPr txBox="1">
                <a:spLocks noRot="1" noChangeAspect="1" noMove="1" noResize="1" noEditPoints="1" noAdjustHandles="1" noChangeArrowheads="1" noChangeShapeType="1" noTextEdit="1"/>
              </p:cNvSpPr>
              <p:nvPr/>
            </p:nvSpPr>
            <p:spPr bwMode="auto">
              <a:xfrm>
                <a:off x="727646" y="1844626"/>
                <a:ext cx="7688708" cy="576262"/>
              </a:xfrm>
              <a:prstGeom prst="rect">
                <a:avLst/>
              </a:prstGeom>
              <a:blipFill>
                <a:blip r:embed="rId7"/>
                <a:stretch>
                  <a:fillRect b="-3191"/>
                </a:stretch>
              </a:blipFill>
              <a:ln>
                <a:noFill/>
              </a:ln>
            </p:spPr>
            <p:txBody>
              <a:bodyPr/>
              <a:lstStyle/>
              <a:p>
                <a:r>
                  <a:rPr lang="zh-CN" altLang="en-US">
                    <a:noFill/>
                  </a:rPr>
                  <a:t> </a:t>
                </a:r>
              </a:p>
            </p:txBody>
          </p:sp>
        </mc:Fallback>
      </mc:AlternateContent>
      <p:sp>
        <p:nvSpPr>
          <p:cNvPr id="19" name="日期占位符 3"/>
          <p:cNvSpPr txBox="1">
            <a:spLocks/>
          </p:cNvSpPr>
          <p:nvPr/>
        </p:nvSpPr>
        <p:spPr>
          <a:xfrm>
            <a:off x="457200" y="6476999"/>
            <a:ext cx="2133600" cy="274320"/>
          </a:xfrm>
          <a:prstGeom prst="rect">
            <a:avLst/>
          </a:prstGeom>
        </p:spPr>
        <p:txBody>
          <a:bodyPr vert="horz" lIns="109728" rIns="45720" bIns="0" rtlCol="0" anchor="b"/>
          <a:lstStyle>
            <a:defPPr>
              <a:defRPr lang="zh-CN"/>
            </a:defPPr>
            <a:lvl1pPr marL="0" algn="l" defTabSz="914400" rtl="0" eaLnBrk="1" latinLnBrk="0" hangingPunct="1">
              <a:defRPr kumimoji="0" sz="1800" kern="1200">
                <a:solidFill>
                  <a:srgbClr val="FF0000"/>
                </a:solidFill>
                <a:latin typeface="Times New Roman" pitchFamily="18" charset="0"/>
                <a:ea typeface="+mn-ea"/>
                <a:cs typeface="Times New Roman" pitchFamily="18"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dirty="0"/>
          </a:p>
        </p:txBody>
      </p:sp>
      <mc:AlternateContent xmlns:mc="http://schemas.openxmlformats.org/markup-compatibility/2006" xmlns:a14="http://schemas.microsoft.com/office/drawing/2010/main">
        <mc:Choice Requires="a14">
          <p:sp>
            <p:nvSpPr>
              <p:cNvPr id="12" name="内容占位符 2">
                <a:extLst>
                  <a:ext uri="{FF2B5EF4-FFF2-40B4-BE49-F238E27FC236}">
                    <a16:creationId xmlns:a16="http://schemas.microsoft.com/office/drawing/2014/main" id="{1180BAE1-DF4B-4C90-6F67-CEC9D6D17595}"/>
                  </a:ext>
                </a:extLst>
              </p:cNvPr>
              <p:cNvSpPr txBox="1">
                <a:spLocks/>
              </p:cNvSpPr>
              <p:nvPr/>
            </p:nvSpPr>
            <p:spPr>
              <a:xfrm>
                <a:off x="383754" y="3150279"/>
                <a:ext cx="8382000" cy="1317243"/>
              </a:xfrm>
              <a:prstGeom prst="rect">
                <a:avLst/>
              </a:prstGeom>
            </p:spPr>
            <p:txBody>
              <a:bodyPr vert="horz" lIns="54864" tIns="91440" rtlCol="0">
                <a:normAutofit/>
              </a:bodyPr>
              <a:lstStyle>
                <a:lvl1pPr marL="438912" indent="-320040" algn="l" rtl="0" eaLnBrk="1" latinLnBrk="0" hangingPunct="1">
                  <a:spcBef>
                    <a:spcPts val="0"/>
                  </a:spcBef>
                  <a:buClr>
                    <a:schemeClr val="accent1"/>
                  </a:buClr>
                  <a:buSzPct val="80000"/>
                  <a:buFont typeface="Wingdings 2"/>
                  <a:buChar char=""/>
                  <a:defRPr kumimoji="0" sz="3200" kern="1200">
                    <a:solidFill>
                      <a:schemeClr val="bg1"/>
                    </a:solidFill>
                    <a:latin typeface="Times New Roman" pitchFamily="18" charset="0"/>
                    <a:ea typeface="+mn-ea"/>
                    <a:cs typeface="Times New Roman" pitchFamily="18" charset="0"/>
                  </a:defRPr>
                </a:lvl1pPr>
                <a:lvl2pPr marL="731520" indent="-274320" algn="l" rtl="0" eaLnBrk="1" latinLnBrk="0" hangingPunct="1">
                  <a:spcBef>
                    <a:spcPct val="20000"/>
                  </a:spcBef>
                  <a:buClr>
                    <a:schemeClr val="accent2"/>
                  </a:buClr>
                  <a:buSzPct val="90000"/>
                  <a:buFont typeface="Wingdings"/>
                  <a:buChar char=""/>
                  <a:defRPr kumimoji="0" sz="2800" kern="1200">
                    <a:solidFill>
                      <a:schemeClr val="bg1"/>
                    </a:solidFill>
                    <a:latin typeface="Times New Roman" pitchFamily="18" charset="0"/>
                    <a:ea typeface="+mn-ea"/>
                    <a:cs typeface="Times New Roman" pitchFamily="18" charset="0"/>
                  </a:defRPr>
                </a:lvl2pPr>
                <a:lvl3pPr marL="996696" indent="-228600" algn="l" rtl="0" eaLnBrk="1" latinLnBrk="0" hangingPunct="1">
                  <a:spcBef>
                    <a:spcPct val="20000"/>
                  </a:spcBef>
                  <a:buClr>
                    <a:schemeClr val="accent3"/>
                  </a:buClr>
                  <a:buFont typeface="Arial"/>
                  <a:buChar char="▪"/>
                  <a:defRPr kumimoji="0" sz="2400" kern="1200">
                    <a:solidFill>
                      <a:schemeClr val="bg1"/>
                    </a:solidFill>
                    <a:latin typeface="Times New Roman" pitchFamily="18" charset="0"/>
                    <a:ea typeface="+mn-ea"/>
                    <a:cs typeface="Times New Roman" pitchFamily="18" charset="0"/>
                  </a:defRPr>
                </a:lvl3pPr>
                <a:lvl4pPr marL="1216152" indent="-182880" algn="l" rtl="0" eaLnBrk="1" latinLnBrk="0" hangingPunct="1">
                  <a:spcBef>
                    <a:spcPct val="20000"/>
                  </a:spcBef>
                  <a:buClr>
                    <a:schemeClr val="accent4"/>
                  </a:buClr>
                  <a:buFont typeface="Arial"/>
                  <a:buChar char="▪"/>
                  <a:defRPr kumimoji="0" sz="2000" kern="1200">
                    <a:solidFill>
                      <a:schemeClr val="bg1"/>
                    </a:solidFill>
                    <a:latin typeface="Times New Roman" pitchFamily="18" charset="0"/>
                    <a:ea typeface="+mn-ea"/>
                    <a:cs typeface="Times New Roman" pitchFamily="18" charset="0"/>
                  </a:defRPr>
                </a:lvl4pPr>
                <a:lvl5pPr marL="1426464" indent="-182880" algn="l" rtl="0" eaLnBrk="1" latinLnBrk="0" hangingPunct="1">
                  <a:spcBef>
                    <a:spcPct val="20000"/>
                  </a:spcBef>
                  <a:buClr>
                    <a:schemeClr val="accent5"/>
                  </a:buClr>
                  <a:buFont typeface="Wingdings 3"/>
                  <a:buChar char=""/>
                  <a:defRPr kumimoji="0" lang="en-US" sz="2000" kern="1200" smtClean="0">
                    <a:solidFill>
                      <a:schemeClr val="tx1"/>
                    </a:solidFill>
                    <a:latin typeface="Times New Roman" pitchFamily="18" charset="0"/>
                    <a:ea typeface="+mn-ea"/>
                    <a:cs typeface="Times New Roman" pitchFamily="18" charset="0"/>
                  </a:defRPr>
                </a:lvl5pPr>
                <a:lvl6pPr marL="1627632" indent="-182880" algn="l" rtl="0" eaLnBrk="1" latinLnBrk="0" hangingPunct="1">
                  <a:spcBef>
                    <a:spcPct val="20000"/>
                  </a:spcBef>
                  <a:buClr>
                    <a:schemeClr val="accent6"/>
                  </a:buClr>
                  <a:buSzPct val="100000"/>
                  <a:buFont typeface="Wingdings 2"/>
                  <a:buChar char=""/>
                  <a:defRPr kumimoji="0" sz="2000" kern="1200">
                    <a:solidFill>
                      <a:schemeClr val="tx1"/>
                    </a:solidFill>
                    <a:latin typeface="+mn-lt"/>
                    <a:ea typeface="+mn-ea"/>
                    <a:cs typeface="+mn-cs"/>
                  </a:defRPr>
                </a:lvl6pPr>
                <a:lvl7pPr marL="1828800" indent="-182880" algn="l" rtl="0" eaLnBrk="1" latinLnBrk="0" hangingPunct="1">
                  <a:spcBef>
                    <a:spcPct val="20000"/>
                  </a:spcBef>
                  <a:buClr>
                    <a:schemeClr val="accent1"/>
                  </a:buClr>
                  <a:buSzPct val="100000"/>
                  <a:buFont typeface="Wingdings 2"/>
                  <a:buChar char=""/>
                  <a:defRPr kumimoji="0" sz="1800" kern="1200">
                    <a:solidFill>
                      <a:schemeClr val="tx1"/>
                    </a:solidFill>
                    <a:latin typeface="+mn-lt"/>
                    <a:ea typeface="+mn-ea"/>
                    <a:cs typeface="+mn-cs"/>
                  </a:defRPr>
                </a:lvl7pPr>
                <a:lvl8pPr marL="2029968" indent="-182880" algn="l" rtl="0" eaLnBrk="1" latinLnBrk="0" hangingPunct="1">
                  <a:spcBef>
                    <a:spcPct val="20000"/>
                  </a:spcBef>
                  <a:buClr>
                    <a:schemeClr val="accent2"/>
                  </a:buClr>
                  <a:buFont typeface="Wingdings 2" pitchFamily="18" charset="2"/>
                  <a:buChar char=""/>
                  <a:defRPr kumimoji="0" sz="1800" kern="1200">
                    <a:solidFill>
                      <a:schemeClr val="tx1"/>
                    </a:solidFill>
                    <a:latin typeface="+mn-lt"/>
                    <a:ea typeface="+mn-ea"/>
                    <a:cs typeface="+mn-cs"/>
                  </a:defRPr>
                </a:lvl8pPr>
                <a:lvl9pPr marL="2231136" indent="-182880" algn="l" rtl="0" eaLnBrk="1" latinLnBrk="0" hangingPunct="1">
                  <a:spcBef>
                    <a:spcPct val="20000"/>
                  </a:spcBef>
                  <a:buClr>
                    <a:schemeClr val="accent3"/>
                  </a:buClr>
                  <a:buFont typeface="Wingdings 2" pitchFamily="18" charset="2"/>
                  <a:buChar char=""/>
                  <a:defRPr kumimoji="0" sz="1800" kern="1200" baseline="0">
                    <a:solidFill>
                      <a:schemeClr val="tx1"/>
                    </a:solidFill>
                    <a:latin typeface="+mn-lt"/>
                    <a:ea typeface="+mn-ea"/>
                    <a:cs typeface="+mn-cs"/>
                  </a:defRPr>
                </a:lvl9pPr>
                <a:extLst/>
              </a:lstStyle>
              <a:p>
                <a:pPr>
                  <a:lnSpc>
                    <a:spcPts val="4000"/>
                  </a:lnSpc>
                </a:pPr>
                <a:r>
                  <a:rPr lang="zh-CN" altLang="en-US" sz="2800" b="1" dirty="0"/>
                  <a:t>取  </a:t>
                </a:r>
                <a14:m>
                  <m:oMath xmlns:m="http://schemas.openxmlformats.org/officeDocument/2006/math">
                    <m:sSub>
                      <m:sSubPr>
                        <m:ctrlPr>
                          <a:rPr lang="zh-CN" altLang="en-US" sz="2800" i="1">
                            <a:solidFill>
                              <a:srgbClr val="FFFF00"/>
                            </a:solidFill>
                            <a:latin typeface="Cambria Math" panose="02040503050406030204" pitchFamily="18" charset="0"/>
                          </a:rPr>
                        </m:ctrlPr>
                      </m:sSubPr>
                      <m:e>
                        <m:r>
                          <a:rPr lang="zh-CN" altLang="en-US" sz="2800" i="1">
                            <a:solidFill>
                              <a:srgbClr val="FFFF00"/>
                            </a:solidFill>
                            <a:latin typeface="Cambria Math" panose="02040503050406030204" pitchFamily="18" charset="0"/>
                          </a:rPr>
                          <m:t>𝑡</m:t>
                        </m:r>
                      </m:e>
                      <m:sub>
                        <m:r>
                          <a:rPr lang="zh-CN" altLang="en-US" sz="2800" i="1">
                            <a:solidFill>
                              <a:srgbClr val="FFFF00"/>
                            </a:solidFill>
                            <a:latin typeface="Cambria Math" panose="02040503050406030204" pitchFamily="18" charset="0"/>
                          </a:rPr>
                          <m:t>0</m:t>
                        </m:r>
                      </m:sub>
                    </m:sSub>
                    <m:r>
                      <a:rPr lang="zh-CN" altLang="en-US" sz="2800" i="1">
                        <a:solidFill>
                          <a:srgbClr val="FFFF00"/>
                        </a:solidFill>
                        <a:latin typeface="Cambria Math" panose="02040503050406030204" pitchFamily="18" charset="0"/>
                      </a:rPr>
                      <m:t>=2</m:t>
                    </m:r>
                    <m:r>
                      <a:rPr lang="zh-CN" altLang="en-US" sz="2800" i="1">
                        <a:solidFill>
                          <a:srgbClr val="FFFF00"/>
                        </a:solidFill>
                        <a:latin typeface="Cambria Math" panose="02040503050406030204" pitchFamily="18" charset="0"/>
                      </a:rPr>
                      <m:t>𝑛</m:t>
                    </m:r>
                    <m:r>
                      <a:rPr lang="zh-CN" altLang="en-US" sz="2800" i="1">
                        <a:solidFill>
                          <a:srgbClr val="FFFF00"/>
                        </a:solidFill>
                        <a:latin typeface="Cambria Math" panose="02040503050406030204" pitchFamily="18" charset="0"/>
                      </a:rPr>
                      <m:t>𝜋</m:t>
                    </m:r>
                    <m:r>
                      <a:rPr lang="zh-CN" altLang="en-US" sz="2800" i="1">
                        <a:solidFill>
                          <a:srgbClr val="FFFF00"/>
                        </a:solidFill>
                        <a:latin typeface="Cambria Math" panose="02040503050406030204" pitchFamily="18" charset="0"/>
                      </a:rPr>
                      <m:t>,  </m:t>
                    </m:r>
                    <m:r>
                      <a:rPr lang="zh-CN" altLang="en-US" sz="2800" i="1">
                        <a:solidFill>
                          <a:srgbClr val="FFFF00"/>
                        </a:solidFill>
                        <a:latin typeface="Cambria Math" panose="02040503050406030204" pitchFamily="18" charset="0"/>
                      </a:rPr>
                      <m:t>𝑛</m:t>
                    </m:r>
                    <m:r>
                      <a:rPr lang="zh-CN" altLang="en-US" sz="2800" i="1">
                        <a:solidFill>
                          <a:srgbClr val="FFFF00"/>
                        </a:solidFill>
                        <a:latin typeface="Cambria Math" panose="02040503050406030204" pitchFamily="18" charset="0"/>
                      </a:rPr>
                      <m:t>=0,1,2,⋯</m:t>
                    </m:r>
                  </m:oMath>
                </a14:m>
                <a:r>
                  <a:rPr lang="zh-CN" altLang="en-US" sz="2800" b="1" dirty="0"/>
                  <a:t> ，有</a:t>
                </a:r>
                <a:br>
                  <a:rPr lang="en-US" altLang="zh-CN" sz="2800" b="1" dirty="0"/>
                </a:br>
                <a14:m>
                  <m:oMath xmlns:m="http://schemas.openxmlformats.org/officeDocument/2006/math">
                    <m:r>
                      <a:rPr lang="zh-CN" altLang="en-US" sz="2800" i="1" smtClean="0">
                        <a:solidFill>
                          <a:schemeClr val="bg1"/>
                        </a:solidFill>
                        <a:latin typeface="Cambria Math" panose="02040503050406030204" pitchFamily="18" charset="0"/>
                      </a:rPr>
                      <m:t>𝑥</m:t>
                    </m:r>
                    <m:r>
                      <a:rPr lang="zh-CN" altLang="en-US" sz="2800" i="1" smtClean="0">
                        <a:solidFill>
                          <a:schemeClr val="bg1"/>
                        </a:solidFill>
                        <a:latin typeface="Cambria Math" panose="02040503050406030204" pitchFamily="18" charset="0"/>
                      </a:rPr>
                      <m:t>(</m:t>
                    </m:r>
                    <m:sSub>
                      <m:sSubPr>
                        <m:ctrlPr>
                          <a:rPr lang="zh-CN" altLang="en-US" sz="2800" i="1">
                            <a:solidFill>
                              <a:schemeClr val="bg1"/>
                            </a:solidFill>
                            <a:latin typeface="Cambria Math" panose="02040503050406030204" pitchFamily="18" charset="0"/>
                          </a:rPr>
                        </m:ctrlPr>
                      </m:sSubPr>
                      <m:e>
                        <m:r>
                          <a:rPr lang="zh-CN" altLang="en-US" sz="2800" i="1">
                            <a:solidFill>
                              <a:schemeClr val="bg1"/>
                            </a:solidFill>
                            <a:latin typeface="Cambria Math" panose="02040503050406030204" pitchFamily="18" charset="0"/>
                          </a:rPr>
                          <m:t>𝑡</m:t>
                        </m:r>
                      </m:e>
                      <m:sub>
                        <m:r>
                          <a:rPr lang="zh-CN" altLang="en-US" sz="2800" i="1">
                            <a:solidFill>
                              <a:schemeClr val="bg1"/>
                            </a:solidFill>
                            <a:latin typeface="Cambria Math" panose="02040503050406030204" pitchFamily="18" charset="0"/>
                          </a:rPr>
                          <m:t>0</m:t>
                        </m:r>
                      </m:sub>
                    </m:sSub>
                    <m:r>
                      <a:rPr lang="en-US" altLang="zh-CN" sz="2800" b="0" i="1" smtClean="0">
                        <a:solidFill>
                          <a:schemeClr val="bg1"/>
                        </a:solidFill>
                        <a:latin typeface="Cambria Math" panose="02040503050406030204" pitchFamily="18" charset="0"/>
                      </a:rPr>
                      <m:t>+</m:t>
                    </m:r>
                    <m:r>
                      <a:rPr lang="zh-CN" altLang="en-US" sz="2800" b="0" i="1" smtClean="0">
                        <a:solidFill>
                          <a:schemeClr val="bg1"/>
                        </a:solidFill>
                        <a:latin typeface="Cambria Math" panose="02040503050406030204" pitchFamily="18" charset="0"/>
                      </a:rPr>
                      <m:t>𝜋</m:t>
                    </m:r>
                    <m:r>
                      <a:rPr lang="zh-CN" altLang="en-US" sz="2800" i="1">
                        <a:solidFill>
                          <a:schemeClr val="bg1"/>
                        </a:solidFill>
                        <a:latin typeface="Cambria Math" panose="02040503050406030204" pitchFamily="18" charset="0"/>
                      </a:rPr>
                      <m:t>)=</m:t>
                    </m:r>
                    <m:r>
                      <a:rPr lang="zh-CN" altLang="en-US" sz="2800" i="1">
                        <a:solidFill>
                          <a:schemeClr val="bg1"/>
                        </a:solidFill>
                        <a:latin typeface="Cambria Math" panose="02040503050406030204" pitchFamily="18" charset="0"/>
                      </a:rPr>
                      <m:t>𝑥</m:t>
                    </m:r>
                    <m:r>
                      <a:rPr lang="zh-CN" altLang="en-US" sz="2800" i="1">
                        <a:solidFill>
                          <a:schemeClr val="bg1"/>
                        </a:solidFill>
                        <a:latin typeface="Cambria Math" panose="02040503050406030204" pitchFamily="18" charset="0"/>
                      </a:rPr>
                      <m:t>(</m:t>
                    </m:r>
                    <m:sSub>
                      <m:sSubPr>
                        <m:ctrlPr>
                          <a:rPr lang="zh-CN" altLang="en-US" sz="2800" i="1">
                            <a:solidFill>
                              <a:schemeClr val="bg1"/>
                            </a:solidFill>
                            <a:latin typeface="Cambria Math" panose="02040503050406030204" pitchFamily="18" charset="0"/>
                          </a:rPr>
                        </m:ctrlPr>
                      </m:sSubPr>
                      <m:e>
                        <m:r>
                          <a:rPr lang="zh-CN" altLang="en-US" sz="2800" i="1">
                            <a:solidFill>
                              <a:schemeClr val="bg1"/>
                            </a:solidFill>
                            <a:latin typeface="Cambria Math" panose="02040503050406030204" pitchFamily="18" charset="0"/>
                          </a:rPr>
                          <m:t>𝑡</m:t>
                        </m:r>
                      </m:e>
                      <m:sub>
                        <m:r>
                          <a:rPr lang="zh-CN" altLang="en-US" sz="2800" i="1">
                            <a:solidFill>
                              <a:schemeClr val="bg1"/>
                            </a:solidFill>
                            <a:latin typeface="Cambria Math" panose="02040503050406030204" pitchFamily="18" charset="0"/>
                          </a:rPr>
                          <m:t>0</m:t>
                        </m:r>
                      </m:sub>
                    </m:sSub>
                    <m:r>
                      <a:rPr lang="zh-CN" altLang="en-US" sz="2800" i="1">
                        <a:solidFill>
                          <a:schemeClr val="bg1"/>
                        </a:solidFill>
                        <a:latin typeface="Cambria Math" panose="02040503050406030204" pitchFamily="18" charset="0"/>
                      </a:rPr>
                      <m:t>)</m:t>
                    </m:r>
                    <m:sSup>
                      <m:sSupPr>
                        <m:ctrlPr>
                          <a:rPr lang="en-US" altLang="zh-CN" sz="2800" i="1">
                            <a:solidFill>
                              <a:srgbClr val="FFFF00"/>
                            </a:solidFill>
                            <a:latin typeface="Cambria Math" panose="02040503050406030204" pitchFamily="18" charset="0"/>
                          </a:rPr>
                        </m:ctrlPr>
                      </m:sSupPr>
                      <m:e>
                        <m:r>
                          <a:rPr lang="en-US" altLang="zh-CN" sz="2800" i="1">
                            <a:solidFill>
                              <a:srgbClr val="FFFF00"/>
                            </a:solidFill>
                            <a:latin typeface="Cambria Math" panose="02040503050406030204" pitchFamily="18" charset="0"/>
                          </a:rPr>
                          <m:t>𝑒</m:t>
                        </m:r>
                      </m:e>
                      <m:sup>
                        <m:r>
                          <a:rPr lang="en-US" altLang="zh-CN" sz="2800" i="1">
                            <a:solidFill>
                              <a:srgbClr val="FFFF00"/>
                            </a:solidFill>
                            <a:latin typeface="Cambria Math" panose="02040503050406030204" pitchFamily="18" charset="0"/>
                          </a:rPr>
                          <m:t>(</m:t>
                        </m:r>
                        <m:r>
                          <a:rPr lang="en-US" altLang="zh-CN" sz="2800" b="0" i="1" smtClean="0">
                            <a:solidFill>
                              <a:srgbClr val="FFFF00"/>
                            </a:solidFill>
                            <a:latin typeface="Cambria Math" panose="02040503050406030204" pitchFamily="18" charset="0"/>
                          </a:rPr>
                          <m:t>4</m:t>
                        </m:r>
                        <m:r>
                          <a:rPr lang="en-US" altLang="zh-CN" sz="2800" b="0" i="1" smtClean="0">
                            <a:solidFill>
                              <a:srgbClr val="FFFF00"/>
                            </a:solidFill>
                            <a:latin typeface="Cambria Math" panose="02040503050406030204" pitchFamily="18" charset="0"/>
                          </a:rPr>
                          <m:t>𝑛</m:t>
                        </m:r>
                        <m:r>
                          <a:rPr lang="en-US" altLang="zh-CN" sz="2800" b="0" i="1" smtClean="0">
                            <a:solidFill>
                              <a:srgbClr val="FFFF00"/>
                            </a:solidFill>
                            <a:latin typeface="Cambria Math" panose="02040503050406030204" pitchFamily="18" charset="0"/>
                          </a:rPr>
                          <m:t>+1)(6−</m:t>
                        </m:r>
                        <m:r>
                          <a:rPr lang="zh-CN" altLang="en-US" sz="2800" i="1">
                            <a:solidFill>
                              <a:srgbClr val="FFFF00"/>
                            </a:solidFill>
                            <a:latin typeface="Cambria Math" panose="02040503050406030204" pitchFamily="18" charset="0"/>
                          </a:rPr>
                          <m:t>𝜋</m:t>
                        </m:r>
                        <m:r>
                          <a:rPr lang="en-US" altLang="zh-CN" sz="2800" b="0" i="1" smtClean="0">
                            <a:solidFill>
                              <a:srgbClr val="FFFF00"/>
                            </a:solidFill>
                            <a:latin typeface="Cambria Math" panose="02040503050406030204" pitchFamily="18" charset="0"/>
                          </a:rPr>
                          <m:t>)</m:t>
                        </m:r>
                        <m:r>
                          <a:rPr lang="zh-CN" altLang="en-US" sz="2800" i="1">
                            <a:solidFill>
                              <a:srgbClr val="FFFF00"/>
                            </a:solidFill>
                            <a:latin typeface="Cambria Math" panose="02040503050406030204" pitchFamily="18" charset="0"/>
                          </a:rPr>
                          <m:t>𝜋</m:t>
                        </m:r>
                      </m:sup>
                    </m:sSup>
                  </m:oMath>
                </a14:m>
                <a:endParaRPr lang="zh-CN" altLang="en-US" sz="2800" b="1" dirty="0"/>
              </a:p>
            </p:txBody>
          </p:sp>
        </mc:Choice>
        <mc:Fallback xmlns="">
          <p:sp>
            <p:nvSpPr>
              <p:cNvPr id="12" name="内容占位符 2">
                <a:extLst>
                  <a:ext uri="{FF2B5EF4-FFF2-40B4-BE49-F238E27FC236}">
                    <a16:creationId xmlns:a16="http://schemas.microsoft.com/office/drawing/2014/main" id="{1180BAE1-DF4B-4C90-6F67-CEC9D6D17595}"/>
                  </a:ext>
                </a:extLst>
              </p:cNvPr>
              <p:cNvSpPr txBox="1">
                <a:spLocks noRot="1" noChangeAspect="1" noMove="1" noResize="1" noEditPoints="1" noAdjustHandles="1" noChangeArrowheads="1" noChangeShapeType="1" noTextEdit="1"/>
              </p:cNvSpPr>
              <p:nvPr/>
            </p:nvSpPr>
            <p:spPr>
              <a:xfrm>
                <a:off x="383754" y="3150279"/>
                <a:ext cx="8382000" cy="1317243"/>
              </a:xfrm>
              <a:prstGeom prst="rect">
                <a:avLst/>
              </a:prstGeom>
              <a:blipFill>
                <a:blip r:embed="rId8"/>
                <a:stretch>
                  <a:fillRect/>
                </a:stretch>
              </a:blipFill>
            </p:spPr>
            <p:txBody>
              <a:bodyPr/>
              <a:lstStyle/>
              <a:p>
                <a:r>
                  <a:rPr lang="zh-CN" altLang="en-US">
                    <a:noFill/>
                  </a:rPr>
                  <a:t> </a:t>
                </a:r>
              </a:p>
            </p:txBody>
          </p:sp>
        </mc:Fallback>
      </mc:AlternateContent>
    </p:spTree>
    <p:custDataLst>
      <p:tags r:id="rId1"/>
    </p:custDataLst>
    <p:extLst>
      <p:ext uri="{BB962C8B-B14F-4D97-AF65-F5344CB8AC3E}">
        <p14:creationId xmlns:p14="http://schemas.microsoft.com/office/powerpoint/2010/main" val="304418035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zh-CN" altLang="en-US" dirty="0"/>
              <a:t>稳定的一致性：一致稳定</a:t>
            </a:r>
          </a:p>
        </p:txBody>
      </p:sp>
      <p:sp>
        <p:nvSpPr>
          <p:cNvPr id="7" name="灯片编号占位符 6"/>
          <p:cNvSpPr>
            <a:spLocks noGrp="1"/>
          </p:cNvSpPr>
          <p:nvPr>
            <p:ph type="sldNum" sz="quarter" idx="12"/>
          </p:nvPr>
        </p:nvSpPr>
        <p:spPr/>
        <p:txBody>
          <a:bodyPr/>
          <a:lstStyle/>
          <a:p>
            <a:fld id="{58C210BB-F110-452C-89E7-9EA0A8D47DCE}" type="slidenum">
              <a:rPr lang="zh-CN" altLang="en-US" smtClean="0"/>
              <a:pPr/>
              <a:t>15</a:t>
            </a:fld>
            <a:endParaRPr lang="zh-CN" altLang="en-US" dirty="0"/>
          </a:p>
        </p:txBody>
      </p:sp>
      <mc:AlternateContent xmlns:mc="http://schemas.openxmlformats.org/markup-compatibility/2006" xmlns:a14="http://schemas.microsoft.com/office/drawing/2010/main">
        <mc:Choice Requires="a14">
          <p:sp>
            <p:nvSpPr>
              <p:cNvPr id="9" name="内容占位符 2"/>
              <p:cNvSpPr txBox="1">
                <a:spLocks/>
              </p:cNvSpPr>
              <p:nvPr/>
            </p:nvSpPr>
            <p:spPr>
              <a:xfrm>
                <a:off x="438472" y="1052736"/>
                <a:ext cx="8382000" cy="2880320"/>
              </a:xfrm>
              <a:prstGeom prst="rect">
                <a:avLst/>
              </a:prstGeom>
            </p:spPr>
            <p:txBody>
              <a:bodyPr vert="horz" lIns="54864" tIns="91440" rtlCol="0">
                <a:normAutofit/>
              </a:bodyPr>
              <a:lstStyle>
                <a:lvl1pPr marL="438912" indent="-320040" algn="l" rtl="0" eaLnBrk="1" latinLnBrk="0" hangingPunct="1">
                  <a:spcBef>
                    <a:spcPts val="0"/>
                  </a:spcBef>
                  <a:buClr>
                    <a:schemeClr val="accent1"/>
                  </a:buClr>
                  <a:buSzPct val="80000"/>
                  <a:buFont typeface="Wingdings 2"/>
                  <a:buChar char=""/>
                  <a:defRPr kumimoji="0" sz="3200" kern="1200">
                    <a:solidFill>
                      <a:schemeClr val="bg1"/>
                    </a:solidFill>
                    <a:latin typeface="Times New Roman" pitchFamily="18" charset="0"/>
                    <a:ea typeface="+mn-ea"/>
                    <a:cs typeface="Times New Roman" pitchFamily="18" charset="0"/>
                  </a:defRPr>
                </a:lvl1pPr>
                <a:lvl2pPr marL="731520" indent="-274320" algn="l" rtl="0" eaLnBrk="1" latinLnBrk="0" hangingPunct="1">
                  <a:spcBef>
                    <a:spcPct val="20000"/>
                  </a:spcBef>
                  <a:buClr>
                    <a:schemeClr val="accent2"/>
                  </a:buClr>
                  <a:buSzPct val="90000"/>
                  <a:buFont typeface="Wingdings"/>
                  <a:buChar char=""/>
                  <a:defRPr kumimoji="0" sz="2800" kern="1200">
                    <a:solidFill>
                      <a:schemeClr val="bg1"/>
                    </a:solidFill>
                    <a:latin typeface="Times New Roman" pitchFamily="18" charset="0"/>
                    <a:ea typeface="+mn-ea"/>
                    <a:cs typeface="Times New Roman" pitchFamily="18" charset="0"/>
                  </a:defRPr>
                </a:lvl2pPr>
                <a:lvl3pPr marL="996696" indent="-228600" algn="l" rtl="0" eaLnBrk="1" latinLnBrk="0" hangingPunct="1">
                  <a:spcBef>
                    <a:spcPct val="20000"/>
                  </a:spcBef>
                  <a:buClr>
                    <a:schemeClr val="accent3"/>
                  </a:buClr>
                  <a:buFont typeface="Arial"/>
                  <a:buChar char="▪"/>
                  <a:defRPr kumimoji="0" sz="2400" kern="1200">
                    <a:solidFill>
                      <a:schemeClr val="bg1"/>
                    </a:solidFill>
                    <a:latin typeface="Times New Roman" pitchFamily="18" charset="0"/>
                    <a:ea typeface="+mn-ea"/>
                    <a:cs typeface="Times New Roman" pitchFamily="18" charset="0"/>
                  </a:defRPr>
                </a:lvl3pPr>
                <a:lvl4pPr marL="1216152" indent="-182880" algn="l" rtl="0" eaLnBrk="1" latinLnBrk="0" hangingPunct="1">
                  <a:spcBef>
                    <a:spcPct val="20000"/>
                  </a:spcBef>
                  <a:buClr>
                    <a:schemeClr val="accent4"/>
                  </a:buClr>
                  <a:buFont typeface="Arial"/>
                  <a:buChar char="▪"/>
                  <a:defRPr kumimoji="0" sz="2000" kern="1200">
                    <a:solidFill>
                      <a:schemeClr val="bg1"/>
                    </a:solidFill>
                    <a:latin typeface="Times New Roman" pitchFamily="18" charset="0"/>
                    <a:ea typeface="+mn-ea"/>
                    <a:cs typeface="Times New Roman" pitchFamily="18" charset="0"/>
                  </a:defRPr>
                </a:lvl4pPr>
                <a:lvl5pPr marL="1426464" indent="-182880" algn="l" rtl="0" eaLnBrk="1" latinLnBrk="0" hangingPunct="1">
                  <a:spcBef>
                    <a:spcPct val="20000"/>
                  </a:spcBef>
                  <a:buClr>
                    <a:schemeClr val="accent5"/>
                  </a:buClr>
                  <a:buFont typeface="Wingdings 3"/>
                  <a:buChar char=""/>
                  <a:defRPr kumimoji="0" lang="en-US" sz="2000" kern="1200" smtClean="0">
                    <a:solidFill>
                      <a:schemeClr val="tx1"/>
                    </a:solidFill>
                    <a:latin typeface="Times New Roman" pitchFamily="18" charset="0"/>
                    <a:ea typeface="+mn-ea"/>
                    <a:cs typeface="Times New Roman" pitchFamily="18" charset="0"/>
                  </a:defRPr>
                </a:lvl5pPr>
                <a:lvl6pPr marL="1627632" indent="-182880" algn="l" rtl="0" eaLnBrk="1" latinLnBrk="0" hangingPunct="1">
                  <a:spcBef>
                    <a:spcPct val="20000"/>
                  </a:spcBef>
                  <a:buClr>
                    <a:schemeClr val="accent6"/>
                  </a:buClr>
                  <a:buSzPct val="100000"/>
                  <a:buFont typeface="Wingdings 2"/>
                  <a:buChar char=""/>
                  <a:defRPr kumimoji="0" sz="2000" kern="1200">
                    <a:solidFill>
                      <a:schemeClr val="tx1"/>
                    </a:solidFill>
                    <a:latin typeface="+mn-lt"/>
                    <a:ea typeface="+mn-ea"/>
                    <a:cs typeface="+mn-cs"/>
                  </a:defRPr>
                </a:lvl6pPr>
                <a:lvl7pPr marL="1828800" indent="-182880" algn="l" rtl="0" eaLnBrk="1" latinLnBrk="0" hangingPunct="1">
                  <a:spcBef>
                    <a:spcPct val="20000"/>
                  </a:spcBef>
                  <a:buClr>
                    <a:schemeClr val="accent1"/>
                  </a:buClr>
                  <a:buSzPct val="100000"/>
                  <a:buFont typeface="Wingdings 2"/>
                  <a:buChar char=""/>
                  <a:defRPr kumimoji="0" sz="1800" kern="1200">
                    <a:solidFill>
                      <a:schemeClr val="tx1"/>
                    </a:solidFill>
                    <a:latin typeface="+mn-lt"/>
                    <a:ea typeface="+mn-ea"/>
                    <a:cs typeface="+mn-cs"/>
                  </a:defRPr>
                </a:lvl7pPr>
                <a:lvl8pPr marL="2029968" indent="-182880" algn="l" rtl="0" eaLnBrk="1" latinLnBrk="0" hangingPunct="1">
                  <a:spcBef>
                    <a:spcPct val="20000"/>
                  </a:spcBef>
                  <a:buClr>
                    <a:schemeClr val="accent2"/>
                  </a:buClr>
                  <a:buFont typeface="Wingdings 2" pitchFamily="18" charset="2"/>
                  <a:buChar char=""/>
                  <a:defRPr kumimoji="0" sz="1800" kern="1200">
                    <a:solidFill>
                      <a:schemeClr val="tx1"/>
                    </a:solidFill>
                    <a:latin typeface="+mn-lt"/>
                    <a:ea typeface="+mn-ea"/>
                    <a:cs typeface="+mn-cs"/>
                  </a:defRPr>
                </a:lvl8pPr>
                <a:lvl9pPr marL="2231136" indent="-182880" algn="l" rtl="0" eaLnBrk="1" latinLnBrk="0" hangingPunct="1">
                  <a:spcBef>
                    <a:spcPct val="20000"/>
                  </a:spcBef>
                  <a:buClr>
                    <a:schemeClr val="accent3"/>
                  </a:buClr>
                  <a:buFont typeface="Wingdings 2" pitchFamily="18" charset="2"/>
                  <a:buChar char=""/>
                  <a:defRPr kumimoji="0" sz="1800" kern="1200" baseline="0">
                    <a:solidFill>
                      <a:schemeClr val="tx1"/>
                    </a:solidFill>
                    <a:latin typeface="+mn-lt"/>
                    <a:ea typeface="+mn-ea"/>
                    <a:cs typeface="+mn-cs"/>
                  </a:defRPr>
                </a:lvl9pPr>
                <a:extLst/>
              </a:lstStyle>
              <a:p>
                <a:pPr>
                  <a:lnSpc>
                    <a:spcPts val="4000"/>
                  </a:lnSpc>
                </a:pPr>
                <a:r>
                  <a:rPr lang="zh-CN" altLang="en-US" sz="2800" b="1" dirty="0"/>
                  <a:t>称系统 </a:t>
                </a:r>
                <a14:m>
                  <m:oMath xmlns:m="http://schemas.openxmlformats.org/officeDocument/2006/math">
                    <m:acc>
                      <m:accPr>
                        <m:chr m:val="̇"/>
                        <m:ctrlPr>
                          <a:rPr lang="zh-CN" altLang="en-US" sz="2800" i="1" smtClean="0">
                            <a:solidFill>
                              <a:schemeClr val="bg1"/>
                            </a:solidFill>
                            <a:latin typeface="Cambria Math" panose="02040503050406030204" pitchFamily="18" charset="0"/>
                          </a:rPr>
                        </m:ctrlPr>
                      </m:accPr>
                      <m:e>
                        <m:r>
                          <a:rPr lang="zh-CN" altLang="en-US" sz="2800" b="1" i="1">
                            <a:solidFill>
                              <a:schemeClr val="bg1"/>
                            </a:solidFill>
                            <a:latin typeface="Cambria Math" panose="02040503050406030204" pitchFamily="18" charset="0"/>
                          </a:rPr>
                          <m:t>𝒙</m:t>
                        </m:r>
                      </m:e>
                    </m:acc>
                    <m:r>
                      <a:rPr lang="zh-CN" altLang="en-US" sz="2800" i="1">
                        <a:solidFill>
                          <a:schemeClr val="bg1"/>
                        </a:solidFill>
                        <a:latin typeface="Cambria Math" panose="02040503050406030204" pitchFamily="18" charset="0"/>
                      </a:rPr>
                      <m:t>=</m:t>
                    </m:r>
                    <m:r>
                      <a:rPr lang="zh-CN" altLang="en-US" sz="2800" b="1" i="1">
                        <a:solidFill>
                          <a:schemeClr val="bg1"/>
                        </a:solidFill>
                        <a:latin typeface="Cambria Math" panose="02040503050406030204" pitchFamily="18" charset="0"/>
                      </a:rPr>
                      <m:t>𝒇</m:t>
                    </m:r>
                    <m:r>
                      <a:rPr lang="zh-CN" altLang="en-US" sz="2800" i="1">
                        <a:solidFill>
                          <a:schemeClr val="bg1"/>
                        </a:solidFill>
                        <a:latin typeface="Cambria Math" panose="02040503050406030204" pitchFamily="18" charset="0"/>
                      </a:rPr>
                      <m:t>(</m:t>
                    </m:r>
                    <m:r>
                      <a:rPr lang="zh-CN" altLang="en-US" sz="2800" b="1" i="1">
                        <a:solidFill>
                          <a:schemeClr val="bg1"/>
                        </a:solidFill>
                        <a:latin typeface="Cambria Math" panose="02040503050406030204" pitchFamily="18" charset="0"/>
                      </a:rPr>
                      <m:t>𝒙</m:t>
                    </m:r>
                    <m:r>
                      <a:rPr lang="zh-CN" altLang="en-US" sz="2800" i="1">
                        <a:solidFill>
                          <a:schemeClr val="bg1"/>
                        </a:solidFill>
                        <a:latin typeface="Cambria Math" panose="02040503050406030204" pitchFamily="18" charset="0"/>
                      </a:rPr>
                      <m:t>,</m:t>
                    </m:r>
                    <m:r>
                      <a:rPr lang="zh-CN" altLang="en-US" sz="2800" i="1">
                        <a:solidFill>
                          <a:schemeClr val="bg1"/>
                        </a:solidFill>
                        <a:latin typeface="Cambria Math" panose="02040503050406030204" pitchFamily="18" charset="0"/>
                      </a:rPr>
                      <m:t>𝑡</m:t>
                    </m:r>
                    <m:r>
                      <a:rPr lang="zh-CN" altLang="en-US" sz="2800" i="1">
                        <a:solidFill>
                          <a:schemeClr val="bg1"/>
                        </a:solidFill>
                        <a:latin typeface="Cambria Math" panose="02040503050406030204" pitchFamily="18" charset="0"/>
                      </a:rPr>
                      <m:t>)</m:t>
                    </m:r>
                  </m:oMath>
                </a14:m>
                <a:r>
                  <a:rPr lang="zh-CN" altLang="en-US" sz="2800" b="1" dirty="0">
                    <a:solidFill>
                      <a:schemeClr val="bg1"/>
                    </a:solidFill>
                  </a:rPr>
                  <a:t> </a:t>
                </a:r>
                <a:r>
                  <a:rPr lang="zh-CN" altLang="en-US" sz="2800" b="1" dirty="0"/>
                  <a:t>的平衡点 </a:t>
                </a:r>
                <a14:m>
                  <m:oMath xmlns:m="http://schemas.openxmlformats.org/officeDocument/2006/math">
                    <m:r>
                      <a:rPr lang="zh-CN" altLang="en-US" sz="2800" b="1" i="1" smtClean="0">
                        <a:solidFill>
                          <a:schemeClr val="bg1"/>
                        </a:solidFill>
                        <a:latin typeface="Cambria Math" panose="02040503050406030204" pitchFamily="18" charset="0"/>
                      </a:rPr>
                      <m:t>𝒙</m:t>
                    </m:r>
                    <m:r>
                      <a:rPr lang="zh-CN" altLang="en-US" sz="2800" i="1">
                        <a:solidFill>
                          <a:schemeClr val="bg1"/>
                        </a:solidFill>
                        <a:latin typeface="Cambria Math" panose="02040503050406030204" pitchFamily="18" charset="0"/>
                      </a:rPr>
                      <m:t>=</m:t>
                    </m:r>
                    <m:r>
                      <a:rPr lang="zh-CN" altLang="en-US" sz="2800" i="1">
                        <a:solidFill>
                          <a:schemeClr val="bg1"/>
                        </a:solidFill>
                        <a:latin typeface="Cambria Math" panose="02040503050406030204" pitchFamily="18" charset="0"/>
                      </a:rPr>
                      <m:t>0</m:t>
                    </m:r>
                  </m:oMath>
                </a14:m>
                <a:endParaRPr lang="en-US" altLang="zh-CN" sz="2800" b="1" dirty="0"/>
              </a:p>
              <a:p>
                <a:pPr marL="118872" indent="0">
                  <a:lnSpc>
                    <a:spcPts val="4000"/>
                  </a:lnSpc>
                  <a:buNone/>
                </a:pPr>
                <a:r>
                  <a:rPr lang="zh-CN" altLang="en-US" sz="2800" b="1" dirty="0"/>
                  <a:t>局部</a:t>
                </a:r>
                <a:r>
                  <a:rPr lang="zh-CN" altLang="en-US" sz="2800" b="1" dirty="0">
                    <a:solidFill>
                      <a:srgbClr val="FFFF00"/>
                    </a:solidFill>
                  </a:rPr>
                  <a:t>一致稳定</a:t>
                </a:r>
                <a:r>
                  <a:rPr lang="zh-CN" altLang="en-US" sz="2800" b="1" dirty="0"/>
                  <a:t>（</a:t>
                </a:r>
                <a:r>
                  <a:rPr lang="en-US" altLang="zh-CN" sz="2800" b="1" dirty="0"/>
                  <a:t>locally </a:t>
                </a:r>
                <a:r>
                  <a:rPr lang="en-US" altLang="zh-CN" sz="2800" b="1" dirty="0">
                    <a:solidFill>
                      <a:srgbClr val="FFFF00"/>
                    </a:solidFill>
                  </a:rPr>
                  <a:t>uniformly stable</a:t>
                </a:r>
                <a:r>
                  <a:rPr lang="zh-CN" altLang="en-US" sz="2800" b="1" dirty="0"/>
                  <a:t>），如果</a:t>
                </a:r>
                <a:br>
                  <a:rPr lang="en-US" altLang="zh-CN" sz="2800" b="1" dirty="0"/>
                </a:br>
                <a:r>
                  <a:rPr lang="zh-CN" altLang="en-US" sz="2800" b="1" dirty="0"/>
                  <a:t>对于任意的 </a:t>
                </a:r>
                <a14:m>
                  <m:oMath xmlns:m="http://schemas.openxmlformats.org/officeDocument/2006/math">
                    <m:r>
                      <a:rPr lang="zh-CN" altLang="en-US" sz="2800" i="1" smtClean="0">
                        <a:solidFill>
                          <a:schemeClr val="bg1"/>
                        </a:solidFill>
                        <a:latin typeface="Cambria Math" panose="02040503050406030204" pitchFamily="18" charset="0"/>
                      </a:rPr>
                      <m:t>𝜀</m:t>
                    </m:r>
                    <m:r>
                      <a:rPr lang="zh-CN" altLang="en-US" sz="2800" i="1" smtClean="0">
                        <a:solidFill>
                          <a:schemeClr val="bg1"/>
                        </a:solidFill>
                        <a:latin typeface="Cambria Math" panose="02040503050406030204" pitchFamily="18" charset="0"/>
                      </a:rPr>
                      <m:t>&gt;</m:t>
                    </m:r>
                    <m:r>
                      <a:rPr lang="zh-CN" altLang="en-US" sz="2800" i="1" smtClean="0">
                        <a:solidFill>
                          <a:schemeClr val="bg1"/>
                        </a:solidFill>
                        <a:latin typeface="Cambria Math" panose="02040503050406030204" pitchFamily="18" charset="0"/>
                      </a:rPr>
                      <m:t>0</m:t>
                    </m:r>
                    <m:r>
                      <a:rPr lang="zh-CN" altLang="en-US" sz="2800" i="1" smtClean="0">
                        <a:solidFill>
                          <a:schemeClr val="bg1"/>
                        </a:solidFill>
                        <a:latin typeface="Cambria Math" panose="02040503050406030204" pitchFamily="18" charset="0"/>
                      </a:rPr>
                      <m:t>,  </m:t>
                    </m:r>
                    <m:sSub>
                      <m:sSubPr>
                        <m:ctrlPr>
                          <a:rPr lang="zh-CN" altLang="en-US" sz="2800" i="1">
                            <a:solidFill>
                              <a:schemeClr val="bg1"/>
                            </a:solidFill>
                            <a:latin typeface="Cambria Math" panose="02040503050406030204" pitchFamily="18" charset="0"/>
                          </a:rPr>
                        </m:ctrlPr>
                      </m:sSubPr>
                      <m:e>
                        <m:r>
                          <a:rPr lang="zh-CN" altLang="en-US" sz="2800" i="1">
                            <a:solidFill>
                              <a:schemeClr val="bg1"/>
                            </a:solidFill>
                            <a:latin typeface="Cambria Math" panose="02040503050406030204" pitchFamily="18" charset="0"/>
                          </a:rPr>
                          <m:t>𝑡</m:t>
                        </m:r>
                      </m:e>
                      <m:sub>
                        <m:r>
                          <a:rPr lang="zh-CN" altLang="en-US" sz="2800" i="1">
                            <a:solidFill>
                              <a:schemeClr val="bg1"/>
                            </a:solidFill>
                            <a:latin typeface="Cambria Math" panose="02040503050406030204" pitchFamily="18" charset="0"/>
                          </a:rPr>
                          <m:t>0</m:t>
                        </m:r>
                      </m:sub>
                    </m:sSub>
                    <m:r>
                      <a:rPr lang="zh-CN" altLang="en-US" sz="2800" i="1">
                        <a:solidFill>
                          <a:schemeClr val="bg1"/>
                        </a:solidFill>
                        <a:latin typeface="Cambria Math" panose="02040503050406030204" pitchFamily="18" charset="0"/>
                      </a:rPr>
                      <m:t>≥</m:t>
                    </m:r>
                    <m:r>
                      <a:rPr lang="zh-CN" altLang="en-US" sz="2800" i="1">
                        <a:solidFill>
                          <a:schemeClr val="bg1"/>
                        </a:solidFill>
                        <a:latin typeface="Cambria Math" panose="02040503050406030204" pitchFamily="18" charset="0"/>
                      </a:rPr>
                      <m:t>0</m:t>
                    </m:r>
                  </m:oMath>
                </a14:m>
                <a:r>
                  <a:rPr lang="zh-CN" altLang="en-US" sz="2800" b="1" dirty="0">
                    <a:solidFill>
                      <a:schemeClr val="bg1"/>
                    </a:solidFill>
                  </a:rPr>
                  <a:t> </a:t>
                </a:r>
                <a:r>
                  <a:rPr lang="zh-CN" altLang="en-US" sz="2800" b="1" dirty="0"/>
                  <a:t>，都存在 </a:t>
                </a:r>
                <a14:m>
                  <m:oMath xmlns:m="http://schemas.openxmlformats.org/officeDocument/2006/math">
                    <m:r>
                      <a:rPr lang="zh-CN" altLang="en-US" sz="2800" i="1" smtClean="0">
                        <a:solidFill>
                          <a:srgbClr val="FFFF00"/>
                        </a:solidFill>
                        <a:latin typeface="Cambria Math" panose="02040503050406030204" pitchFamily="18" charset="0"/>
                      </a:rPr>
                      <m:t>𝛿</m:t>
                    </m:r>
                    <m:r>
                      <a:rPr lang="zh-CN" altLang="en-US" sz="2800" i="1" smtClean="0">
                        <a:solidFill>
                          <a:srgbClr val="FFFF00"/>
                        </a:solidFill>
                        <a:latin typeface="Cambria Math" panose="02040503050406030204" pitchFamily="18" charset="0"/>
                      </a:rPr>
                      <m:t>(</m:t>
                    </m:r>
                    <m:r>
                      <a:rPr lang="zh-CN" altLang="en-US" sz="2800" i="1" smtClean="0">
                        <a:solidFill>
                          <a:srgbClr val="FFFF00"/>
                        </a:solidFill>
                        <a:latin typeface="Cambria Math" panose="02040503050406030204" pitchFamily="18" charset="0"/>
                      </a:rPr>
                      <m:t>𝜀</m:t>
                    </m:r>
                    <m:r>
                      <a:rPr lang="zh-CN" altLang="en-US" sz="2800" i="1" smtClean="0">
                        <a:solidFill>
                          <a:srgbClr val="FFFF00"/>
                        </a:solidFill>
                        <a:latin typeface="Cambria Math" panose="02040503050406030204" pitchFamily="18" charset="0"/>
                      </a:rPr>
                      <m:t>)&gt;</m:t>
                    </m:r>
                    <m:r>
                      <a:rPr lang="zh-CN" altLang="en-US" sz="2800" i="1" smtClean="0">
                        <a:solidFill>
                          <a:srgbClr val="FFFF00"/>
                        </a:solidFill>
                        <a:latin typeface="Cambria Math" panose="02040503050406030204" pitchFamily="18" charset="0"/>
                      </a:rPr>
                      <m:t>0</m:t>
                    </m:r>
                  </m:oMath>
                </a14:m>
                <a:r>
                  <a:rPr lang="zh-CN" altLang="en-US" sz="2800" b="1" dirty="0"/>
                  <a:t>，使得当初始状态满足 </a:t>
                </a:r>
                <a14:m>
                  <m:oMath xmlns:m="http://schemas.openxmlformats.org/officeDocument/2006/math">
                    <m:d>
                      <m:dPr>
                        <m:begChr m:val="‖"/>
                        <m:endChr m:val="‖"/>
                        <m:ctrlPr>
                          <a:rPr lang="zh-CN" altLang="en-US" sz="3000" i="1" smtClean="0">
                            <a:solidFill>
                              <a:srgbClr val="FFFF00"/>
                            </a:solidFill>
                            <a:latin typeface="Cambria Math" panose="02040503050406030204" pitchFamily="18" charset="0"/>
                          </a:rPr>
                        </m:ctrlPr>
                      </m:dPr>
                      <m:e>
                        <m:r>
                          <a:rPr lang="zh-CN" altLang="en-US" sz="3000" b="1" i="1">
                            <a:solidFill>
                              <a:srgbClr val="FFFF00"/>
                            </a:solidFill>
                            <a:latin typeface="Cambria Math" panose="02040503050406030204" pitchFamily="18" charset="0"/>
                          </a:rPr>
                          <m:t>𝒙</m:t>
                        </m:r>
                        <m:r>
                          <a:rPr lang="zh-CN" altLang="en-US" sz="3000" i="1">
                            <a:solidFill>
                              <a:srgbClr val="FFFF00"/>
                            </a:solidFill>
                            <a:latin typeface="Cambria Math" panose="02040503050406030204" pitchFamily="18" charset="0"/>
                          </a:rPr>
                          <m:t>(</m:t>
                        </m:r>
                        <m:sSub>
                          <m:sSubPr>
                            <m:ctrlPr>
                              <a:rPr lang="zh-CN" altLang="en-US" sz="3000" i="1">
                                <a:solidFill>
                                  <a:srgbClr val="FFFF00"/>
                                </a:solidFill>
                                <a:latin typeface="Cambria Math" panose="02040503050406030204" pitchFamily="18" charset="0"/>
                              </a:rPr>
                            </m:ctrlPr>
                          </m:sSubPr>
                          <m:e>
                            <m:r>
                              <a:rPr lang="zh-CN" altLang="en-US" sz="3000" i="1">
                                <a:solidFill>
                                  <a:srgbClr val="FFFF00"/>
                                </a:solidFill>
                                <a:latin typeface="Cambria Math" panose="02040503050406030204" pitchFamily="18" charset="0"/>
                              </a:rPr>
                              <m:t>𝑡</m:t>
                            </m:r>
                          </m:e>
                          <m:sub>
                            <m:r>
                              <a:rPr lang="zh-CN" altLang="en-US" sz="3000" i="1">
                                <a:solidFill>
                                  <a:srgbClr val="FFFF00"/>
                                </a:solidFill>
                                <a:latin typeface="Cambria Math" panose="02040503050406030204" pitchFamily="18" charset="0"/>
                              </a:rPr>
                              <m:t>0</m:t>
                            </m:r>
                          </m:sub>
                        </m:sSub>
                        <m:r>
                          <a:rPr lang="zh-CN" altLang="en-US" sz="3000" i="1">
                            <a:solidFill>
                              <a:srgbClr val="FFFF00"/>
                            </a:solidFill>
                            <a:latin typeface="Cambria Math" panose="02040503050406030204" pitchFamily="18" charset="0"/>
                          </a:rPr>
                          <m:t>)</m:t>
                        </m:r>
                      </m:e>
                    </m:d>
                    <m:r>
                      <a:rPr lang="zh-CN" altLang="en-US" sz="3000" i="1">
                        <a:solidFill>
                          <a:srgbClr val="FFFF00"/>
                        </a:solidFill>
                        <a:latin typeface="Cambria Math" panose="02040503050406030204" pitchFamily="18" charset="0"/>
                      </a:rPr>
                      <m:t>&lt;</m:t>
                    </m:r>
                    <m:r>
                      <a:rPr lang="zh-CN" altLang="en-US" sz="3000" i="1">
                        <a:solidFill>
                          <a:srgbClr val="FFFF00"/>
                        </a:solidFill>
                        <a:latin typeface="Cambria Math" panose="02040503050406030204" pitchFamily="18" charset="0"/>
                      </a:rPr>
                      <m:t>𝛿</m:t>
                    </m:r>
                    <m:r>
                      <a:rPr lang="en-US" altLang="zh-CN" sz="3000" b="0" i="1" smtClean="0">
                        <a:solidFill>
                          <a:srgbClr val="FFFF00"/>
                        </a:solidFill>
                        <a:latin typeface="Cambria Math" panose="02040503050406030204" pitchFamily="18" charset="0"/>
                      </a:rPr>
                      <m:t> </m:t>
                    </m:r>
                  </m:oMath>
                </a14:m>
                <a:r>
                  <a:rPr lang="zh-CN" altLang="en-US" sz="2800" b="1" dirty="0"/>
                  <a:t>时，都有</a:t>
                </a:r>
                <a14:m>
                  <m:oMath xmlns:m="http://schemas.openxmlformats.org/officeDocument/2006/math">
                    <m:d>
                      <m:dPr>
                        <m:begChr m:val="‖"/>
                        <m:endChr m:val="‖"/>
                        <m:ctrlPr>
                          <a:rPr lang="zh-CN" altLang="en-US" sz="2800" i="1" smtClean="0">
                            <a:solidFill>
                              <a:srgbClr val="FFFF00"/>
                            </a:solidFill>
                            <a:latin typeface="Cambria Math" panose="02040503050406030204" pitchFamily="18" charset="0"/>
                          </a:rPr>
                        </m:ctrlPr>
                      </m:dPr>
                      <m:e>
                        <m:r>
                          <a:rPr lang="zh-CN" altLang="en-US" sz="2800" b="1" i="1">
                            <a:solidFill>
                              <a:srgbClr val="FFFF00"/>
                            </a:solidFill>
                            <a:latin typeface="Cambria Math" panose="02040503050406030204" pitchFamily="18" charset="0"/>
                          </a:rPr>
                          <m:t>𝒙</m:t>
                        </m:r>
                        <m:r>
                          <a:rPr lang="zh-CN" altLang="en-US" sz="2800" i="1">
                            <a:solidFill>
                              <a:srgbClr val="FFFF00"/>
                            </a:solidFill>
                            <a:latin typeface="Cambria Math" panose="02040503050406030204" pitchFamily="18" charset="0"/>
                          </a:rPr>
                          <m:t>(</m:t>
                        </m:r>
                        <m:r>
                          <a:rPr lang="zh-CN" altLang="en-US" sz="2800" i="1">
                            <a:solidFill>
                              <a:srgbClr val="FFFF00"/>
                            </a:solidFill>
                            <a:latin typeface="Cambria Math" panose="02040503050406030204" pitchFamily="18" charset="0"/>
                          </a:rPr>
                          <m:t>𝑡</m:t>
                        </m:r>
                        <m:r>
                          <a:rPr lang="zh-CN" altLang="en-US" sz="2800" i="0">
                            <a:solidFill>
                              <a:srgbClr val="FFFF00"/>
                            </a:solidFill>
                            <a:latin typeface="Cambria Math" panose="02040503050406030204" pitchFamily="18" charset="0"/>
                          </a:rPr>
                          <m:t>,</m:t>
                        </m:r>
                        <m:sSub>
                          <m:sSubPr>
                            <m:ctrlPr>
                              <a:rPr lang="zh-CN" altLang="en-US" sz="2800" i="1">
                                <a:solidFill>
                                  <a:srgbClr val="FFFF00"/>
                                </a:solidFill>
                                <a:latin typeface="Cambria Math" panose="02040503050406030204" pitchFamily="18" charset="0"/>
                              </a:rPr>
                            </m:ctrlPr>
                          </m:sSubPr>
                          <m:e>
                            <m:r>
                              <a:rPr lang="zh-CN" altLang="en-US" sz="2800" i="1">
                                <a:solidFill>
                                  <a:srgbClr val="FFFF00"/>
                                </a:solidFill>
                                <a:latin typeface="Cambria Math" panose="02040503050406030204" pitchFamily="18" charset="0"/>
                              </a:rPr>
                              <m:t>𝑡</m:t>
                            </m:r>
                          </m:e>
                          <m:sub>
                            <m:r>
                              <a:rPr lang="zh-CN" altLang="en-US" sz="2800" i="1">
                                <a:solidFill>
                                  <a:srgbClr val="FFFF00"/>
                                </a:solidFill>
                                <a:latin typeface="Cambria Math" panose="02040503050406030204" pitchFamily="18" charset="0"/>
                              </a:rPr>
                              <m:t>0</m:t>
                            </m:r>
                          </m:sub>
                        </m:sSub>
                        <m:r>
                          <a:rPr lang="zh-CN" altLang="en-US" sz="2800" i="1">
                            <a:solidFill>
                              <a:srgbClr val="FFFF00"/>
                            </a:solidFill>
                            <a:latin typeface="Cambria Math" panose="02040503050406030204" pitchFamily="18" charset="0"/>
                          </a:rPr>
                          <m:t>,</m:t>
                        </m:r>
                        <m:sSub>
                          <m:sSubPr>
                            <m:ctrlPr>
                              <a:rPr lang="zh-CN" altLang="en-US" sz="2800" i="1">
                                <a:solidFill>
                                  <a:srgbClr val="FFFF00"/>
                                </a:solidFill>
                                <a:latin typeface="Cambria Math" panose="02040503050406030204" pitchFamily="18" charset="0"/>
                              </a:rPr>
                            </m:ctrlPr>
                          </m:sSubPr>
                          <m:e>
                            <m:r>
                              <a:rPr lang="zh-CN" altLang="en-US" sz="2800" b="1" i="1">
                                <a:solidFill>
                                  <a:srgbClr val="FFFF00"/>
                                </a:solidFill>
                                <a:latin typeface="Cambria Math" panose="02040503050406030204" pitchFamily="18" charset="0"/>
                              </a:rPr>
                              <m:t>𝒙</m:t>
                            </m:r>
                          </m:e>
                          <m:sub>
                            <m:r>
                              <a:rPr lang="zh-CN" altLang="en-US" sz="2800" i="1">
                                <a:solidFill>
                                  <a:srgbClr val="FFFF00"/>
                                </a:solidFill>
                                <a:latin typeface="Cambria Math" panose="02040503050406030204" pitchFamily="18" charset="0"/>
                              </a:rPr>
                              <m:t>0</m:t>
                            </m:r>
                          </m:sub>
                        </m:sSub>
                        <m:r>
                          <a:rPr lang="zh-CN" altLang="en-US" sz="2800" i="1">
                            <a:solidFill>
                              <a:srgbClr val="FFFF00"/>
                            </a:solidFill>
                            <a:latin typeface="Cambria Math" panose="02040503050406030204" pitchFamily="18" charset="0"/>
                          </a:rPr>
                          <m:t>)</m:t>
                        </m:r>
                      </m:e>
                    </m:d>
                    <m:r>
                      <a:rPr lang="zh-CN" altLang="en-US" sz="2800" i="1">
                        <a:solidFill>
                          <a:srgbClr val="FFFF00"/>
                        </a:solidFill>
                        <a:latin typeface="Cambria Math" panose="02040503050406030204" pitchFamily="18" charset="0"/>
                      </a:rPr>
                      <m:t>&lt;</m:t>
                    </m:r>
                    <m:r>
                      <a:rPr lang="zh-CN" altLang="en-US" sz="2800" i="1">
                        <a:solidFill>
                          <a:srgbClr val="FFFF00"/>
                        </a:solidFill>
                        <a:latin typeface="Cambria Math" panose="02040503050406030204" pitchFamily="18" charset="0"/>
                      </a:rPr>
                      <m:t>𝜀</m:t>
                    </m:r>
                    <m:r>
                      <a:rPr lang="zh-CN" altLang="en-US" sz="2800" i="1">
                        <a:solidFill>
                          <a:srgbClr val="FFFF00"/>
                        </a:solidFill>
                        <a:latin typeface="Cambria Math" panose="02040503050406030204" pitchFamily="18" charset="0"/>
                      </a:rPr>
                      <m:t>,​​​​</m:t>
                    </m:r>
                    <m:r>
                      <a:rPr lang="zh-CN" altLang="en-US" sz="2800" i="1">
                        <a:solidFill>
                          <a:srgbClr val="FFFF00"/>
                        </a:solidFill>
                        <a:latin typeface="Cambria Math" panose="02040503050406030204" pitchFamily="18" charset="0"/>
                      </a:rPr>
                      <m:t>𝑡</m:t>
                    </m:r>
                    <m:r>
                      <a:rPr lang="zh-CN" altLang="en-US" sz="2800" i="1">
                        <a:solidFill>
                          <a:srgbClr val="FFFF00"/>
                        </a:solidFill>
                        <a:latin typeface="Cambria Math" panose="02040503050406030204" pitchFamily="18" charset="0"/>
                      </a:rPr>
                      <m:t>≥</m:t>
                    </m:r>
                    <m:sSub>
                      <m:sSubPr>
                        <m:ctrlPr>
                          <a:rPr lang="zh-CN" altLang="en-US" sz="2800" i="1">
                            <a:solidFill>
                              <a:srgbClr val="FFFF00"/>
                            </a:solidFill>
                            <a:latin typeface="Cambria Math" panose="02040503050406030204" pitchFamily="18" charset="0"/>
                          </a:rPr>
                        </m:ctrlPr>
                      </m:sSubPr>
                      <m:e>
                        <m:r>
                          <a:rPr lang="zh-CN" altLang="en-US" sz="2800" i="1">
                            <a:solidFill>
                              <a:srgbClr val="FFFF00"/>
                            </a:solidFill>
                            <a:latin typeface="Cambria Math" panose="02040503050406030204" pitchFamily="18" charset="0"/>
                          </a:rPr>
                          <m:t>𝑡</m:t>
                        </m:r>
                      </m:e>
                      <m:sub>
                        <m:r>
                          <a:rPr lang="zh-CN" altLang="en-US" sz="2800" i="1">
                            <a:solidFill>
                              <a:srgbClr val="FFFF00"/>
                            </a:solidFill>
                            <a:latin typeface="Cambria Math" panose="02040503050406030204" pitchFamily="18" charset="0"/>
                          </a:rPr>
                          <m:t>0</m:t>
                        </m:r>
                      </m:sub>
                    </m:sSub>
                  </m:oMath>
                </a14:m>
                <a:r>
                  <a:rPr lang="en-US" altLang="zh-CN" sz="2800" b="1" dirty="0"/>
                  <a:t> </a:t>
                </a:r>
                <a:r>
                  <a:rPr lang="zh-CN" altLang="en-US" sz="2800" b="1" dirty="0"/>
                  <a:t>。</a:t>
                </a:r>
                <a:endParaRPr lang="en-US" altLang="zh-CN" sz="2800" b="1" dirty="0"/>
              </a:p>
            </p:txBody>
          </p:sp>
        </mc:Choice>
        <mc:Fallback xmlns="">
          <p:sp>
            <p:nvSpPr>
              <p:cNvPr id="9" name="内容占位符 2"/>
              <p:cNvSpPr txBox="1">
                <a:spLocks noRot="1" noChangeAspect="1" noMove="1" noResize="1" noEditPoints="1" noAdjustHandles="1" noChangeArrowheads="1" noChangeShapeType="1" noTextEdit="1"/>
              </p:cNvSpPr>
              <p:nvPr/>
            </p:nvSpPr>
            <p:spPr>
              <a:xfrm>
                <a:off x="438472" y="1052736"/>
                <a:ext cx="8382000" cy="2880320"/>
              </a:xfrm>
              <a:prstGeom prst="rect">
                <a:avLst/>
              </a:prstGeom>
              <a:blipFill>
                <a:blip r:embed="rId4"/>
                <a:stretch>
                  <a:fillRect l="-582" r="-582"/>
                </a:stretch>
              </a:blipFill>
            </p:spPr>
            <p:txBody>
              <a:bodyPr/>
              <a:lstStyle/>
              <a:p>
                <a:r>
                  <a:rPr lang="zh-CN" altLang="en-US">
                    <a:noFill/>
                  </a:rPr>
                  <a:t> </a:t>
                </a:r>
              </a:p>
            </p:txBody>
          </p:sp>
        </mc:Fallback>
      </mc:AlternateContent>
      <p:sp>
        <p:nvSpPr>
          <p:cNvPr id="23" name="日期占位符 3"/>
          <p:cNvSpPr txBox="1">
            <a:spLocks/>
          </p:cNvSpPr>
          <p:nvPr/>
        </p:nvSpPr>
        <p:spPr>
          <a:xfrm>
            <a:off x="457200" y="6476999"/>
            <a:ext cx="2133600" cy="274320"/>
          </a:xfrm>
          <a:prstGeom prst="rect">
            <a:avLst/>
          </a:prstGeom>
        </p:spPr>
        <p:txBody>
          <a:bodyPr vert="horz" lIns="109728" rIns="45720" bIns="0" rtlCol="0" anchor="b"/>
          <a:lstStyle>
            <a:defPPr>
              <a:defRPr lang="zh-CN"/>
            </a:defPPr>
            <a:lvl1pPr marL="0" algn="l" defTabSz="914400" rtl="0" eaLnBrk="1" latinLnBrk="0" hangingPunct="1">
              <a:defRPr kumimoji="0" sz="1800" kern="1200">
                <a:solidFill>
                  <a:srgbClr val="FF0000"/>
                </a:solidFill>
                <a:latin typeface="Times New Roman" pitchFamily="18" charset="0"/>
                <a:ea typeface="+mn-ea"/>
                <a:cs typeface="Times New Roman" pitchFamily="18"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dirty="0"/>
          </a:p>
        </p:txBody>
      </p:sp>
      <mc:AlternateContent xmlns:mc="http://schemas.openxmlformats.org/markup-compatibility/2006" xmlns:a14="http://schemas.microsoft.com/office/drawing/2010/main">
        <mc:Choice Requires="a14">
          <p:sp>
            <p:nvSpPr>
              <p:cNvPr id="32" name="内容占位符 2">
                <a:extLst>
                  <a:ext uri="{FF2B5EF4-FFF2-40B4-BE49-F238E27FC236}">
                    <a16:creationId xmlns:a16="http://schemas.microsoft.com/office/drawing/2014/main" id="{3E6728B8-E336-75F3-E3BE-FB0CB54F5F6D}"/>
                  </a:ext>
                </a:extLst>
              </p:cNvPr>
              <p:cNvSpPr txBox="1">
                <a:spLocks/>
              </p:cNvSpPr>
              <p:nvPr/>
            </p:nvSpPr>
            <p:spPr>
              <a:xfrm>
                <a:off x="457200" y="5280109"/>
                <a:ext cx="8382000" cy="1317243"/>
              </a:xfrm>
              <a:prstGeom prst="rect">
                <a:avLst/>
              </a:prstGeom>
            </p:spPr>
            <p:txBody>
              <a:bodyPr vert="horz" lIns="54864" tIns="91440" rtlCol="0">
                <a:normAutofit/>
              </a:bodyPr>
              <a:lstStyle>
                <a:lvl1pPr marL="438912" indent="-320040" algn="l" rtl="0" eaLnBrk="1" latinLnBrk="0" hangingPunct="1">
                  <a:spcBef>
                    <a:spcPts val="0"/>
                  </a:spcBef>
                  <a:buClr>
                    <a:schemeClr val="accent1"/>
                  </a:buClr>
                  <a:buSzPct val="80000"/>
                  <a:buFont typeface="Wingdings 2"/>
                  <a:buChar char=""/>
                  <a:defRPr kumimoji="0" sz="3200" kern="1200">
                    <a:solidFill>
                      <a:schemeClr val="bg1"/>
                    </a:solidFill>
                    <a:latin typeface="Times New Roman" pitchFamily="18" charset="0"/>
                    <a:ea typeface="+mn-ea"/>
                    <a:cs typeface="Times New Roman" pitchFamily="18" charset="0"/>
                  </a:defRPr>
                </a:lvl1pPr>
                <a:lvl2pPr marL="731520" indent="-274320" algn="l" rtl="0" eaLnBrk="1" latinLnBrk="0" hangingPunct="1">
                  <a:spcBef>
                    <a:spcPct val="20000"/>
                  </a:spcBef>
                  <a:buClr>
                    <a:schemeClr val="accent2"/>
                  </a:buClr>
                  <a:buSzPct val="90000"/>
                  <a:buFont typeface="Wingdings"/>
                  <a:buChar char=""/>
                  <a:defRPr kumimoji="0" sz="2800" kern="1200">
                    <a:solidFill>
                      <a:schemeClr val="bg1"/>
                    </a:solidFill>
                    <a:latin typeface="Times New Roman" pitchFamily="18" charset="0"/>
                    <a:ea typeface="+mn-ea"/>
                    <a:cs typeface="Times New Roman" pitchFamily="18" charset="0"/>
                  </a:defRPr>
                </a:lvl2pPr>
                <a:lvl3pPr marL="996696" indent="-228600" algn="l" rtl="0" eaLnBrk="1" latinLnBrk="0" hangingPunct="1">
                  <a:spcBef>
                    <a:spcPct val="20000"/>
                  </a:spcBef>
                  <a:buClr>
                    <a:schemeClr val="accent3"/>
                  </a:buClr>
                  <a:buFont typeface="Arial"/>
                  <a:buChar char="▪"/>
                  <a:defRPr kumimoji="0" sz="2400" kern="1200">
                    <a:solidFill>
                      <a:schemeClr val="bg1"/>
                    </a:solidFill>
                    <a:latin typeface="Times New Roman" pitchFamily="18" charset="0"/>
                    <a:ea typeface="+mn-ea"/>
                    <a:cs typeface="Times New Roman" pitchFamily="18" charset="0"/>
                  </a:defRPr>
                </a:lvl3pPr>
                <a:lvl4pPr marL="1216152" indent="-182880" algn="l" rtl="0" eaLnBrk="1" latinLnBrk="0" hangingPunct="1">
                  <a:spcBef>
                    <a:spcPct val="20000"/>
                  </a:spcBef>
                  <a:buClr>
                    <a:schemeClr val="accent4"/>
                  </a:buClr>
                  <a:buFont typeface="Arial"/>
                  <a:buChar char="▪"/>
                  <a:defRPr kumimoji="0" sz="2000" kern="1200">
                    <a:solidFill>
                      <a:schemeClr val="bg1"/>
                    </a:solidFill>
                    <a:latin typeface="Times New Roman" pitchFamily="18" charset="0"/>
                    <a:ea typeface="+mn-ea"/>
                    <a:cs typeface="Times New Roman" pitchFamily="18" charset="0"/>
                  </a:defRPr>
                </a:lvl4pPr>
                <a:lvl5pPr marL="1426464" indent="-182880" algn="l" rtl="0" eaLnBrk="1" latinLnBrk="0" hangingPunct="1">
                  <a:spcBef>
                    <a:spcPct val="20000"/>
                  </a:spcBef>
                  <a:buClr>
                    <a:schemeClr val="accent5"/>
                  </a:buClr>
                  <a:buFont typeface="Wingdings 3"/>
                  <a:buChar char=""/>
                  <a:defRPr kumimoji="0" lang="en-US" sz="2000" kern="1200" smtClean="0">
                    <a:solidFill>
                      <a:schemeClr val="tx1"/>
                    </a:solidFill>
                    <a:latin typeface="Times New Roman" pitchFamily="18" charset="0"/>
                    <a:ea typeface="+mn-ea"/>
                    <a:cs typeface="Times New Roman" pitchFamily="18" charset="0"/>
                  </a:defRPr>
                </a:lvl5pPr>
                <a:lvl6pPr marL="1627632" indent="-182880" algn="l" rtl="0" eaLnBrk="1" latinLnBrk="0" hangingPunct="1">
                  <a:spcBef>
                    <a:spcPct val="20000"/>
                  </a:spcBef>
                  <a:buClr>
                    <a:schemeClr val="accent6"/>
                  </a:buClr>
                  <a:buSzPct val="100000"/>
                  <a:buFont typeface="Wingdings 2"/>
                  <a:buChar char=""/>
                  <a:defRPr kumimoji="0" sz="2000" kern="1200">
                    <a:solidFill>
                      <a:schemeClr val="tx1"/>
                    </a:solidFill>
                    <a:latin typeface="+mn-lt"/>
                    <a:ea typeface="+mn-ea"/>
                    <a:cs typeface="+mn-cs"/>
                  </a:defRPr>
                </a:lvl6pPr>
                <a:lvl7pPr marL="1828800" indent="-182880" algn="l" rtl="0" eaLnBrk="1" latinLnBrk="0" hangingPunct="1">
                  <a:spcBef>
                    <a:spcPct val="20000"/>
                  </a:spcBef>
                  <a:buClr>
                    <a:schemeClr val="accent1"/>
                  </a:buClr>
                  <a:buSzPct val="100000"/>
                  <a:buFont typeface="Wingdings 2"/>
                  <a:buChar char=""/>
                  <a:defRPr kumimoji="0" sz="1800" kern="1200">
                    <a:solidFill>
                      <a:schemeClr val="tx1"/>
                    </a:solidFill>
                    <a:latin typeface="+mn-lt"/>
                    <a:ea typeface="+mn-ea"/>
                    <a:cs typeface="+mn-cs"/>
                  </a:defRPr>
                </a:lvl7pPr>
                <a:lvl8pPr marL="2029968" indent="-182880" algn="l" rtl="0" eaLnBrk="1" latinLnBrk="0" hangingPunct="1">
                  <a:spcBef>
                    <a:spcPct val="20000"/>
                  </a:spcBef>
                  <a:buClr>
                    <a:schemeClr val="accent2"/>
                  </a:buClr>
                  <a:buFont typeface="Wingdings 2" pitchFamily="18" charset="2"/>
                  <a:buChar char=""/>
                  <a:defRPr kumimoji="0" sz="1800" kern="1200">
                    <a:solidFill>
                      <a:schemeClr val="tx1"/>
                    </a:solidFill>
                    <a:latin typeface="+mn-lt"/>
                    <a:ea typeface="+mn-ea"/>
                    <a:cs typeface="+mn-cs"/>
                  </a:defRPr>
                </a:lvl8pPr>
                <a:lvl9pPr marL="2231136" indent="-182880" algn="l" rtl="0" eaLnBrk="1" latinLnBrk="0" hangingPunct="1">
                  <a:spcBef>
                    <a:spcPct val="20000"/>
                  </a:spcBef>
                  <a:buClr>
                    <a:schemeClr val="accent3"/>
                  </a:buClr>
                  <a:buFont typeface="Wingdings 2" pitchFamily="18" charset="2"/>
                  <a:buChar char=""/>
                  <a:defRPr kumimoji="0" sz="1800" kern="1200" baseline="0">
                    <a:solidFill>
                      <a:schemeClr val="tx1"/>
                    </a:solidFill>
                    <a:latin typeface="+mn-lt"/>
                    <a:ea typeface="+mn-ea"/>
                    <a:cs typeface="+mn-cs"/>
                  </a:defRPr>
                </a:lvl9pPr>
                <a:extLst/>
              </a:lstStyle>
              <a:p>
                <a:pPr>
                  <a:lnSpc>
                    <a:spcPts val="4000"/>
                  </a:lnSpc>
                </a:pPr>
                <a:r>
                  <a:rPr lang="zh-CN" altLang="en-US" sz="2800" b="1" dirty="0">
                    <a:solidFill>
                      <a:srgbClr val="FFFF00"/>
                    </a:solidFill>
                  </a:rPr>
                  <a:t>一致</a:t>
                </a:r>
                <a:r>
                  <a:rPr lang="zh-CN" altLang="en-US" sz="2800" b="1" dirty="0"/>
                  <a:t>系统（</a:t>
                </a:r>
                <a:r>
                  <a:rPr lang="en-US" altLang="zh-CN" sz="2800" b="1" dirty="0"/>
                  <a:t>uniform system</a:t>
                </a:r>
                <a:r>
                  <a:rPr lang="zh-CN" altLang="en-US" sz="2800" b="1" dirty="0"/>
                  <a:t>）：</a:t>
                </a:r>
                <a:br>
                  <a:rPr lang="en-US" altLang="zh-CN" sz="2800" b="1" dirty="0"/>
                </a:br>
                <a:r>
                  <a:rPr lang="en-US" altLang="zh-CN" sz="2800" b="1" dirty="0"/>
                  <a:t>                  </a:t>
                </a:r>
                <a:r>
                  <a:rPr lang="zh-CN" altLang="en-US" sz="2800" b="1" dirty="0"/>
                  <a:t>系统收敛情况</a:t>
                </a:r>
                <a:r>
                  <a:rPr lang="zh-CN" altLang="en-US" sz="2800" b="1" dirty="0">
                    <a:solidFill>
                      <a:srgbClr val="FFFF00"/>
                    </a:solidFill>
                  </a:rPr>
                  <a:t>与</a:t>
                </a:r>
                <a14:m>
                  <m:oMath xmlns:m="http://schemas.openxmlformats.org/officeDocument/2006/math">
                    <m:sSub>
                      <m:sSubPr>
                        <m:ctrlPr>
                          <a:rPr lang="zh-CN" altLang="en-US" sz="2800" i="1">
                            <a:solidFill>
                              <a:srgbClr val="FFFF00"/>
                            </a:solidFill>
                            <a:latin typeface="Cambria Math" panose="02040503050406030204" pitchFamily="18" charset="0"/>
                          </a:rPr>
                        </m:ctrlPr>
                      </m:sSubPr>
                      <m:e>
                        <m:r>
                          <a:rPr lang="zh-CN" altLang="en-US" sz="2800" i="1">
                            <a:solidFill>
                              <a:srgbClr val="FFFF00"/>
                            </a:solidFill>
                            <a:latin typeface="Cambria Math" panose="02040503050406030204" pitchFamily="18" charset="0"/>
                          </a:rPr>
                          <m:t>𝑡</m:t>
                        </m:r>
                      </m:e>
                      <m:sub>
                        <m:r>
                          <a:rPr lang="zh-CN" altLang="en-US" sz="2800" i="1">
                            <a:solidFill>
                              <a:srgbClr val="FFFF00"/>
                            </a:solidFill>
                            <a:latin typeface="Cambria Math" panose="02040503050406030204" pitchFamily="18" charset="0"/>
                          </a:rPr>
                          <m:t>0</m:t>
                        </m:r>
                      </m:sub>
                    </m:sSub>
                  </m:oMath>
                </a14:m>
                <a:r>
                  <a:rPr lang="zh-CN" altLang="en-US" sz="2800" b="1" dirty="0">
                    <a:solidFill>
                      <a:srgbClr val="FFFF00"/>
                    </a:solidFill>
                  </a:rPr>
                  <a:t>无关</a:t>
                </a:r>
                <a:r>
                  <a:rPr lang="zh-CN" altLang="en-US" sz="2800" b="1" dirty="0"/>
                  <a:t>。</a:t>
                </a:r>
              </a:p>
            </p:txBody>
          </p:sp>
        </mc:Choice>
        <mc:Fallback xmlns="">
          <p:sp>
            <p:nvSpPr>
              <p:cNvPr id="32" name="内容占位符 2">
                <a:extLst>
                  <a:ext uri="{FF2B5EF4-FFF2-40B4-BE49-F238E27FC236}">
                    <a16:creationId xmlns:a16="http://schemas.microsoft.com/office/drawing/2014/main" id="{3E6728B8-E336-75F3-E3BE-FB0CB54F5F6D}"/>
                  </a:ext>
                </a:extLst>
              </p:cNvPr>
              <p:cNvSpPr txBox="1">
                <a:spLocks noRot="1" noChangeAspect="1" noMove="1" noResize="1" noEditPoints="1" noAdjustHandles="1" noChangeArrowheads="1" noChangeShapeType="1" noTextEdit="1"/>
              </p:cNvSpPr>
              <p:nvPr/>
            </p:nvSpPr>
            <p:spPr>
              <a:xfrm>
                <a:off x="457200" y="5280109"/>
                <a:ext cx="8382000" cy="1317243"/>
              </a:xfrm>
              <a:prstGeom prst="rect">
                <a:avLst/>
              </a:prstGeom>
              <a:blipFill>
                <a:blip r:embed="rId5"/>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3" name="内容占位符 2">
                <a:extLst>
                  <a:ext uri="{FF2B5EF4-FFF2-40B4-BE49-F238E27FC236}">
                    <a16:creationId xmlns:a16="http://schemas.microsoft.com/office/drawing/2014/main" id="{606AD162-3786-8D76-0181-0F1ACC360ED3}"/>
                  </a:ext>
                </a:extLst>
              </p:cNvPr>
              <p:cNvSpPr txBox="1">
                <a:spLocks/>
              </p:cNvSpPr>
              <p:nvPr/>
            </p:nvSpPr>
            <p:spPr>
              <a:xfrm>
                <a:off x="438472" y="3983965"/>
                <a:ext cx="8382000" cy="1317243"/>
              </a:xfrm>
              <a:prstGeom prst="rect">
                <a:avLst/>
              </a:prstGeom>
            </p:spPr>
            <p:txBody>
              <a:bodyPr vert="horz" lIns="54864" tIns="91440" rtlCol="0">
                <a:normAutofit/>
              </a:bodyPr>
              <a:lstStyle>
                <a:lvl1pPr marL="438912" indent="-320040" algn="l" rtl="0" eaLnBrk="1" latinLnBrk="0" hangingPunct="1">
                  <a:spcBef>
                    <a:spcPts val="0"/>
                  </a:spcBef>
                  <a:buClr>
                    <a:schemeClr val="accent1"/>
                  </a:buClr>
                  <a:buSzPct val="80000"/>
                  <a:buFont typeface="Wingdings 2"/>
                  <a:buChar char=""/>
                  <a:defRPr kumimoji="0" sz="3200" kern="1200">
                    <a:solidFill>
                      <a:schemeClr val="bg1"/>
                    </a:solidFill>
                    <a:latin typeface="Times New Roman" pitchFamily="18" charset="0"/>
                    <a:ea typeface="+mn-ea"/>
                    <a:cs typeface="Times New Roman" pitchFamily="18" charset="0"/>
                  </a:defRPr>
                </a:lvl1pPr>
                <a:lvl2pPr marL="731520" indent="-274320" algn="l" rtl="0" eaLnBrk="1" latinLnBrk="0" hangingPunct="1">
                  <a:spcBef>
                    <a:spcPct val="20000"/>
                  </a:spcBef>
                  <a:buClr>
                    <a:schemeClr val="accent2"/>
                  </a:buClr>
                  <a:buSzPct val="90000"/>
                  <a:buFont typeface="Wingdings"/>
                  <a:buChar char=""/>
                  <a:defRPr kumimoji="0" sz="2800" kern="1200">
                    <a:solidFill>
                      <a:schemeClr val="bg1"/>
                    </a:solidFill>
                    <a:latin typeface="Times New Roman" pitchFamily="18" charset="0"/>
                    <a:ea typeface="+mn-ea"/>
                    <a:cs typeface="Times New Roman" pitchFamily="18" charset="0"/>
                  </a:defRPr>
                </a:lvl2pPr>
                <a:lvl3pPr marL="996696" indent="-228600" algn="l" rtl="0" eaLnBrk="1" latinLnBrk="0" hangingPunct="1">
                  <a:spcBef>
                    <a:spcPct val="20000"/>
                  </a:spcBef>
                  <a:buClr>
                    <a:schemeClr val="accent3"/>
                  </a:buClr>
                  <a:buFont typeface="Arial"/>
                  <a:buChar char="▪"/>
                  <a:defRPr kumimoji="0" sz="2400" kern="1200">
                    <a:solidFill>
                      <a:schemeClr val="bg1"/>
                    </a:solidFill>
                    <a:latin typeface="Times New Roman" pitchFamily="18" charset="0"/>
                    <a:ea typeface="+mn-ea"/>
                    <a:cs typeface="Times New Roman" pitchFamily="18" charset="0"/>
                  </a:defRPr>
                </a:lvl3pPr>
                <a:lvl4pPr marL="1216152" indent="-182880" algn="l" rtl="0" eaLnBrk="1" latinLnBrk="0" hangingPunct="1">
                  <a:spcBef>
                    <a:spcPct val="20000"/>
                  </a:spcBef>
                  <a:buClr>
                    <a:schemeClr val="accent4"/>
                  </a:buClr>
                  <a:buFont typeface="Arial"/>
                  <a:buChar char="▪"/>
                  <a:defRPr kumimoji="0" sz="2000" kern="1200">
                    <a:solidFill>
                      <a:schemeClr val="bg1"/>
                    </a:solidFill>
                    <a:latin typeface="Times New Roman" pitchFamily="18" charset="0"/>
                    <a:ea typeface="+mn-ea"/>
                    <a:cs typeface="Times New Roman" pitchFamily="18" charset="0"/>
                  </a:defRPr>
                </a:lvl4pPr>
                <a:lvl5pPr marL="1426464" indent="-182880" algn="l" rtl="0" eaLnBrk="1" latinLnBrk="0" hangingPunct="1">
                  <a:spcBef>
                    <a:spcPct val="20000"/>
                  </a:spcBef>
                  <a:buClr>
                    <a:schemeClr val="accent5"/>
                  </a:buClr>
                  <a:buFont typeface="Wingdings 3"/>
                  <a:buChar char=""/>
                  <a:defRPr kumimoji="0" lang="en-US" sz="2000" kern="1200" smtClean="0">
                    <a:solidFill>
                      <a:schemeClr val="tx1"/>
                    </a:solidFill>
                    <a:latin typeface="Times New Roman" pitchFamily="18" charset="0"/>
                    <a:ea typeface="+mn-ea"/>
                    <a:cs typeface="Times New Roman" pitchFamily="18" charset="0"/>
                  </a:defRPr>
                </a:lvl5pPr>
                <a:lvl6pPr marL="1627632" indent="-182880" algn="l" rtl="0" eaLnBrk="1" latinLnBrk="0" hangingPunct="1">
                  <a:spcBef>
                    <a:spcPct val="20000"/>
                  </a:spcBef>
                  <a:buClr>
                    <a:schemeClr val="accent6"/>
                  </a:buClr>
                  <a:buSzPct val="100000"/>
                  <a:buFont typeface="Wingdings 2"/>
                  <a:buChar char=""/>
                  <a:defRPr kumimoji="0" sz="2000" kern="1200">
                    <a:solidFill>
                      <a:schemeClr val="tx1"/>
                    </a:solidFill>
                    <a:latin typeface="+mn-lt"/>
                    <a:ea typeface="+mn-ea"/>
                    <a:cs typeface="+mn-cs"/>
                  </a:defRPr>
                </a:lvl6pPr>
                <a:lvl7pPr marL="1828800" indent="-182880" algn="l" rtl="0" eaLnBrk="1" latinLnBrk="0" hangingPunct="1">
                  <a:spcBef>
                    <a:spcPct val="20000"/>
                  </a:spcBef>
                  <a:buClr>
                    <a:schemeClr val="accent1"/>
                  </a:buClr>
                  <a:buSzPct val="100000"/>
                  <a:buFont typeface="Wingdings 2"/>
                  <a:buChar char=""/>
                  <a:defRPr kumimoji="0" sz="1800" kern="1200">
                    <a:solidFill>
                      <a:schemeClr val="tx1"/>
                    </a:solidFill>
                    <a:latin typeface="+mn-lt"/>
                    <a:ea typeface="+mn-ea"/>
                    <a:cs typeface="+mn-cs"/>
                  </a:defRPr>
                </a:lvl7pPr>
                <a:lvl8pPr marL="2029968" indent="-182880" algn="l" rtl="0" eaLnBrk="1" latinLnBrk="0" hangingPunct="1">
                  <a:spcBef>
                    <a:spcPct val="20000"/>
                  </a:spcBef>
                  <a:buClr>
                    <a:schemeClr val="accent2"/>
                  </a:buClr>
                  <a:buFont typeface="Wingdings 2" pitchFamily="18" charset="2"/>
                  <a:buChar char=""/>
                  <a:defRPr kumimoji="0" sz="1800" kern="1200">
                    <a:solidFill>
                      <a:schemeClr val="tx1"/>
                    </a:solidFill>
                    <a:latin typeface="+mn-lt"/>
                    <a:ea typeface="+mn-ea"/>
                    <a:cs typeface="+mn-cs"/>
                  </a:defRPr>
                </a:lvl8pPr>
                <a:lvl9pPr marL="2231136" indent="-182880" algn="l" rtl="0" eaLnBrk="1" latinLnBrk="0" hangingPunct="1">
                  <a:spcBef>
                    <a:spcPct val="20000"/>
                  </a:spcBef>
                  <a:buClr>
                    <a:schemeClr val="accent3"/>
                  </a:buClr>
                  <a:buFont typeface="Wingdings 2" pitchFamily="18" charset="2"/>
                  <a:buChar char=""/>
                  <a:defRPr kumimoji="0" sz="1800" kern="1200" baseline="0">
                    <a:solidFill>
                      <a:schemeClr val="tx1"/>
                    </a:solidFill>
                    <a:latin typeface="+mn-lt"/>
                    <a:ea typeface="+mn-ea"/>
                    <a:cs typeface="+mn-cs"/>
                  </a:defRPr>
                </a:lvl9pPr>
                <a:extLst/>
              </a:lstStyle>
              <a:p>
                <a:pPr>
                  <a:lnSpc>
                    <a:spcPts val="4000"/>
                  </a:lnSpc>
                </a:pPr>
                <a:r>
                  <a:rPr lang="zh-CN" altLang="en-US" sz="2800" b="1" dirty="0">
                    <a:solidFill>
                      <a:srgbClr val="FFFF00"/>
                    </a:solidFill>
                  </a:rPr>
                  <a:t>一致稳定</a:t>
                </a:r>
                <a:r>
                  <a:rPr lang="zh-CN" altLang="en-US" sz="2800" b="1" dirty="0"/>
                  <a:t>（</a:t>
                </a:r>
                <a:r>
                  <a:rPr lang="en-US" altLang="zh-CN" sz="2800" b="1" dirty="0"/>
                  <a:t>uniform stability</a:t>
                </a:r>
                <a:r>
                  <a:rPr lang="zh-CN" altLang="en-US" sz="2800" b="1" dirty="0"/>
                  <a:t>）：</a:t>
                </a:r>
                <a:br>
                  <a:rPr lang="en-US" altLang="zh-CN" sz="2800" b="1" dirty="0"/>
                </a:br>
                <a:r>
                  <a:rPr lang="en-US" altLang="zh-CN" sz="2800" b="1" dirty="0"/>
                  <a:t>       </a:t>
                </a:r>
                <a:r>
                  <a:rPr lang="zh-CN" altLang="en-US" sz="2800" b="1" dirty="0"/>
                  <a:t>系统具有</a:t>
                </a:r>
                <a:r>
                  <a:rPr lang="zh-CN" altLang="en-US" sz="2800" b="1" dirty="0">
                    <a:solidFill>
                      <a:srgbClr val="FFFF00"/>
                    </a:solidFill>
                  </a:rPr>
                  <a:t>与</a:t>
                </a:r>
                <a14:m>
                  <m:oMath xmlns:m="http://schemas.openxmlformats.org/officeDocument/2006/math">
                    <m:sSub>
                      <m:sSubPr>
                        <m:ctrlPr>
                          <a:rPr lang="zh-CN" altLang="en-US" sz="2800" i="1">
                            <a:solidFill>
                              <a:srgbClr val="FFFF00"/>
                            </a:solidFill>
                            <a:latin typeface="Cambria Math" panose="02040503050406030204" pitchFamily="18" charset="0"/>
                          </a:rPr>
                        </m:ctrlPr>
                      </m:sSubPr>
                      <m:e>
                        <m:r>
                          <a:rPr lang="zh-CN" altLang="en-US" sz="2800" i="1">
                            <a:solidFill>
                              <a:srgbClr val="FFFF00"/>
                            </a:solidFill>
                            <a:latin typeface="Cambria Math" panose="02040503050406030204" pitchFamily="18" charset="0"/>
                          </a:rPr>
                          <m:t>𝑡</m:t>
                        </m:r>
                      </m:e>
                      <m:sub>
                        <m:r>
                          <a:rPr lang="zh-CN" altLang="en-US" sz="2800" i="1">
                            <a:solidFill>
                              <a:srgbClr val="FFFF00"/>
                            </a:solidFill>
                            <a:latin typeface="Cambria Math" panose="02040503050406030204" pitchFamily="18" charset="0"/>
                          </a:rPr>
                          <m:t>0</m:t>
                        </m:r>
                      </m:sub>
                    </m:sSub>
                  </m:oMath>
                </a14:m>
                <a:r>
                  <a:rPr lang="zh-CN" altLang="en-US" sz="2800" b="1" dirty="0">
                    <a:solidFill>
                      <a:srgbClr val="FFFF00"/>
                    </a:solidFill>
                  </a:rPr>
                  <a:t>无关</a:t>
                </a:r>
                <a:r>
                  <a:rPr lang="zh-CN" altLang="en-US" sz="2800" b="1" dirty="0"/>
                  <a:t>的</a:t>
                </a:r>
                <a:r>
                  <a:rPr lang="en-US" altLang="zh-CN" sz="2800" b="1" dirty="0"/>
                  <a:t>Lyapunov</a:t>
                </a:r>
                <a:r>
                  <a:rPr lang="zh-CN" altLang="en-US" sz="2800" b="1" dirty="0"/>
                  <a:t>稳定性。</a:t>
                </a:r>
              </a:p>
            </p:txBody>
          </p:sp>
        </mc:Choice>
        <mc:Fallback xmlns="">
          <p:sp>
            <p:nvSpPr>
              <p:cNvPr id="33" name="内容占位符 2">
                <a:extLst>
                  <a:ext uri="{FF2B5EF4-FFF2-40B4-BE49-F238E27FC236}">
                    <a16:creationId xmlns:a16="http://schemas.microsoft.com/office/drawing/2014/main" id="{606AD162-3786-8D76-0181-0F1ACC360ED3}"/>
                  </a:ext>
                </a:extLst>
              </p:cNvPr>
              <p:cNvSpPr txBox="1">
                <a:spLocks noRot="1" noChangeAspect="1" noMove="1" noResize="1" noEditPoints="1" noAdjustHandles="1" noChangeArrowheads="1" noChangeShapeType="1" noTextEdit="1"/>
              </p:cNvSpPr>
              <p:nvPr/>
            </p:nvSpPr>
            <p:spPr>
              <a:xfrm>
                <a:off x="438472" y="3983965"/>
                <a:ext cx="8382000" cy="1317243"/>
              </a:xfrm>
              <a:prstGeom prst="rect">
                <a:avLst/>
              </a:prstGeom>
              <a:blipFill>
                <a:blip r:embed="rId6"/>
                <a:stretch>
                  <a:fillRect/>
                </a:stretch>
              </a:blipFill>
            </p:spPr>
            <p:txBody>
              <a:bodyPr/>
              <a:lstStyle/>
              <a:p>
                <a:r>
                  <a:rPr lang="zh-CN" altLang="en-US">
                    <a:noFill/>
                  </a:rPr>
                  <a:t> </a:t>
                </a:r>
              </a:p>
            </p:txBody>
          </p:sp>
        </mc:Fallback>
      </mc:AlternateContent>
    </p:spTree>
    <p:custDataLst>
      <p:tags r:id="rId1"/>
    </p:custDataLst>
    <p:extLst>
      <p:ext uri="{BB962C8B-B14F-4D97-AF65-F5344CB8AC3E}">
        <p14:creationId xmlns:p14="http://schemas.microsoft.com/office/powerpoint/2010/main" val="79426707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zh-CN" altLang="en-US" dirty="0"/>
              <a:t>稳定的一致性：一致渐进稳定</a:t>
            </a:r>
          </a:p>
        </p:txBody>
      </p:sp>
      <p:sp>
        <p:nvSpPr>
          <p:cNvPr id="7" name="灯片编号占位符 6"/>
          <p:cNvSpPr>
            <a:spLocks noGrp="1"/>
          </p:cNvSpPr>
          <p:nvPr>
            <p:ph type="sldNum" sz="quarter" idx="12"/>
          </p:nvPr>
        </p:nvSpPr>
        <p:spPr/>
        <p:txBody>
          <a:bodyPr/>
          <a:lstStyle/>
          <a:p>
            <a:fld id="{58C210BB-F110-452C-89E7-9EA0A8D47DCE}" type="slidenum">
              <a:rPr lang="zh-CN" altLang="en-US" smtClean="0"/>
              <a:pPr/>
              <a:t>16</a:t>
            </a:fld>
            <a:endParaRPr lang="zh-CN" altLang="en-US" dirty="0"/>
          </a:p>
        </p:txBody>
      </p:sp>
      <p:sp>
        <p:nvSpPr>
          <p:cNvPr id="23" name="日期占位符 3"/>
          <p:cNvSpPr txBox="1">
            <a:spLocks/>
          </p:cNvSpPr>
          <p:nvPr/>
        </p:nvSpPr>
        <p:spPr>
          <a:xfrm>
            <a:off x="457200" y="6476999"/>
            <a:ext cx="2133600" cy="274320"/>
          </a:xfrm>
          <a:prstGeom prst="rect">
            <a:avLst/>
          </a:prstGeom>
        </p:spPr>
        <p:txBody>
          <a:bodyPr vert="horz" lIns="109728" rIns="45720" bIns="0" rtlCol="0" anchor="b"/>
          <a:lstStyle>
            <a:defPPr>
              <a:defRPr lang="zh-CN"/>
            </a:defPPr>
            <a:lvl1pPr marL="0" algn="l" defTabSz="914400" rtl="0" eaLnBrk="1" latinLnBrk="0" hangingPunct="1">
              <a:defRPr kumimoji="0" sz="1800" kern="1200">
                <a:solidFill>
                  <a:srgbClr val="FF0000"/>
                </a:solidFill>
                <a:latin typeface="Times New Roman" pitchFamily="18" charset="0"/>
                <a:ea typeface="+mn-ea"/>
                <a:cs typeface="Times New Roman" pitchFamily="18"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dirty="0"/>
          </a:p>
        </p:txBody>
      </p:sp>
      <mc:AlternateContent xmlns:mc="http://schemas.openxmlformats.org/markup-compatibility/2006">
        <mc:Choice xmlns:a14="http://schemas.microsoft.com/office/drawing/2010/main" Requires="a14">
          <p:sp>
            <p:nvSpPr>
              <p:cNvPr id="4" name="内容占位符 2">
                <a:extLst>
                  <a:ext uri="{FF2B5EF4-FFF2-40B4-BE49-F238E27FC236}">
                    <a16:creationId xmlns:a16="http://schemas.microsoft.com/office/drawing/2014/main" id="{52849870-EE8C-B9C7-205B-EE6C050F6070}"/>
                  </a:ext>
                </a:extLst>
              </p:cNvPr>
              <p:cNvSpPr txBox="1">
                <a:spLocks/>
              </p:cNvSpPr>
              <p:nvPr/>
            </p:nvSpPr>
            <p:spPr>
              <a:xfrm>
                <a:off x="395536" y="1052735"/>
                <a:ext cx="8382000" cy="5424264"/>
              </a:xfrm>
              <a:prstGeom prst="rect">
                <a:avLst/>
              </a:prstGeom>
            </p:spPr>
            <p:txBody>
              <a:bodyPr vert="horz" lIns="54864" tIns="91440" rtlCol="0">
                <a:noAutofit/>
              </a:bodyPr>
              <a:lstStyle>
                <a:lvl1pPr marL="438912" indent="-320040" algn="l" rtl="0" eaLnBrk="1" latinLnBrk="0" hangingPunct="1">
                  <a:spcBef>
                    <a:spcPts val="0"/>
                  </a:spcBef>
                  <a:buClr>
                    <a:schemeClr val="accent1"/>
                  </a:buClr>
                  <a:buSzPct val="80000"/>
                  <a:buFont typeface="Wingdings 2"/>
                  <a:buChar char=""/>
                  <a:defRPr kumimoji="0" sz="3200" kern="1200">
                    <a:solidFill>
                      <a:schemeClr val="bg1"/>
                    </a:solidFill>
                    <a:latin typeface="Times New Roman" pitchFamily="18" charset="0"/>
                    <a:ea typeface="+mn-ea"/>
                    <a:cs typeface="Times New Roman" pitchFamily="18" charset="0"/>
                  </a:defRPr>
                </a:lvl1pPr>
                <a:lvl2pPr marL="731520" indent="-274320" algn="l" rtl="0" eaLnBrk="1" latinLnBrk="0" hangingPunct="1">
                  <a:spcBef>
                    <a:spcPct val="20000"/>
                  </a:spcBef>
                  <a:buClr>
                    <a:schemeClr val="accent2"/>
                  </a:buClr>
                  <a:buSzPct val="90000"/>
                  <a:buFont typeface="Wingdings"/>
                  <a:buChar char=""/>
                  <a:defRPr kumimoji="0" sz="2800" kern="1200">
                    <a:solidFill>
                      <a:schemeClr val="bg1"/>
                    </a:solidFill>
                    <a:latin typeface="Times New Roman" pitchFamily="18" charset="0"/>
                    <a:ea typeface="+mn-ea"/>
                    <a:cs typeface="Times New Roman" pitchFamily="18" charset="0"/>
                  </a:defRPr>
                </a:lvl2pPr>
                <a:lvl3pPr marL="996696" indent="-228600" algn="l" rtl="0" eaLnBrk="1" latinLnBrk="0" hangingPunct="1">
                  <a:spcBef>
                    <a:spcPct val="20000"/>
                  </a:spcBef>
                  <a:buClr>
                    <a:schemeClr val="accent3"/>
                  </a:buClr>
                  <a:buFont typeface="Arial"/>
                  <a:buChar char="▪"/>
                  <a:defRPr kumimoji="0" sz="2400" kern="1200">
                    <a:solidFill>
                      <a:schemeClr val="bg1"/>
                    </a:solidFill>
                    <a:latin typeface="Times New Roman" pitchFamily="18" charset="0"/>
                    <a:ea typeface="+mn-ea"/>
                    <a:cs typeface="Times New Roman" pitchFamily="18" charset="0"/>
                  </a:defRPr>
                </a:lvl3pPr>
                <a:lvl4pPr marL="1216152" indent="-182880" algn="l" rtl="0" eaLnBrk="1" latinLnBrk="0" hangingPunct="1">
                  <a:spcBef>
                    <a:spcPct val="20000"/>
                  </a:spcBef>
                  <a:buClr>
                    <a:schemeClr val="accent4"/>
                  </a:buClr>
                  <a:buFont typeface="Arial"/>
                  <a:buChar char="▪"/>
                  <a:defRPr kumimoji="0" sz="2000" kern="1200">
                    <a:solidFill>
                      <a:schemeClr val="bg1"/>
                    </a:solidFill>
                    <a:latin typeface="Times New Roman" pitchFamily="18" charset="0"/>
                    <a:ea typeface="+mn-ea"/>
                    <a:cs typeface="Times New Roman" pitchFamily="18" charset="0"/>
                  </a:defRPr>
                </a:lvl4pPr>
                <a:lvl5pPr marL="1426464" indent="-182880" algn="l" rtl="0" eaLnBrk="1" latinLnBrk="0" hangingPunct="1">
                  <a:spcBef>
                    <a:spcPct val="20000"/>
                  </a:spcBef>
                  <a:buClr>
                    <a:schemeClr val="accent5"/>
                  </a:buClr>
                  <a:buFont typeface="Wingdings 3"/>
                  <a:buChar char=""/>
                  <a:defRPr kumimoji="0" lang="en-US" sz="2000" kern="1200" smtClean="0">
                    <a:solidFill>
                      <a:schemeClr val="tx1"/>
                    </a:solidFill>
                    <a:latin typeface="Times New Roman" pitchFamily="18" charset="0"/>
                    <a:ea typeface="+mn-ea"/>
                    <a:cs typeface="Times New Roman" pitchFamily="18" charset="0"/>
                  </a:defRPr>
                </a:lvl5pPr>
                <a:lvl6pPr marL="1627632" indent="-182880" algn="l" rtl="0" eaLnBrk="1" latinLnBrk="0" hangingPunct="1">
                  <a:spcBef>
                    <a:spcPct val="20000"/>
                  </a:spcBef>
                  <a:buClr>
                    <a:schemeClr val="accent6"/>
                  </a:buClr>
                  <a:buSzPct val="100000"/>
                  <a:buFont typeface="Wingdings 2"/>
                  <a:buChar char=""/>
                  <a:defRPr kumimoji="0" sz="2000" kern="1200">
                    <a:solidFill>
                      <a:schemeClr val="tx1"/>
                    </a:solidFill>
                    <a:latin typeface="+mn-lt"/>
                    <a:ea typeface="+mn-ea"/>
                    <a:cs typeface="+mn-cs"/>
                  </a:defRPr>
                </a:lvl6pPr>
                <a:lvl7pPr marL="1828800" indent="-182880" algn="l" rtl="0" eaLnBrk="1" latinLnBrk="0" hangingPunct="1">
                  <a:spcBef>
                    <a:spcPct val="20000"/>
                  </a:spcBef>
                  <a:buClr>
                    <a:schemeClr val="accent1"/>
                  </a:buClr>
                  <a:buSzPct val="100000"/>
                  <a:buFont typeface="Wingdings 2"/>
                  <a:buChar char=""/>
                  <a:defRPr kumimoji="0" sz="1800" kern="1200">
                    <a:solidFill>
                      <a:schemeClr val="tx1"/>
                    </a:solidFill>
                    <a:latin typeface="+mn-lt"/>
                    <a:ea typeface="+mn-ea"/>
                    <a:cs typeface="+mn-cs"/>
                  </a:defRPr>
                </a:lvl7pPr>
                <a:lvl8pPr marL="2029968" indent="-182880" algn="l" rtl="0" eaLnBrk="1" latinLnBrk="0" hangingPunct="1">
                  <a:spcBef>
                    <a:spcPct val="20000"/>
                  </a:spcBef>
                  <a:buClr>
                    <a:schemeClr val="accent2"/>
                  </a:buClr>
                  <a:buFont typeface="Wingdings 2" pitchFamily="18" charset="2"/>
                  <a:buChar char=""/>
                  <a:defRPr kumimoji="0" sz="1800" kern="1200">
                    <a:solidFill>
                      <a:schemeClr val="tx1"/>
                    </a:solidFill>
                    <a:latin typeface="+mn-lt"/>
                    <a:ea typeface="+mn-ea"/>
                    <a:cs typeface="+mn-cs"/>
                  </a:defRPr>
                </a:lvl8pPr>
                <a:lvl9pPr marL="2231136" indent="-182880" algn="l" rtl="0" eaLnBrk="1" latinLnBrk="0" hangingPunct="1">
                  <a:spcBef>
                    <a:spcPct val="20000"/>
                  </a:spcBef>
                  <a:buClr>
                    <a:schemeClr val="accent3"/>
                  </a:buClr>
                  <a:buFont typeface="Wingdings 2" pitchFamily="18" charset="2"/>
                  <a:buChar char=""/>
                  <a:defRPr kumimoji="0" sz="1800" kern="1200" baseline="0">
                    <a:solidFill>
                      <a:schemeClr val="tx1"/>
                    </a:solidFill>
                    <a:latin typeface="+mn-lt"/>
                    <a:ea typeface="+mn-ea"/>
                    <a:cs typeface="+mn-cs"/>
                  </a:defRPr>
                </a:lvl9pPr>
                <a:extLst/>
              </a:lstStyle>
              <a:p>
                <a:pPr>
                  <a:lnSpc>
                    <a:spcPts val="4000"/>
                  </a:lnSpc>
                </a:pPr>
                <a:r>
                  <a:rPr lang="zh-CN" altLang="en-US" sz="2800" b="1" dirty="0"/>
                  <a:t>系统 </a:t>
                </a:r>
                <a14:m>
                  <m:oMath xmlns:m="http://schemas.openxmlformats.org/officeDocument/2006/math">
                    <m:acc>
                      <m:accPr>
                        <m:chr m:val="̇"/>
                        <m:ctrlPr>
                          <a:rPr lang="zh-CN" altLang="en-US" sz="2800" i="1" smtClean="0">
                            <a:solidFill>
                              <a:schemeClr val="bg1"/>
                            </a:solidFill>
                            <a:latin typeface="Cambria Math" panose="02040503050406030204" pitchFamily="18" charset="0"/>
                          </a:rPr>
                        </m:ctrlPr>
                      </m:accPr>
                      <m:e>
                        <m:r>
                          <a:rPr lang="zh-CN" altLang="en-US" sz="2800" b="1" i="1">
                            <a:solidFill>
                              <a:schemeClr val="bg1"/>
                            </a:solidFill>
                            <a:latin typeface="Cambria Math" panose="02040503050406030204" pitchFamily="18" charset="0"/>
                          </a:rPr>
                          <m:t>𝒙</m:t>
                        </m:r>
                      </m:e>
                    </m:acc>
                    <m:r>
                      <a:rPr lang="zh-CN" altLang="en-US" sz="2800" i="1">
                        <a:solidFill>
                          <a:schemeClr val="bg1"/>
                        </a:solidFill>
                        <a:latin typeface="Cambria Math" panose="02040503050406030204" pitchFamily="18" charset="0"/>
                      </a:rPr>
                      <m:t>=</m:t>
                    </m:r>
                    <m:r>
                      <a:rPr lang="zh-CN" altLang="en-US" sz="2800" b="1" i="1">
                        <a:solidFill>
                          <a:schemeClr val="bg1"/>
                        </a:solidFill>
                        <a:latin typeface="Cambria Math" panose="02040503050406030204" pitchFamily="18" charset="0"/>
                      </a:rPr>
                      <m:t>𝒇</m:t>
                    </m:r>
                    <m:r>
                      <a:rPr lang="zh-CN" altLang="en-US" sz="2800" i="1">
                        <a:solidFill>
                          <a:schemeClr val="bg1"/>
                        </a:solidFill>
                        <a:latin typeface="Cambria Math" panose="02040503050406030204" pitchFamily="18" charset="0"/>
                      </a:rPr>
                      <m:t>(</m:t>
                    </m:r>
                    <m:r>
                      <a:rPr lang="zh-CN" altLang="en-US" sz="2800" b="1" i="1">
                        <a:solidFill>
                          <a:schemeClr val="bg1"/>
                        </a:solidFill>
                        <a:latin typeface="Cambria Math" panose="02040503050406030204" pitchFamily="18" charset="0"/>
                      </a:rPr>
                      <m:t>𝒙</m:t>
                    </m:r>
                    <m:r>
                      <a:rPr lang="zh-CN" altLang="en-US" sz="2800" i="1">
                        <a:solidFill>
                          <a:schemeClr val="bg1"/>
                        </a:solidFill>
                        <a:latin typeface="Cambria Math" panose="02040503050406030204" pitchFamily="18" charset="0"/>
                      </a:rPr>
                      <m:t>,</m:t>
                    </m:r>
                    <m:r>
                      <a:rPr lang="zh-CN" altLang="en-US" sz="2800" i="1">
                        <a:solidFill>
                          <a:schemeClr val="bg1"/>
                        </a:solidFill>
                        <a:latin typeface="Cambria Math" panose="02040503050406030204" pitchFamily="18" charset="0"/>
                      </a:rPr>
                      <m:t>𝑡</m:t>
                    </m:r>
                    <m:r>
                      <a:rPr lang="zh-CN" altLang="en-US" sz="2800" i="1">
                        <a:solidFill>
                          <a:schemeClr val="bg1"/>
                        </a:solidFill>
                        <a:latin typeface="Cambria Math" panose="02040503050406030204" pitchFamily="18" charset="0"/>
                      </a:rPr>
                      <m:t>)</m:t>
                    </m:r>
                  </m:oMath>
                </a14:m>
                <a:r>
                  <a:rPr lang="zh-CN" altLang="en-US" sz="2800" b="1" dirty="0">
                    <a:solidFill>
                      <a:schemeClr val="bg1"/>
                    </a:solidFill>
                  </a:rPr>
                  <a:t> </a:t>
                </a:r>
                <a:r>
                  <a:rPr lang="zh-CN" altLang="en-US" sz="2800" b="1" dirty="0"/>
                  <a:t>平衡点 </a:t>
                </a:r>
                <a14:m>
                  <m:oMath xmlns:m="http://schemas.openxmlformats.org/officeDocument/2006/math">
                    <m:r>
                      <a:rPr lang="zh-CN" altLang="en-US" sz="2800" b="1" i="1" smtClean="0">
                        <a:solidFill>
                          <a:schemeClr val="bg1"/>
                        </a:solidFill>
                        <a:latin typeface="Cambria Math" panose="02040503050406030204" pitchFamily="18" charset="0"/>
                      </a:rPr>
                      <m:t>𝒙</m:t>
                    </m:r>
                    <m:r>
                      <a:rPr lang="zh-CN" altLang="en-US" sz="2800" i="1">
                        <a:solidFill>
                          <a:schemeClr val="bg1"/>
                        </a:solidFill>
                        <a:latin typeface="Cambria Math" panose="02040503050406030204" pitchFamily="18" charset="0"/>
                      </a:rPr>
                      <m:t>=0</m:t>
                    </m:r>
                  </m:oMath>
                </a14:m>
                <a:r>
                  <a:rPr lang="zh-CN" altLang="en-US" sz="2800" b="1" dirty="0"/>
                  <a:t> 局部</a:t>
                </a:r>
                <a:r>
                  <a:rPr lang="zh-CN" altLang="en-US" sz="2800" b="1" dirty="0">
                    <a:solidFill>
                      <a:srgbClr val="FFFF00"/>
                    </a:solidFill>
                  </a:rPr>
                  <a:t>一致渐进稳定</a:t>
                </a:r>
                <a:r>
                  <a:rPr lang="zh-CN" altLang="en-US" sz="2800" b="1" dirty="0"/>
                  <a:t>（</a:t>
                </a:r>
                <a:r>
                  <a:rPr lang="en-US" altLang="zh-CN" sz="2800" b="1" dirty="0"/>
                  <a:t>locally </a:t>
                </a:r>
                <a:r>
                  <a:rPr lang="en-US" altLang="zh-CN" sz="2800" b="1" dirty="0">
                    <a:solidFill>
                      <a:srgbClr val="FFFF00"/>
                    </a:solidFill>
                  </a:rPr>
                  <a:t>uniformly asymptotically stable</a:t>
                </a:r>
                <a:r>
                  <a:rPr lang="zh-CN" altLang="en-US" sz="2800" b="1" dirty="0"/>
                  <a:t>），如果：</a:t>
                </a:r>
                <a:br>
                  <a:rPr lang="en-US" altLang="zh-CN" sz="2800" b="1" dirty="0"/>
                </a:br>
                <a:r>
                  <a:rPr lang="zh-CN" altLang="en-US" sz="2800" b="1" dirty="0"/>
                  <a:t>（</a:t>
                </a:r>
                <a:r>
                  <a:rPr lang="en-US" altLang="zh-CN" sz="2800" b="1" dirty="0"/>
                  <a:t>1</a:t>
                </a:r>
                <a:r>
                  <a:rPr lang="zh-CN" altLang="en-US" sz="2800" b="1" dirty="0"/>
                  <a:t>）局部</a:t>
                </a:r>
                <a:r>
                  <a:rPr lang="zh-CN" altLang="en-US" sz="2800" b="1" dirty="0">
                    <a:solidFill>
                      <a:srgbClr val="FFFF00"/>
                    </a:solidFill>
                  </a:rPr>
                  <a:t>一致稳定</a:t>
                </a:r>
                <a:r>
                  <a:rPr lang="zh-CN" altLang="en-US" sz="2800" b="1" dirty="0"/>
                  <a:t>：</a:t>
                </a:r>
                <a:br>
                  <a:rPr lang="en-US" altLang="zh-CN" sz="2800" b="1" dirty="0">
                    <a:solidFill>
                      <a:srgbClr val="FFFF00"/>
                    </a:solidFill>
                  </a:rPr>
                </a:br>
                <a:r>
                  <a:rPr lang="zh-CN" altLang="en-US" sz="2800" b="1" dirty="0"/>
                  <a:t> </a:t>
                </a:r>
                <a14:m>
                  <m:oMath xmlns:m="http://schemas.openxmlformats.org/officeDocument/2006/math">
                    <m:r>
                      <a:rPr lang="zh-CN" altLang="en-US" sz="2800" i="1" smtClean="0">
                        <a:solidFill>
                          <a:schemeClr val="bg1"/>
                        </a:solidFill>
                        <a:latin typeface="Cambria Math" panose="02040503050406030204" pitchFamily="18" charset="0"/>
                      </a:rPr>
                      <m:t>∀</m:t>
                    </m:r>
                    <m:r>
                      <a:rPr lang="zh-CN" altLang="en-US" sz="2800" i="1" smtClean="0">
                        <a:solidFill>
                          <a:schemeClr val="bg1"/>
                        </a:solidFill>
                        <a:latin typeface="Cambria Math" panose="02040503050406030204" pitchFamily="18" charset="0"/>
                      </a:rPr>
                      <m:t>𝜀</m:t>
                    </m:r>
                    <m:r>
                      <a:rPr lang="zh-CN" altLang="en-US" sz="2800" i="1" smtClean="0">
                        <a:solidFill>
                          <a:schemeClr val="bg1"/>
                        </a:solidFill>
                        <a:latin typeface="Cambria Math" panose="02040503050406030204" pitchFamily="18" charset="0"/>
                      </a:rPr>
                      <m:t>&gt;0,  </m:t>
                    </m:r>
                    <m:sSub>
                      <m:sSubPr>
                        <m:ctrlPr>
                          <a:rPr lang="zh-CN" altLang="en-US" sz="2800" i="1">
                            <a:solidFill>
                              <a:schemeClr val="bg1"/>
                            </a:solidFill>
                            <a:latin typeface="Cambria Math" panose="02040503050406030204" pitchFamily="18" charset="0"/>
                          </a:rPr>
                        </m:ctrlPr>
                      </m:sSubPr>
                      <m:e>
                        <m:r>
                          <a:rPr lang="zh-CN" altLang="en-US" sz="2800" i="1">
                            <a:solidFill>
                              <a:schemeClr val="bg1"/>
                            </a:solidFill>
                            <a:latin typeface="Cambria Math" panose="02040503050406030204" pitchFamily="18" charset="0"/>
                          </a:rPr>
                          <m:t>𝑡</m:t>
                        </m:r>
                      </m:e>
                      <m:sub>
                        <m:r>
                          <a:rPr lang="zh-CN" altLang="en-US" sz="2800" i="1">
                            <a:solidFill>
                              <a:schemeClr val="bg1"/>
                            </a:solidFill>
                            <a:latin typeface="Cambria Math" panose="02040503050406030204" pitchFamily="18" charset="0"/>
                          </a:rPr>
                          <m:t>0</m:t>
                        </m:r>
                      </m:sub>
                    </m:sSub>
                    <m:r>
                      <a:rPr lang="zh-CN" altLang="en-US" sz="2800" i="1">
                        <a:solidFill>
                          <a:schemeClr val="bg1"/>
                        </a:solidFill>
                        <a:latin typeface="Cambria Math" panose="02040503050406030204" pitchFamily="18" charset="0"/>
                      </a:rPr>
                      <m:t>≥0</m:t>
                    </m:r>
                  </m:oMath>
                </a14:m>
                <a:r>
                  <a:rPr lang="zh-CN" altLang="en-US" sz="2800" b="1" dirty="0">
                    <a:solidFill>
                      <a:schemeClr val="bg1"/>
                    </a:solidFill>
                  </a:rPr>
                  <a:t> </a:t>
                </a:r>
                <a:r>
                  <a:rPr lang="zh-CN" altLang="en-US" sz="2800" b="1" dirty="0"/>
                  <a:t>，</a:t>
                </a:r>
                <a14:m>
                  <m:oMath xmlns:m="http://schemas.openxmlformats.org/officeDocument/2006/math">
                    <m:r>
                      <a:rPr lang="zh-CN" altLang="en-US" sz="2800" i="1" smtClean="0">
                        <a:solidFill>
                          <a:schemeClr val="bg1"/>
                        </a:solidFill>
                        <a:latin typeface="Cambria Math" panose="02040503050406030204" pitchFamily="18" charset="0"/>
                      </a:rPr>
                      <m:t>∃</m:t>
                    </m:r>
                    <m:r>
                      <a:rPr lang="zh-CN" altLang="en-US" sz="2800" i="1" smtClean="0">
                        <a:solidFill>
                          <a:schemeClr val="bg1"/>
                        </a:solidFill>
                        <a:latin typeface="Cambria Math" panose="02040503050406030204" pitchFamily="18" charset="0"/>
                      </a:rPr>
                      <m:t>𝛿</m:t>
                    </m:r>
                    <m:r>
                      <a:rPr lang="zh-CN" altLang="en-US" sz="2800" i="1" smtClean="0">
                        <a:solidFill>
                          <a:schemeClr val="bg1"/>
                        </a:solidFill>
                        <a:latin typeface="Cambria Math" panose="02040503050406030204" pitchFamily="18" charset="0"/>
                      </a:rPr>
                      <m:t>(</m:t>
                    </m:r>
                    <m:r>
                      <a:rPr lang="zh-CN" altLang="en-US" sz="2800" i="1" smtClean="0">
                        <a:solidFill>
                          <a:schemeClr val="bg1"/>
                        </a:solidFill>
                        <a:latin typeface="Cambria Math" panose="02040503050406030204" pitchFamily="18" charset="0"/>
                      </a:rPr>
                      <m:t>𝜀</m:t>
                    </m:r>
                    <m:r>
                      <a:rPr lang="zh-CN" altLang="en-US" sz="2800" i="1" smtClean="0">
                        <a:solidFill>
                          <a:schemeClr val="bg1"/>
                        </a:solidFill>
                        <a:latin typeface="Cambria Math" panose="02040503050406030204" pitchFamily="18" charset="0"/>
                      </a:rPr>
                      <m:t>)&gt;0</m:t>
                    </m:r>
                  </m:oMath>
                </a14:m>
                <a:r>
                  <a:rPr lang="zh-CN" altLang="en-US" sz="2800" b="1" dirty="0"/>
                  <a:t>，</a:t>
                </a:r>
                <a:r>
                  <a:rPr lang="en-US" altLang="zh-CN" sz="2800" b="1" dirty="0" err="1"/>
                  <a:t>s.t.</a:t>
                </a:r>
                <a:r>
                  <a:rPr lang="zh-CN" altLang="en-US" sz="2800" b="1" dirty="0"/>
                  <a:t> </a:t>
                </a:r>
                <a:br>
                  <a:rPr lang="en-US" altLang="zh-CN" sz="2800" b="1" dirty="0"/>
                </a:br>
                <a14:m>
                  <m:oMath xmlns:m="http://schemas.openxmlformats.org/officeDocument/2006/math">
                    <m:d>
                      <m:dPr>
                        <m:begChr m:val="‖"/>
                        <m:endChr m:val="‖"/>
                        <m:ctrlPr>
                          <a:rPr lang="zh-CN" altLang="en-US" sz="2800" i="1">
                            <a:solidFill>
                              <a:srgbClr val="FFFF00"/>
                            </a:solidFill>
                            <a:latin typeface="Cambria Math" panose="02040503050406030204" pitchFamily="18" charset="0"/>
                          </a:rPr>
                        </m:ctrlPr>
                      </m:dPr>
                      <m:e>
                        <m:r>
                          <a:rPr lang="zh-CN" altLang="en-US" sz="2800" b="1" i="1">
                            <a:solidFill>
                              <a:srgbClr val="FFFF00"/>
                            </a:solidFill>
                            <a:latin typeface="Cambria Math" panose="02040503050406030204" pitchFamily="18" charset="0"/>
                          </a:rPr>
                          <m:t>𝒙</m:t>
                        </m:r>
                        <m:r>
                          <a:rPr lang="zh-CN" altLang="en-US" sz="2800" i="1">
                            <a:solidFill>
                              <a:srgbClr val="FFFF00"/>
                            </a:solidFill>
                            <a:latin typeface="Cambria Math" panose="02040503050406030204" pitchFamily="18" charset="0"/>
                          </a:rPr>
                          <m:t>(</m:t>
                        </m:r>
                        <m:r>
                          <a:rPr lang="zh-CN" altLang="en-US" sz="2800" i="1">
                            <a:solidFill>
                              <a:srgbClr val="FFFF00"/>
                            </a:solidFill>
                            <a:latin typeface="Cambria Math" panose="02040503050406030204" pitchFamily="18" charset="0"/>
                          </a:rPr>
                          <m:t>𝑡</m:t>
                        </m:r>
                        <m:r>
                          <a:rPr lang="zh-CN" altLang="en-US" sz="2800">
                            <a:solidFill>
                              <a:srgbClr val="FFFF00"/>
                            </a:solidFill>
                            <a:latin typeface="Cambria Math" panose="02040503050406030204" pitchFamily="18" charset="0"/>
                          </a:rPr>
                          <m:t>,</m:t>
                        </m:r>
                        <m:sSub>
                          <m:sSubPr>
                            <m:ctrlPr>
                              <a:rPr lang="zh-CN" altLang="en-US" sz="2800" i="1">
                                <a:solidFill>
                                  <a:srgbClr val="FFFF00"/>
                                </a:solidFill>
                                <a:latin typeface="Cambria Math" panose="02040503050406030204" pitchFamily="18" charset="0"/>
                              </a:rPr>
                            </m:ctrlPr>
                          </m:sSubPr>
                          <m:e>
                            <m:r>
                              <a:rPr lang="zh-CN" altLang="en-US" sz="2800" i="1">
                                <a:solidFill>
                                  <a:srgbClr val="FFFF00"/>
                                </a:solidFill>
                                <a:latin typeface="Cambria Math" panose="02040503050406030204" pitchFamily="18" charset="0"/>
                              </a:rPr>
                              <m:t>𝑡</m:t>
                            </m:r>
                          </m:e>
                          <m:sub>
                            <m:r>
                              <a:rPr lang="zh-CN" altLang="en-US" sz="2800" i="1">
                                <a:solidFill>
                                  <a:srgbClr val="FFFF00"/>
                                </a:solidFill>
                                <a:latin typeface="Cambria Math" panose="02040503050406030204" pitchFamily="18" charset="0"/>
                              </a:rPr>
                              <m:t>0</m:t>
                            </m:r>
                          </m:sub>
                        </m:sSub>
                        <m:r>
                          <a:rPr lang="zh-CN" altLang="en-US" sz="2800" i="1">
                            <a:solidFill>
                              <a:srgbClr val="FFFF00"/>
                            </a:solidFill>
                            <a:latin typeface="Cambria Math" panose="02040503050406030204" pitchFamily="18" charset="0"/>
                          </a:rPr>
                          <m:t>,</m:t>
                        </m:r>
                        <m:sSub>
                          <m:sSubPr>
                            <m:ctrlPr>
                              <a:rPr lang="zh-CN" altLang="en-US" sz="2800" i="1">
                                <a:solidFill>
                                  <a:srgbClr val="FFFF00"/>
                                </a:solidFill>
                                <a:latin typeface="Cambria Math" panose="02040503050406030204" pitchFamily="18" charset="0"/>
                              </a:rPr>
                            </m:ctrlPr>
                          </m:sSubPr>
                          <m:e>
                            <m:r>
                              <a:rPr lang="zh-CN" altLang="en-US" sz="2800" b="1" i="1">
                                <a:solidFill>
                                  <a:srgbClr val="FFFF00"/>
                                </a:solidFill>
                                <a:latin typeface="Cambria Math" panose="02040503050406030204" pitchFamily="18" charset="0"/>
                              </a:rPr>
                              <m:t>𝒙</m:t>
                            </m:r>
                          </m:e>
                          <m:sub>
                            <m:r>
                              <a:rPr lang="zh-CN" altLang="en-US" sz="2800" i="1">
                                <a:solidFill>
                                  <a:srgbClr val="FFFF00"/>
                                </a:solidFill>
                                <a:latin typeface="Cambria Math" panose="02040503050406030204" pitchFamily="18" charset="0"/>
                              </a:rPr>
                              <m:t>0</m:t>
                            </m:r>
                          </m:sub>
                        </m:sSub>
                        <m:r>
                          <a:rPr lang="zh-CN" altLang="en-US" sz="2800" i="1">
                            <a:solidFill>
                              <a:srgbClr val="FFFF00"/>
                            </a:solidFill>
                            <a:latin typeface="Cambria Math" panose="02040503050406030204" pitchFamily="18" charset="0"/>
                          </a:rPr>
                          <m:t>)</m:t>
                        </m:r>
                      </m:e>
                    </m:d>
                    <m:r>
                      <a:rPr lang="zh-CN" altLang="en-US" sz="2800" i="1">
                        <a:solidFill>
                          <a:srgbClr val="FFFF00"/>
                        </a:solidFill>
                        <a:latin typeface="Cambria Math" panose="02040503050406030204" pitchFamily="18" charset="0"/>
                      </a:rPr>
                      <m:t>&lt;</m:t>
                    </m:r>
                    <m:r>
                      <a:rPr lang="zh-CN" altLang="en-US" sz="2800" i="1">
                        <a:solidFill>
                          <a:srgbClr val="FFFF00"/>
                        </a:solidFill>
                        <a:latin typeface="Cambria Math" panose="02040503050406030204" pitchFamily="18" charset="0"/>
                      </a:rPr>
                      <m:t>𝜀</m:t>
                    </m:r>
                    <m:r>
                      <a:rPr lang="zh-CN" altLang="en-US" sz="2800" i="1">
                        <a:solidFill>
                          <a:srgbClr val="FFFF00"/>
                        </a:solidFill>
                        <a:latin typeface="Cambria Math" panose="02040503050406030204" pitchFamily="18" charset="0"/>
                      </a:rPr>
                      <m:t>,​​​​</m:t>
                    </m:r>
                    <m:r>
                      <a:rPr lang="zh-CN" altLang="en-US" sz="2800" i="1">
                        <a:solidFill>
                          <a:srgbClr val="FFFF00"/>
                        </a:solidFill>
                        <a:latin typeface="Cambria Math" panose="02040503050406030204" pitchFamily="18" charset="0"/>
                      </a:rPr>
                      <m:t>𝑡</m:t>
                    </m:r>
                    <m:r>
                      <a:rPr lang="zh-CN" altLang="en-US" sz="2800" i="1">
                        <a:solidFill>
                          <a:srgbClr val="FFFF00"/>
                        </a:solidFill>
                        <a:latin typeface="Cambria Math" panose="02040503050406030204" pitchFamily="18" charset="0"/>
                      </a:rPr>
                      <m:t>≥</m:t>
                    </m:r>
                    <m:sSub>
                      <m:sSubPr>
                        <m:ctrlPr>
                          <a:rPr lang="zh-CN" altLang="en-US" sz="2800" i="1">
                            <a:solidFill>
                              <a:srgbClr val="FFFF00"/>
                            </a:solidFill>
                            <a:latin typeface="Cambria Math" panose="02040503050406030204" pitchFamily="18" charset="0"/>
                          </a:rPr>
                        </m:ctrlPr>
                      </m:sSubPr>
                      <m:e>
                        <m:r>
                          <a:rPr lang="zh-CN" altLang="en-US" sz="2800" i="1">
                            <a:solidFill>
                              <a:srgbClr val="FFFF00"/>
                            </a:solidFill>
                            <a:latin typeface="Cambria Math" panose="02040503050406030204" pitchFamily="18" charset="0"/>
                          </a:rPr>
                          <m:t>𝑡</m:t>
                        </m:r>
                      </m:e>
                      <m:sub>
                        <m:r>
                          <a:rPr lang="zh-CN" altLang="en-US" sz="2800" i="1">
                            <a:solidFill>
                              <a:srgbClr val="FFFF00"/>
                            </a:solidFill>
                            <a:latin typeface="Cambria Math" panose="02040503050406030204" pitchFamily="18" charset="0"/>
                          </a:rPr>
                          <m:t>0</m:t>
                        </m:r>
                      </m:sub>
                    </m:sSub>
                    <m:r>
                      <a:rPr lang="zh-CN" altLang="en-US" sz="2800" i="1">
                        <a:solidFill>
                          <a:srgbClr val="FFFF00"/>
                        </a:solidFill>
                        <a:latin typeface="Cambria Math" panose="02040503050406030204" pitchFamily="18" charset="0"/>
                      </a:rPr>
                      <m:t> </m:t>
                    </m:r>
                    <m:r>
                      <a:rPr lang="en-US" altLang="zh-CN" sz="2800" b="0" i="1" smtClean="0">
                        <a:solidFill>
                          <a:srgbClr val="FFFF00"/>
                        </a:solidFill>
                        <a:latin typeface="Cambria Math" panose="02040503050406030204" pitchFamily="18" charset="0"/>
                      </a:rPr>
                      <m:t>, </m:t>
                    </m:r>
                    <m:d>
                      <m:dPr>
                        <m:begChr m:val="‖"/>
                        <m:endChr m:val="‖"/>
                        <m:ctrlPr>
                          <a:rPr lang="zh-CN" altLang="en-US" sz="2800" i="1" smtClean="0">
                            <a:solidFill>
                              <a:srgbClr val="FFFF00"/>
                            </a:solidFill>
                            <a:latin typeface="Cambria Math" panose="02040503050406030204" pitchFamily="18" charset="0"/>
                          </a:rPr>
                        </m:ctrlPr>
                      </m:dPr>
                      <m:e>
                        <m:r>
                          <a:rPr lang="zh-CN" altLang="en-US" sz="2800" b="1" i="1">
                            <a:solidFill>
                              <a:srgbClr val="FFFF00"/>
                            </a:solidFill>
                            <a:latin typeface="Cambria Math" panose="02040503050406030204" pitchFamily="18" charset="0"/>
                          </a:rPr>
                          <m:t>𝒙</m:t>
                        </m:r>
                        <m:d>
                          <m:dPr>
                            <m:ctrlPr>
                              <a:rPr lang="zh-CN" altLang="en-US" sz="2800" b="1" i="1">
                                <a:solidFill>
                                  <a:srgbClr val="FFFF00"/>
                                </a:solidFill>
                                <a:latin typeface="Cambria Math" panose="02040503050406030204" pitchFamily="18" charset="0"/>
                              </a:rPr>
                            </m:ctrlPr>
                          </m:dPr>
                          <m:e>
                            <m:sSub>
                              <m:sSubPr>
                                <m:ctrlPr>
                                  <a:rPr lang="zh-CN" altLang="en-US" sz="2800" i="1">
                                    <a:solidFill>
                                      <a:srgbClr val="FFFF00"/>
                                    </a:solidFill>
                                    <a:latin typeface="Cambria Math" panose="02040503050406030204" pitchFamily="18" charset="0"/>
                                  </a:rPr>
                                </m:ctrlPr>
                              </m:sSubPr>
                              <m:e>
                                <m:r>
                                  <a:rPr lang="zh-CN" altLang="en-US" sz="2800" i="1">
                                    <a:solidFill>
                                      <a:srgbClr val="FFFF00"/>
                                    </a:solidFill>
                                    <a:latin typeface="Cambria Math" panose="02040503050406030204" pitchFamily="18" charset="0"/>
                                  </a:rPr>
                                  <m:t>𝑡</m:t>
                                </m:r>
                              </m:e>
                              <m:sub>
                                <m:r>
                                  <a:rPr lang="zh-CN" altLang="en-US" sz="2800" i="1">
                                    <a:solidFill>
                                      <a:srgbClr val="FFFF00"/>
                                    </a:solidFill>
                                    <a:latin typeface="Cambria Math" panose="02040503050406030204" pitchFamily="18" charset="0"/>
                                  </a:rPr>
                                  <m:t>0</m:t>
                                </m:r>
                              </m:sub>
                            </m:sSub>
                          </m:e>
                        </m:d>
                      </m:e>
                    </m:d>
                    <m:r>
                      <a:rPr lang="zh-CN" altLang="en-US" sz="2800" i="1">
                        <a:solidFill>
                          <a:srgbClr val="FFFF00"/>
                        </a:solidFill>
                        <a:latin typeface="Cambria Math" panose="02040503050406030204" pitchFamily="18" charset="0"/>
                      </a:rPr>
                      <m:t>&lt;</m:t>
                    </m:r>
                    <m:r>
                      <a:rPr lang="zh-CN" altLang="en-US" sz="2800" i="1">
                        <a:solidFill>
                          <a:srgbClr val="FFFF00"/>
                        </a:solidFill>
                        <a:latin typeface="Cambria Math" panose="02040503050406030204" pitchFamily="18" charset="0"/>
                      </a:rPr>
                      <m:t>𝛿</m:t>
                    </m:r>
                  </m:oMath>
                </a14:m>
                <a:br>
                  <a:rPr lang="en-US" altLang="zh-CN" sz="2800" b="1" dirty="0"/>
                </a:br>
                <a:r>
                  <a:rPr lang="zh-CN" altLang="en-US" sz="2800" b="1" dirty="0"/>
                  <a:t>（</a:t>
                </a:r>
                <a:r>
                  <a:rPr lang="en-US" altLang="zh-CN" sz="2800" b="1" dirty="0"/>
                  <a:t>2</a:t>
                </a:r>
                <a:r>
                  <a:rPr lang="zh-CN" altLang="en-US" sz="2800" b="1" dirty="0"/>
                  <a:t>）</a:t>
                </a:r>
                <a:r>
                  <a:rPr lang="zh-CN" altLang="en-US" sz="2800" b="1" dirty="0">
                    <a:solidFill>
                      <a:srgbClr val="FFFF00"/>
                    </a:solidFill>
                  </a:rPr>
                  <a:t>局部一致收敛</a:t>
                </a:r>
                <a:br>
                  <a:rPr lang="en-US" altLang="zh-CN" sz="2800" b="1" dirty="0"/>
                </a:br>
                <a:r>
                  <a:rPr lang="zh-CN" altLang="en-US" sz="2800" b="1" dirty="0"/>
                  <a:t>（</a:t>
                </a:r>
                <a:r>
                  <a:rPr lang="en-US" altLang="zh-CN" sz="2800" b="1" dirty="0"/>
                  <a:t>local uniform </a:t>
                </a:r>
                <a:r>
                  <a:rPr lang="en-US" altLang="zh-CN" sz="2800" b="1" dirty="0" err="1"/>
                  <a:t>attractivity</a:t>
                </a:r>
                <a:r>
                  <a:rPr lang="zh-CN" altLang="en-US" sz="2800" b="1" dirty="0"/>
                  <a:t>）：</a:t>
                </a:r>
                <a:endParaRPr lang="en-US" altLang="zh-CN" sz="2800" b="1" dirty="0"/>
              </a:p>
              <a:p>
                <a:pPr marL="118872" indent="0">
                  <a:lnSpc>
                    <a:spcPts val="4000"/>
                  </a:lnSpc>
                  <a:buNone/>
                </a:pPr>
                <a:r>
                  <a:rPr lang="zh-CN" altLang="en-US" sz="2800" b="1" dirty="0"/>
                  <a:t>     存在与初始时刻 </a:t>
                </a:r>
                <a:r>
                  <a:rPr lang="en-US" altLang="zh-CN" sz="2800" i="1" dirty="0"/>
                  <a:t>t</a:t>
                </a:r>
                <a:r>
                  <a:rPr lang="en-US" altLang="zh-CN" sz="2800" baseline="-25000" dirty="0"/>
                  <a:t>0 </a:t>
                </a:r>
                <a:r>
                  <a:rPr lang="zh-CN" altLang="en-US" sz="2800" b="1" dirty="0"/>
                  <a:t>无关的常数 </a:t>
                </a:r>
                <a:r>
                  <a:rPr lang="el-GR" altLang="zh-CN" sz="2800" i="1" dirty="0">
                    <a:latin typeface="Times New Roman"/>
                    <a:cs typeface="Times New Roman"/>
                  </a:rPr>
                  <a:t>δ</a:t>
                </a:r>
                <a:r>
                  <a:rPr lang="en-US" altLang="zh-CN" sz="2800" i="1" dirty="0">
                    <a:latin typeface="Times New Roman"/>
                    <a:cs typeface="Times New Roman"/>
                  </a:rPr>
                  <a:t> </a:t>
                </a:r>
                <a:r>
                  <a:rPr lang="zh-CN" altLang="en-US" sz="2800" b="1" dirty="0"/>
                  <a:t>，使得</a:t>
                </a:r>
                <a:br>
                  <a:rPr lang="en-US" altLang="zh-CN" sz="2800" b="1" dirty="0"/>
                </a:br>
                <a:r>
                  <a:rPr lang="zh-CN" altLang="en-US" sz="2800" b="1" dirty="0"/>
                  <a:t>下面的收敛性对初始时刻 </a:t>
                </a:r>
                <a:r>
                  <a:rPr lang="en-US" altLang="zh-CN" sz="2800" i="1" dirty="0"/>
                  <a:t>t</a:t>
                </a:r>
                <a:r>
                  <a:rPr lang="en-US" altLang="zh-CN" sz="2800" baseline="-25000" dirty="0"/>
                  <a:t>0 </a:t>
                </a:r>
                <a:r>
                  <a:rPr lang="zh-CN" altLang="en-US" sz="2800" b="1" dirty="0">
                    <a:solidFill>
                      <a:srgbClr val="FFFF00"/>
                    </a:solidFill>
                  </a:rPr>
                  <a:t>一致</a:t>
                </a:r>
                <a:r>
                  <a:rPr lang="zh-CN" altLang="en-US" sz="2800" b="1" dirty="0"/>
                  <a:t>成立</a:t>
                </a:r>
                <a:r>
                  <a:rPr lang="zh-CN" altLang="en-US" sz="2800" b="1" dirty="0">
                    <a:solidFill>
                      <a:srgbClr val="FFFF00"/>
                    </a:solidFill>
                  </a:rPr>
                  <a:t>：</a:t>
                </a:r>
                <a:br>
                  <a:rPr lang="en-US" altLang="zh-CN" sz="2800" b="1" dirty="0">
                    <a:solidFill>
                      <a:srgbClr val="FFFF00"/>
                    </a:solidFill>
                  </a:rPr>
                </a:br>
                <a14:m>
                  <m:oMathPara xmlns:m="http://schemas.openxmlformats.org/officeDocument/2006/math">
                    <m:oMathParaPr>
                      <m:jc m:val="centerGroup"/>
                    </m:oMathParaPr>
                    <m:oMath xmlns:m="http://schemas.openxmlformats.org/officeDocument/2006/math">
                      <m:func>
                        <m:funcPr>
                          <m:ctrlPr>
                            <a:rPr lang="zh-CN" altLang="en-US" sz="2800" b="1" i="1">
                              <a:solidFill>
                                <a:srgbClr val="FFFF00"/>
                              </a:solidFill>
                              <a:latin typeface="Cambria Math" panose="02040503050406030204" pitchFamily="18" charset="0"/>
                            </a:rPr>
                          </m:ctrlPr>
                        </m:funcPr>
                        <m:fName>
                          <m:sSub>
                            <m:sSubPr>
                              <m:ctrlPr>
                                <a:rPr lang="zh-CN" altLang="en-US" sz="2800" i="1">
                                  <a:solidFill>
                                    <a:srgbClr val="FFFF00"/>
                                  </a:solidFill>
                                  <a:latin typeface="Cambria Math" panose="02040503050406030204" pitchFamily="18" charset="0"/>
                                </a:rPr>
                              </m:ctrlPr>
                            </m:sSubPr>
                            <m:e>
                              <m:r>
                                <m:rPr>
                                  <m:sty m:val="p"/>
                                </m:rPr>
                                <a:rPr lang="zh-CN" altLang="en-US" sz="2800">
                                  <a:solidFill>
                                    <a:srgbClr val="FFFF00"/>
                                  </a:solidFill>
                                  <a:latin typeface="Cambria Math" panose="02040503050406030204" pitchFamily="18" charset="0"/>
                                </a:rPr>
                                <m:t>lim</m:t>
                              </m:r>
                            </m:e>
                            <m:sub>
                              <m:r>
                                <a:rPr lang="zh-CN" altLang="en-US" sz="2800" i="1">
                                  <a:solidFill>
                                    <a:srgbClr val="FFFF00"/>
                                  </a:solidFill>
                                  <a:latin typeface="Cambria Math" panose="02040503050406030204" pitchFamily="18" charset="0"/>
                                </a:rPr>
                                <m:t>𝑡</m:t>
                              </m:r>
                              <m:r>
                                <a:rPr lang="zh-CN" altLang="en-US" sz="2800" i="1">
                                  <a:solidFill>
                                    <a:srgbClr val="FFFF00"/>
                                  </a:solidFill>
                                  <a:latin typeface="Cambria Math" panose="02040503050406030204" pitchFamily="18" charset="0"/>
                                </a:rPr>
                                <m:t>→∞</m:t>
                              </m:r>
                            </m:sub>
                          </m:sSub>
                        </m:fName>
                        <m:e>
                          <m:r>
                            <a:rPr lang="zh-CN" altLang="en-US" sz="2800" b="1" i="1">
                              <a:solidFill>
                                <a:srgbClr val="FFFF00"/>
                              </a:solidFill>
                              <a:latin typeface="Cambria Math" panose="02040503050406030204" pitchFamily="18" charset="0"/>
                            </a:rPr>
                            <m:t>𝒙</m:t>
                          </m:r>
                        </m:e>
                      </m:func>
                      <m:d>
                        <m:dPr>
                          <m:ctrlPr>
                            <a:rPr lang="zh-CN" altLang="en-US" sz="2800" b="1" i="1">
                              <a:solidFill>
                                <a:srgbClr val="FFFF00"/>
                              </a:solidFill>
                              <a:latin typeface="Cambria Math" panose="02040503050406030204" pitchFamily="18" charset="0"/>
                            </a:rPr>
                          </m:ctrlPr>
                        </m:dPr>
                        <m:e>
                          <m:r>
                            <a:rPr lang="zh-CN" altLang="en-US" sz="2800" i="1">
                              <a:solidFill>
                                <a:srgbClr val="FFFF00"/>
                              </a:solidFill>
                              <a:latin typeface="Cambria Math" panose="02040503050406030204" pitchFamily="18" charset="0"/>
                            </a:rPr>
                            <m:t>𝑡</m:t>
                          </m:r>
                          <m:r>
                            <a:rPr lang="zh-CN" altLang="en-US" sz="2800">
                              <a:solidFill>
                                <a:srgbClr val="FFFF00"/>
                              </a:solidFill>
                              <a:latin typeface="Cambria Math" panose="02040503050406030204" pitchFamily="18" charset="0"/>
                            </a:rPr>
                            <m:t>,</m:t>
                          </m:r>
                          <m:sSub>
                            <m:sSubPr>
                              <m:ctrlPr>
                                <a:rPr lang="zh-CN" altLang="en-US" sz="2800" i="1">
                                  <a:solidFill>
                                    <a:srgbClr val="FFFF00"/>
                                  </a:solidFill>
                                  <a:latin typeface="Cambria Math" panose="02040503050406030204" pitchFamily="18" charset="0"/>
                                </a:rPr>
                              </m:ctrlPr>
                            </m:sSubPr>
                            <m:e>
                              <m:r>
                                <a:rPr lang="zh-CN" altLang="en-US" sz="2800" i="1">
                                  <a:solidFill>
                                    <a:srgbClr val="FFFF00"/>
                                  </a:solidFill>
                                  <a:latin typeface="Cambria Math" panose="02040503050406030204" pitchFamily="18" charset="0"/>
                                </a:rPr>
                                <m:t>𝑡</m:t>
                              </m:r>
                            </m:e>
                            <m:sub>
                              <m:r>
                                <a:rPr lang="zh-CN" altLang="en-US" sz="2800" i="1">
                                  <a:solidFill>
                                    <a:srgbClr val="FFFF00"/>
                                  </a:solidFill>
                                  <a:latin typeface="Cambria Math" panose="02040503050406030204" pitchFamily="18" charset="0"/>
                                </a:rPr>
                                <m:t>0</m:t>
                              </m:r>
                            </m:sub>
                          </m:sSub>
                          <m:r>
                            <a:rPr lang="zh-CN" altLang="en-US" sz="2800" i="1">
                              <a:solidFill>
                                <a:srgbClr val="FFFF00"/>
                              </a:solidFill>
                              <a:latin typeface="Cambria Math" panose="02040503050406030204" pitchFamily="18" charset="0"/>
                            </a:rPr>
                            <m:t>,</m:t>
                          </m:r>
                          <m:sSub>
                            <m:sSubPr>
                              <m:ctrlPr>
                                <a:rPr lang="zh-CN" altLang="en-US" sz="2800" i="1">
                                  <a:solidFill>
                                    <a:srgbClr val="FFFF00"/>
                                  </a:solidFill>
                                  <a:latin typeface="Cambria Math" panose="02040503050406030204" pitchFamily="18" charset="0"/>
                                </a:rPr>
                              </m:ctrlPr>
                            </m:sSubPr>
                            <m:e>
                              <m:r>
                                <a:rPr lang="zh-CN" altLang="en-US" sz="2800" b="1" i="1">
                                  <a:solidFill>
                                    <a:srgbClr val="FFFF00"/>
                                  </a:solidFill>
                                  <a:latin typeface="Cambria Math" panose="02040503050406030204" pitchFamily="18" charset="0"/>
                                </a:rPr>
                                <m:t>𝒙</m:t>
                              </m:r>
                            </m:e>
                            <m:sub>
                              <m:r>
                                <a:rPr lang="zh-CN" altLang="en-US" sz="2800" i="1">
                                  <a:solidFill>
                                    <a:srgbClr val="FFFF00"/>
                                  </a:solidFill>
                                  <a:latin typeface="Cambria Math" panose="02040503050406030204" pitchFamily="18" charset="0"/>
                                </a:rPr>
                                <m:t>0</m:t>
                              </m:r>
                            </m:sub>
                          </m:sSub>
                        </m:e>
                      </m:d>
                      <m:r>
                        <a:rPr lang="zh-CN" altLang="en-US" sz="2800" i="1">
                          <a:solidFill>
                            <a:srgbClr val="FFFF00"/>
                          </a:solidFill>
                          <a:latin typeface="Cambria Math" panose="02040503050406030204" pitchFamily="18" charset="0"/>
                        </a:rPr>
                        <m:t>=0 </m:t>
                      </m:r>
                      <m:r>
                        <a:rPr lang="en-US" altLang="zh-CN" sz="2800" i="1">
                          <a:solidFill>
                            <a:srgbClr val="FFFF00"/>
                          </a:solidFill>
                          <a:latin typeface="Cambria Math" panose="02040503050406030204" pitchFamily="18" charset="0"/>
                        </a:rPr>
                        <m:t>, </m:t>
                      </m:r>
                      <m:d>
                        <m:dPr>
                          <m:begChr m:val="‖"/>
                          <m:endChr m:val="‖"/>
                          <m:ctrlPr>
                            <a:rPr lang="zh-CN" altLang="en-US" sz="2800" i="1">
                              <a:solidFill>
                                <a:srgbClr val="FFFF00"/>
                              </a:solidFill>
                              <a:latin typeface="Cambria Math" panose="02040503050406030204" pitchFamily="18" charset="0"/>
                            </a:rPr>
                          </m:ctrlPr>
                        </m:dPr>
                        <m:e>
                          <m:r>
                            <a:rPr lang="zh-CN" altLang="en-US" sz="2800" b="1" i="1">
                              <a:solidFill>
                                <a:srgbClr val="FFFF00"/>
                              </a:solidFill>
                              <a:latin typeface="Cambria Math" panose="02040503050406030204" pitchFamily="18" charset="0"/>
                            </a:rPr>
                            <m:t>𝒙</m:t>
                          </m:r>
                          <m:r>
                            <a:rPr lang="zh-CN" altLang="en-US" sz="2800" i="1">
                              <a:solidFill>
                                <a:srgbClr val="FFFF00"/>
                              </a:solidFill>
                              <a:latin typeface="Cambria Math" panose="02040503050406030204" pitchFamily="18" charset="0"/>
                            </a:rPr>
                            <m:t>(</m:t>
                          </m:r>
                          <m:sSub>
                            <m:sSubPr>
                              <m:ctrlPr>
                                <a:rPr lang="zh-CN" altLang="en-US" sz="2800" i="1">
                                  <a:solidFill>
                                    <a:srgbClr val="FFFF00"/>
                                  </a:solidFill>
                                  <a:latin typeface="Cambria Math" panose="02040503050406030204" pitchFamily="18" charset="0"/>
                                </a:rPr>
                              </m:ctrlPr>
                            </m:sSubPr>
                            <m:e>
                              <m:r>
                                <a:rPr lang="zh-CN" altLang="en-US" sz="2800" i="1">
                                  <a:solidFill>
                                    <a:srgbClr val="FFFF00"/>
                                  </a:solidFill>
                                  <a:latin typeface="Cambria Math" panose="02040503050406030204" pitchFamily="18" charset="0"/>
                                </a:rPr>
                                <m:t>𝑡</m:t>
                              </m:r>
                            </m:e>
                            <m:sub>
                              <m:r>
                                <a:rPr lang="zh-CN" altLang="en-US" sz="2800" i="1">
                                  <a:solidFill>
                                    <a:srgbClr val="FFFF00"/>
                                  </a:solidFill>
                                  <a:latin typeface="Cambria Math" panose="02040503050406030204" pitchFamily="18" charset="0"/>
                                </a:rPr>
                                <m:t>0</m:t>
                              </m:r>
                            </m:sub>
                          </m:sSub>
                          <m:r>
                            <a:rPr lang="zh-CN" altLang="en-US" sz="2800" i="1">
                              <a:solidFill>
                                <a:srgbClr val="FFFF00"/>
                              </a:solidFill>
                              <a:latin typeface="Cambria Math" panose="02040503050406030204" pitchFamily="18" charset="0"/>
                            </a:rPr>
                            <m:t>)</m:t>
                          </m:r>
                        </m:e>
                      </m:d>
                      <m:r>
                        <a:rPr lang="zh-CN" altLang="en-US" sz="2800" i="1">
                          <a:solidFill>
                            <a:srgbClr val="FFFF00"/>
                          </a:solidFill>
                          <a:latin typeface="Cambria Math" panose="02040503050406030204" pitchFamily="18" charset="0"/>
                        </a:rPr>
                        <m:t>&lt;</m:t>
                      </m:r>
                      <m:r>
                        <a:rPr lang="zh-CN" altLang="en-US" sz="2800" i="1">
                          <a:solidFill>
                            <a:srgbClr val="FFFF00"/>
                          </a:solidFill>
                          <a:latin typeface="Cambria Math" panose="02040503050406030204" pitchFamily="18" charset="0"/>
                        </a:rPr>
                        <m:t>𝛿</m:t>
                      </m:r>
                    </m:oMath>
                  </m:oMathPara>
                </a14:m>
                <a:endParaRPr lang="en-US" altLang="zh-CN" sz="2800" b="1" dirty="0"/>
              </a:p>
            </p:txBody>
          </p:sp>
        </mc:Choice>
        <mc:Fallback>
          <p:sp>
            <p:nvSpPr>
              <p:cNvPr id="4" name="内容占位符 2">
                <a:extLst>
                  <a:ext uri="{FF2B5EF4-FFF2-40B4-BE49-F238E27FC236}">
                    <a16:creationId xmlns:a16="http://schemas.microsoft.com/office/drawing/2014/main" id="{52849870-EE8C-B9C7-205B-EE6C050F6070}"/>
                  </a:ext>
                </a:extLst>
              </p:cNvPr>
              <p:cNvSpPr txBox="1">
                <a:spLocks noRot="1" noChangeAspect="1" noMove="1" noResize="1" noEditPoints="1" noAdjustHandles="1" noChangeArrowheads="1" noChangeShapeType="1" noTextEdit="1"/>
              </p:cNvSpPr>
              <p:nvPr/>
            </p:nvSpPr>
            <p:spPr>
              <a:xfrm>
                <a:off x="395536" y="1052735"/>
                <a:ext cx="8382000" cy="5424264"/>
              </a:xfrm>
              <a:prstGeom prst="rect">
                <a:avLst/>
              </a:prstGeom>
              <a:blipFill>
                <a:blip r:embed="rId4"/>
                <a:stretch>
                  <a:fillRect l="-582" b="-3937"/>
                </a:stretch>
              </a:blipFill>
            </p:spPr>
            <p:txBody>
              <a:bodyPr/>
              <a:lstStyle/>
              <a:p>
                <a:r>
                  <a:rPr lang="zh-CN" altLang="en-US">
                    <a:noFill/>
                  </a:rPr>
                  <a:t> </a:t>
                </a:r>
              </a:p>
            </p:txBody>
          </p:sp>
        </mc:Fallback>
      </mc:AlternateContent>
    </p:spTree>
    <p:custDataLst>
      <p:tags r:id="rId1"/>
    </p:custDataLst>
    <p:extLst>
      <p:ext uri="{BB962C8B-B14F-4D97-AF65-F5344CB8AC3E}">
        <p14:creationId xmlns:p14="http://schemas.microsoft.com/office/powerpoint/2010/main" val="256851523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zh-CN" altLang="en-US" dirty="0"/>
              <a:t>稳定的一致性：向全局扩展</a:t>
            </a:r>
          </a:p>
        </p:txBody>
      </p:sp>
      <p:sp>
        <p:nvSpPr>
          <p:cNvPr id="7" name="灯片编号占位符 6"/>
          <p:cNvSpPr>
            <a:spLocks noGrp="1"/>
          </p:cNvSpPr>
          <p:nvPr>
            <p:ph type="sldNum" sz="quarter" idx="12"/>
          </p:nvPr>
        </p:nvSpPr>
        <p:spPr/>
        <p:txBody>
          <a:bodyPr/>
          <a:lstStyle/>
          <a:p>
            <a:fld id="{58C210BB-F110-452C-89E7-9EA0A8D47DCE}" type="slidenum">
              <a:rPr lang="zh-CN" altLang="en-US" smtClean="0"/>
              <a:pPr/>
              <a:t>17</a:t>
            </a:fld>
            <a:endParaRPr lang="zh-CN" altLang="en-US" dirty="0"/>
          </a:p>
        </p:txBody>
      </p:sp>
      <p:sp>
        <p:nvSpPr>
          <p:cNvPr id="23" name="日期占位符 3"/>
          <p:cNvSpPr txBox="1">
            <a:spLocks/>
          </p:cNvSpPr>
          <p:nvPr/>
        </p:nvSpPr>
        <p:spPr>
          <a:xfrm>
            <a:off x="457200" y="6476999"/>
            <a:ext cx="2133600" cy="274320"/>
          </a:xfrm>
          <a:prstGeom prst="rect">
            <a:avLst/>
          </a:prstGeom>
        </p:spPr>
        <p:txBody>
          <a:bodyPr vert="horz" lIns="109728" rIns="45720" bIns="0" rtlCol="0" anchor="b"/>
          <a:lstStyle>
            <a:defPPr>
              <a:defRPr lang="zh-CN"/>
            </a:defPPr>
            <a:lvl1pPr marL="0" algn="l" defTabSz="914400" rtl="0" eaLnBrk="1" latinLnBrk="0" hangingPunct="1">
              <a:defRPr kumimoji="0" sz="1800" kern="1200">
                <a:solidFill>
                  <a:srgbClr val="FF0000"/>
                </a:solidFill>
                <a:latin typeface="Times New Roman" pitchFamily="18" charset="0"/>
                <a:ea typeface="+mn-ea"/>
                <a:cs typeface="Times New Roman" pitchFamily="18"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dirty="0"/>
          </a:p>
        </p:txBody>
      </p:sp>
      <p:sp>
        <p:nvSpPr>
          <p:cNvPr id="4" name="内容占位符 2">
            <a:extLst>
              <a:ext uri="{FF2B5EF4-FFF2-40B4-BE49-F238E27FC236}">
                <a16:creationId xmlns:a16="http://schemas.microsoft.com/office/drawing/2014/main" id="{F5FEE143-5855-7761-2CBA-0A804D1CF071}"/>
              </a:ext>
            </a:extLst>
          </p:cNvPr>
          <p:cNvSpPr txBox="1">
            <a:spLocks/>
          </p:cNvSpPr>
          <p:nvPr/>
        </p:nvSpPr>
        <p:spPr>
          <a:xfrm>
            <a:off x="366464" y="1052735"/>
            <a:ext cx="8382000" cy="883669"/>
          </a:xfrm>
          <a:prstGeom prst="rect">
            <a:avLst/>
          </a:prstGeom>
        </p:spPr>
        <p:txBody>
          <a:bodyPr vert="horz" lIns="54864" tIns="91440" rtlCol="0">
            <a:noAutofit/>
          </a:bodyPr>
          <a:lstStyle>
            <a:lvl1pPr marL="438912" indent="-320040" algn="l" rtl="0" eaLnBrk="1" latinLnBrk="0" hangingPunct="1">
              <a:spcBef>
                <a:spcPts val="0"/>
              </a:spcBef>
              <a:buClr>
                <a:schemeClr val="accent1"/>
              </a:buClr>
              <a:buSzPct val="80000"/>
              <a:buFont typeface="Wingdings 2"/>
              <a:buChar char=""/>
              <a:defRPr kumimoji="0" sz="3200" kern="1200">
                <a:solidFill>
                  <a:schemeClr val="bg1"/>
                </a:solidFill>
                <a:latin typeface="Times New Roman" pitchFamily="18" charset="0"/>
                <a:ea typeface="+mn-ea"/>
                <a:cs typeface="Times New Roman" pitchFamily="18" charset="0"/>
              </a:defRPr>
            </a:lvl1pPr>
            <a:lvl2pPr marL="731520" indent="-274320" algn="l" rtl="0" eaLnBrk="1" latinLnBrk="0" hangingPunct="1">
              <a:spcBef>
                <a:spcPct val="20000"/>
              </a:spcBef>
              <a:buClr>
                <a:schemeClr val="accent2"/>
              </a:buClr>
              <a:buSzPct val="90000"/>
              <a:buFont typeface="Wingdings"/>
              <a:buChar char=""/>
              <a:defRPr kumimoji="0" sz="2800" kern="1200">
                <a:solidFill>
                  <a:schemeClr val="bg1"/>
                </a:solidFill>
                <a:latin typeface="Times New Roman" pitchFamily="18" charset="0"/>
                <a:ea typeface="+mn-ea"/>
                <a:cs typeface="Times New Roman" pitchFamily="18" charset="0"/>
              </a:defRPr>
            </a:lvl2pPr>
            <a:lvl3pPr marL="996696" indent="-228600" algn="l" rtl="0" eaLnBrk="1" latinLnBrk="0" hangingPunct="1">
              <a:spcBef>
                <a:spcPct val="20000"/>
              </a:spcBef>
              <a:buClr>
                <a:schemeClr val="accent3"/>
              </a:buClr>
              <a:buFont typeface="Arial"/>
              <a:buChar char="▪"/>
              <a:defRPr kumimoji="0" sz="2400" kern="1200">
                <a:solidFill>
                  <a:schemeClr val="bg1"/>
                </a:solidFill>
                <a:latin typeface="Times New Roman" pitchFamily="18" charset="0"/>
                <a:ea typeface="+mn-ea"/>
                <a:cs typeface="Times New Roman" pitchFamily="18" charset="0"/>
              </a:defRPr>
            </a:lvl3pPr>
            <a:lvl4pPr marL="1216152" indent="-182880" algn="l" rtl="0" eaLnBrk="1" latinLnBrk="0" hangingPunct="1">
              <a:spcBef>
                <a:spcPct val="20000"/>
              </a:spcBef>
              <a:buClr>
                <a:schemeClr val="accent4"/>
              </a:buClr>
              <a:buFont typeface="Arial"/>
              <a:buChar char="▪"/>
              <a:defRPr kumimoji="0" sz="2000" kern="1200">
                <a:solidFill>
                  <a:schemeClr val="bg1"/>
                </a:solidFill>
                <a:latin typeface="Times New Roman" pitchFamily="18" charset="0"/>
                <a:ea typeface="+mn-ea"/>
                <a:cs typeface="Times New Roman" pitchFamily="18" charset="0"/>
              </a:defRPr>
            </a:lvl4pPr>
            <a:lvl5pPr marL="1426464" indent="-182880" algn="l" rtl="0" eaLnBrk="1" latinLnBrk="0" hangingPunct="1">
              <a:spcBef>
                <a:spcPct val="20000"/>
              </a:spcBef>
              <a:buClr>
                <a:schemeClr val="accent5"/>
              </a:buClr>
              <a:buFont typeface="Wingdings 3"/>
              <a:buChar char=""/>
              <a:defRPr kumimoji="0" lang="en-US" sz="2000" kern="1200" smtClean="0">
                <a:solidFill>
                  <a:schemeClr val="tx1"/>
                </a:solidFill>
                <a:latin typeface="Times New Roman" pitchFamily="18" charset="0"/>
                <a:ea typeface="+mn-ea"/>
                <a:cs typeface="Times New Roman" pitchFamily="18" charset="0"/>
              </a:defRPr>
            </a:lvl5pPr>
            <a:lvl6pPr marL="1627632" indent="-182880" algn="l" rtl="0" eaLnBrk="1" latinLnBrk="0" hangingPunct="1">
              <a:spcBef>
                <a:spcPct val="20000"/>
              </a:spcBef>
              <a:buClr>
                <a:schemeClr val="accent6"/>
              </a:buClr>
              <a:buSzPct val="100000"/>
              <a:buFont typeface="Wingdings 2"/>
              <a:buChar char=""/>
              <a:defRPr kumimoji="0" sz="2000" kern="1200">
                <a:solidFill>
                  <a:schemeClr val="tx1"/>
                </a:solidFill>
                <a:latin typeface="+mn-lt"/>
                <a:ea typeface="+mn-ea"/>
                <a:cs typeface="+mn-cs"/>
              </a:defRPr>
            </a:lvl6pPr>
            <a:lvl7pPr marL="1828800" indent="-182880" algn="l" rtl="0" eaLnBrk="1" latinLnBrk="0" hangingPunct="1">
              <a:spcBef>
                <a:spcPct val="20000"/>
              </a:spcBef>
              <a:buClr>
                <a:schemeClr val="accent1"/>
              </a:buClr>
              <a:buSzPct val="100000"/>
              <a:buFont typeface="Wingdings 2"/>
              <a:buChar char=""/>
              <a:defRPr kumimoji="0" sz="1800" kern="1200">
                <a:solidFill>
                  <a:schemeClr val="tx1"/>
                </a:solidFill>
                <a:latin typeface="+mn-lt"/>
                <a:ea typeface="+mn-ea"/>
                <a:cs typeface="+mn-cs"/>
              </a:defRPr>
            </a:lvl7pPr>
            <a:lvl8pPr marL="2029968" indent="-182880" algn="l" rtl="0" eaLnBrk="1" latinLnBrk="0" hangingPunct="1">
              <a:spcBef>
                <a:spcPct val="20000"/>
              </a:spcBef>
              <a:buClr>
                <a:schemeClr val="accent2"/>
              </a:buClr>
              <a:buFont typeface="Wingdings 2" pitchFamily="18" charset="2"/>
              <a:buChar char=""/>
              <a:defRPr kumimoji="0" sz="1800" kern="1200">
                <a:solidFill>
                  <a:schemeClr val="tx1"/>
                </a:solidFill>
                <a:latin typeface="+mn-lt"/>
                <a:ea typeface="+mn-ea"/>
                <a:cs typeface="+mn-cs"/>
              </a:defRPr>
            </a:lvl8pPr>
            <a:lvl9pPr marL="2231136" indent="-182880" algn="l" rtl="0" eaLnBrk="1" latinLnBrk="0" hangingPunct="1">
              <a:spcBef>
                <a:spcPct val="20000"/>
              </a:spcBef>
              <a:buClr>
                <a:schemeClr val="accent3"/>
              </a:buClr>
              <a:buFont typeface="Wingdings 2" pitchFamily="18" charset="2"/>
              <a:buChar char=""/>
              <a:defRPr kumimoji="0" sz="1800" kern="1200" baseline="0">
                <a:solidFill>
                  <a:schemeClr val="tx1"/>
                </a:solidFill>
                <a:latin typeface="+mn-lt"/>
                <a:ea typeface="+mn-ea"/>
                <a:cs typeface="+mn-cs"/>
              </a:defRPr>
            </a:lvl9pPr>
            <a:extLst/>
          </a:lstStyle>
          <a:p>
            <a:pPr>
              <a:lnSpc>
                <a:spcPts val="4000"/>
              </a:lnSpc>
            </a:pPr>
            <a:r>
              <a:rPr lang="zh-CN" altLang="en-US" sz="2800" b="1" dirty="0">
                <a:solidFill>
                  <a:srgbClr val="FFFF00"/>
                </a:solidFill>
              </a:rPr>
              <a:t>局部</a:t>
            </a:r>
            <a:r>
              <a:rPr lang="zh-CN" altLang="en-US" sz="2800" b="1" dirty="0"/>
              <a:t>一致渐进稳定 </a:t>
            </a:r>
            <a:r>
              <a:rPr lang="en-US" altLang="zh-CN" sz="2800" b="1" dirty="0"/>
              <a:t>= </a:t>
            </a:r>
            <a:r>
              <a:rPr lang="zh-CN" altLang="en-US" sz="2800" b="1" dirty="0">
                <a:solidFill>
                  <a:srgbClr val="FFFF00"/>
                </a:solidFill>
              </a:rPr>
              <a:t>局部</a:t>
            </a:r>
            <a:r>
              <a:rPr lang="zh-CN" altLang="en-US" sz="2800" b="1" dirty="0"/>
              <a:t>一致稳定</a:t>
            </a:r>
            <a:r>
              <a:rPr lang="en-US" altLang="zh-CN" sz="2800" b="1" dirty="0"/>
              <a:t>+</a:t>
            </a:r>
            <a:r>
              <a:rPr lang="zh-CN" altLang="en-US" sz="2800" b="1" dirty="0">
                <a:solidFill>
                  <a:srgbClr val="FFFF00"/>
                </a:solidFill>
              </a:rPr>
              <a:t>局部</a:t>
            </a:r>
            <a:r>
              <a:rPr lang="zh-CN" altLang="en-US" sz="2800" b="1" dirty="0"/>
              <a:t>一致收敛</a:t>
            </a:r>
            <a:endParaRPr lang="en-US" altLang="zh-CN" sz="2800" b="1" dirty="0"/>
          </a:p>
        </p:txBody>
      </p:sp>
      <p:sp>
        <p:nvSpPr>
          <p:cNvPr id="13" name="内容占位符 2">
            <a:extLst>
              <a:ext uri="{FF2B5EF4-FFF2-40B4-BE49-F238E27FC236}">
                <a16:creationId xmlns:a16="http://schemas.microsoft.com/office/drawing/2014/main" id="{9B0F8748-C5F9-7D1B-AFD3-582C8AE9E72F}"/>
              </a:ext>
            </a:extLst>
          </p:cNvPr>
          <p:cNvSpPr txBox="1">
            <a:spLocks/>
          </p:cNvSpPr>
          <p:nvPr/>
        </p:nvSpPr>
        <p:spPr>
          <a:xfrm>
            <a:off x="366464" y="1700809"/>
            <a:ext cx="8777536" cy="936104"/>
          </a:xfrm>
          <a:prstGeom prst="rect">
            <a:avLst/>
          </a:prstGeom>
        </p:spPr>
        <p:txBody>
          <a:bodyPr vert="horz" lIns="54864" tIns="91440" rtlCol="0">
            <a:normAutofit/>
          </a:bodyPr>
          <a:lstStyle>
            <a:lvl1pPr marL="438912" indent="-320040" algn="l" rtl="0" eaLnBrk="1" latinLnBrk="0" hangingPunct="1">
              <a:spcBef>
                <a:spcPts val="0"/>
              </a:spcBef>
              <a:buClr>
                <a:schemeClr val="accent1"/>
              </a:buClr>
              <a:buSzPct val="80000"/>
              <a:buFont typeface="Wingdings 2"/>
              <a:buChar char=""/>
              <a:defRPr kumimoji="0" sz="3200" kern="1200">
                <a:solidFill>
                  <a:schemeClr val="bg1"/>
                </a:solidFill>
                <a:latin typeface="Times New Roman" pitchFamily="18" charset="0"/>
                <a:ea typeface="+mn-ea"/>
                <a:cs typeface="Times New Roman" pitchFamily="18" charset="0"/>
              </a:defRPr>
            </a:lvl1pPr>
            <a:lvl2pPr marL="731520" indent="-274320" algn="l" rtl="0" eaLnBrk="1" latinLnBrk="0" hangingPunct="1">
              <a:spcBef>
                <a:spcPct val="20000"/>
              </a:spcBef>
              <a:buClr>
                <a:schemeClr val="accent2"/>
              </a:buClr>
              <a:buSzPct val="90000"/>
              <a:buFont typeface="Wingdings"/>
              <a:buChar char=""/>
              <a:defRPr kumimoji="0" sz="2800" kern="1200">
                <a:solidFill>
                  <a:schemeClr val="bg1"/>
                </a:solidFill>
                <a:latin typeface="Times New Roman" pitchFamily="18" charset="0"/>
                <a:ea typeface="+mn-ea"/>
                <a:cs typeface="Times New Roman" pitchFamily="18" charset="0"/>
              </a:defRPr>
            </a:lvl2pPr>
            <a:lvl3pPr marL="996696" indent="-228600" algn="l" rtl="0" eaLnBrk="1" latinLnBrk="0" hangingPunct="1">
              <a:spcBef>
                <a:spcPct val="20000"/>
              </a:spcBef>
              <a:buClr>
                <a:schemeClr val="accent3"/>
              </a:buClr>
              <a:buFont typeface="Arial"/>
              <a:buChar char="▪"/>
              <a:defRPr kumimoji="0" sz="2400" kern="1200">
                <a:solidFill>
                  <a:schemeClr val="bg1"/>
                </a:solidFill>
                <a:latin typeface="Times New Roman" pitchFamily="18" charset="0"/>
                <a:ea typeface="+mn-ea"/>
                <a:cs typeface="Times New Roman" pitchFamily="18" charset="0"/>
              </a:defRPr>
            </a:lvl3pPr>
            <a:lvl4pPr marL="1216152" indent="-182880" algn="l" rtl="0" eaLnBrk="1" latinLnBrk="0" hangingPunct="1">
              <a:spcBef>
                <a:spcPct val="20000"/>
              </a:spcBef>
              <a:buClr>
                <a:schemeClr val="accent4"/>
              </a:buClr>
              <a:buFont typeface="Arial"/>
              <a:buChar char="▪"/>
              <a:defRPr kumimoji="0" sz="2000" kern="1200">
                <a:solidFill>
                  <a:schemeClr val="bg1"/>
                </a:solidFill>
                <a:latin typeface="Times New Roman" pitchFamily="18" charset="0"/>
                <a:ea typeface="+mn-ea"/>
                <a:cs typeface="Times New Roman" pitchFamily="18" charset="0"/>
              </a:defRPr>
            </a:lvl4pPr>
            <a:lvl5pPr marL="1426464" indent="-182880" algn="l" rtl="0" eaLnBrk="1" latinLnBrk="0" hangingPunct="1">
              <a:spcBef>
                <a:spcPct val="20000"/>
              </a:spcBef>
              <a:buClr>
                <a:schemeClr val="accent5"/>
              </a:buClr>
              <a:buFont typeface="Wingdings 3"/>
              <a:buChar char=""/>
              <a:defRPr kumimoji="0" lang="en-US" sz="2000" kern="1200" smtClean="0">
                <a:solidFill>
                  <a:schemeClr val="tx1"/>
                </a:solidFill>
                <a:latin typeface="Times New Roman" pitchFamily="18" charset="0"/>
                <a:ea typeface="+mn-ea"/>
                <a:cs typeface="Times New Roman" pitchFamily="18" charset="0"/>
              </a:defRPr>
            </a:lvl5pPr>
            <a:lvl6pPr marL="1627632" indent="-182880" algn="l" rtl="0" eaLnBrk="1" latinLnBrk="0" hangingPunct="1">
              <a:spcBef>
                <a:spcPct val="20000"/>
              </a:spcBef>
              <a:buClr>
                <a:schemeClr val="accent6"/>
              </a:buClr>
              <a:buSzPct val="100000"/>
              <a:buFont typeface="Wingdings 2"/>
              <a:buChar char=""/>
              <a:defRPr kumimoji="0" sz="2000" kern="1200">
                <a:solidFill>
                  <a:schemeClr val="tx1"/>
                </a:solidFill>
                <a:latin typeface="+mn-lt"/>
                <a:ea typeface="+mn-ea"/>
                <a:cs typeface="+mn-cs"/>
              </a:defRPr>
            </a:lvl6pPr>
            <a:lvl7pPr marL="1828800" indent="-182880" algn="l" rtl="0" eaLnBrk="1" latinLnBrk="0" hangingPunct="1">
              <a:spcBef>
                <a:spcPct val="20000"/>
              </a:spcBef>
              <a:buClr>
                <a:schemeClr val="accent1"/>
              </a:buClr>
              <a:buSzPct val="100000"/>
              <a:buFont typeface="Wingdings 2"/>
              <a:buChar char=""/>
              <a:defRPr kumimoji="0" sz="1800" kern="1200">
                <a:solidFill>
                  <a:schemeClr val="tx1"/>
                </a:solidFill>
                <a:latin typeface="+mn-lt"/>
                <a:ea typeface="+mn-ea"/>
                <a:cs typeface="+mn-cs"/>
              </a:defRPr>
            </a:lvl7pPr>
            <a:lvl8pPr marL="2029968" indent="-182880" algn="l" rtl="0" eaLnBrk="1" latinLnBrk="0" hangingPunct="1">
              <a:spcBef>
                <a:spcPct val="20000"/>
              </a:spcBef>
              <a:buClr>
                <a:schemeClr val="accent2"/>
              </a:buClr>
              <a:buFont typeface="Wingdings 2" pitchFamily="18" charset="2"/>
              <a:buChar char=""/>
              <a:defRPr kumimoji="0" sz="1800" kern="1200">
                <a:solidFill>
                  <a:schemeClr val="tx1"/>
                </a:solidFill>
                <a:latin typeface="+mn-lt"/>
                <a:ea typeface="+mn-ea"/>
                <a:cs typeface="+mn-cs"/>
              </a:defRPr>
            </a:lvl8pPr>
            <a:lvl9pPr marL="2231136" indent="-182880" algn="l" rtl="0" eaLnBrk="1" latinLnBrk="0" hangingPunct="1">
              <a:spcBef>
                <a:spcPct val="20000"/>
              </a:spcBef>
              <a:buClr>
                <a:schemeClr val="accent3"/>
              </a:buClr>
              <a:buFont typeface="Wingdings 2" pitchFamily="18" charset="2"/>
              <a:buChar char=""/>
              <a:defRPr kumimoji="0" sz="1800" kern="1200" baseline="0">
                <a:solidFill>
                  <a:schemeClr val="tx1"/>
                </a:solidFill>
                <a:latin typeface="+mn-lt"/>
                <a:ea typeface="+mn-ea"/>
                <a:cs typeface="+mn-cs"/>
              </a:defRPr>
            </a:lvl9pPr>
            <a:extLst/>
          </a:lstStyle>
          <a:p>
            <a:pPr>
              <a:lnSpc>
                <a:spcPct val="150000"/>
              </a:lnSpc>
            </a:pPr>
            <a:r>
              <a:rPr lang="zh-CN" altLang="en-US" sz="2800" b="1" dirty="0">
                <a:solidFill>
                  <a:srgbClr val="FFFF00"/>
                </a:solidFill>
              </a:rPr>
              <a:t>全局</a:t>
            </a:r>
            <a:r>
              <a:rPr lang="zh-CN" altLang="en-US" sz="2800" b="1" dirty="0"/>
              <a:t>一致渐进稳定 </a:t>
            </a:r>
            <a:r>
              <a:rPr lang="en-US" altLang="zh-CN" sz="2800" b="1" dirty="0"/>
              <a:t>= </a:t>
            </a:r>
            <a:r>
              <a:rPr lang="zh-CN" altLang="en-US" sz="2800" b="1" dirty="0">
                <a:solidFill>
                  <a:srgbClr val="FFFF00"/>
                </a:solidFill>
              </a:rPr>
              <a:t>全局</a:t>
            </a:r>
            <a:r>
              <a:rPr lang="zh-CN" altLang="en-US" sz="2800" b="1" dirty="0"/>
              <a:t>一致稳定</a:t>
            </a:r>
            <a:r>
              <a:rPr lang="en-US" altLang="zh-CN" sz="2800" b="1" dirty="0"/>
              <a:t>+</a:t>
            </a:r>
            <a:r>
              <a:rPr lang="zh-CN" altLang="en-US" sz="2800" b="1" dirty="0">
                <a:solidFill>
                  <a:srgbClr val="FFFF00"/>
                </a:solidFill>
              </a:rPr>
              <a:t>全局</a:t>
            </a:r>
            <a:r>
              <a:rPr lang="zh-CN" altLang="en-US" sz="2800" b="1" dirty="0"/>
              <a:t>一致收敛</a:t>
            </a:r>
            <a:r>
              <a:rPr lang="zh-CN" altLang="en-US" sz="2800" b="1" dirty="0">
                <a:solidFill>
                  <a:srgbClr val="FFFF00"/>
                </a:solidFill>
              </a:rPr>
              <a:t>？</a:t>
            </a:r>
          </a:p>
        </p:txBody>
      </p:sp>
      <mc:AlternateContent xmlns:mc="http://schemas.openxmlformats.org/markup-compatibility/2006" xmlns:a14="http://schemas.microsoft.com/office/drawing/2010/main">
        <mc:Choice Requires="a14">
          <p:sp>
            <p:nvSpPr>
              <p:cNvPr id="19" name="内容占位符 2">
                <a:extLst>
                  <a:ext uri="{FF2B5EF4-FFF2-40B4-BE49-F238E27FC236}">
                    <a16:creationId xmlns:a16="http://schemas.microsoft.com/office/drawing/2014/main" id="{D91E5272-EB1F-00FC-0C3A-BFD92F9255F3}"/>
                  </a:ext>
                </a:extLst>
              </p:cNvPr>
              <p:cNvSpPr txBox="1">
                <a:spLocks/>
              </p:cNvSpPr>
              <p:nvPr/>
            </p:nvSpPr>
            <p:spPr>
              <a:xfrm>
                <a:off x="366464" y="2420888"/>
                <a:ext cx="8382000" cy="2253347"/>
              </a:xfrm>
              <a:prstGeom prst="rect">
                <a:avLst/>
              </a:prstGeom>
            </p:spPr>
            <p:txBody>
              <a:bodyPr vert="horz" lIns="54864" tIns="91440" rtlCol="0">
                <a:normAutofit/>
              </a:bodyPr>
              <a:lstStyle>
                <a:lvl1pPr marL="438912" indent="-320040" algn="l" rtl="0" eaLnBrk="1" latinLnBrk="0" hangingPunct="1">
                  <a:spcBef>
                    <a:spcPts val="0"/>
                  </a:spcBef>
                  <a:buClr>
                    <a:schemeClr val="accent1"/>
                  </a:buClr>
                  <a:buSzPct val="80000"/>
                  <a:buFont typeface="Wingdings 2"/>
                  <a:buChar char=""/>
                  <a:defRPr kumimoji="0" sz="3200" kern="1200">
                    <a:solidFill>
                      <a:schemeClr val="bg1"/>
                    </a:solidFill>
                    <a:latin typeface="Times New Roman" pitchFamily="18" charset="0"/>
                    <a:ea typeface="+mn-ea"/>
                    <a:cs typeface="Times New Roman" pitchFamily="18" charset="0"/>
                  </a:defRPr>
                </a:lvl1pPr>
                <a:lvl2pPr marL="731520" indent="-274320" algn="l" rtl="0" eaLnBrk="1" latinLnBrk="0" hangingPunct="1">
                  <a:spcBef>
                    <a:spcPct val="20000"/>
                  </a:spcBef>
                  <a:buClr>
                    <a:schemeClr val="accent2"/>
                  </a:buClr>
                  <a:buSzPct val="90000"/>
                  <a:buFont typeface="Wingdings"/>
                  <a:buChar char=""/>
                  <a:defRPr kumimoji="0" sz="2800" kern="1200">
                    <a:solidFill>
                      <a:schemeClr val="bg1"/>
                    </a:solidFill>
                    <a:latin typeface="Times New Roman" pitchFamily="18" charset="0"/>
                    <a:ea typeface="+mn-ea"/>
                    <a:cs typeface="Times New Roman" pitchFamily="18" charset="0"/>
                  </a:defRPr>
                </a:lvl2pPr>
                <a:lvl3pPr marL="996696" indent="-228600" algn="l" rtl="0" eaLnBrk="1" latinLnBrk="0" hangingPunct="1">
                  <a:spcBef>
                    <a:spcPct val="20000"/>
                  </a:spcBef>
                  <a:buClr>
                    <a:schemeClr val="accent3"/>
                  </a:buClr>
                  <a:buFont typeface="Arial"/>
                  <a:buChar char="▪"/>
                  <a:defRPr kumimoji="0" sz="2400" kern="1200">
                    <a:solidFill>
                      <a:schemeClr val="bg1"/>
                    </a:solidFill>
                    <a:latin typeface="Times New Roman" pitchFamily="18" charset="0"/>
                    <a:ea typeface="+mn-ea"/>
                    <a:cs typeface="Times New Roman" pitchFamily="18" charset="0"/>
                  </a:defRPr>
                </a:lvl3pPr>
                <a:lvl4pPr marL="1216152" indent="-182880" algn="l" rtl="0" eaLnBrk="1" latinLnBrk="0" hangingPunct="1">
                  <a:spcBef>
                    <a:spcPct val="20000"/>
                  </a:spcBef>
                  <a:buClr>
                    <a:schemeClr val="accent4"/>
                  </a:buClr>
                  <a:buFont typeface="Arial"/>
                  <a:buChar char="▪"/>
                  <a:defRPr kumimoji="0" sz="2000" kern="1200">
                    <a:solidFill>
                      <a:schemeClr val="bg1"/>
                    </a:solidFill>
                    <a:latin typeface="Times New Roman" pitchFamily="18" charset="0"/>
                    <a:ea typeface="+mn-ea"/>
                    <a:cs typeface="Times New Roman" pitchFamily="18" charset="0"/>
                  </a:defRPr>
                </a:lvl4pPr>
                <a:lvl5pPr marL="1426464" indent="-182880" algn="l" rtl="0" eaLnBrk="1" latinLnBrk="0" hangingPunct="1">
                  <a:spcBef>
                    <a:spcPct val="20000"/>
                  </a:spcBef>
                  <a:buClr>
                    <a:schemeClr val="accent5"/>
                  </a:buClr>
                  <a:buFont typeface="Wingdings 3"/>
                  <a:buChar char=""/>
                  <a:defRPr kumimoji="0" lang="en-US" sz="2000" kern="1200" smtClean="0">
                    <a:solidFill>
                      <a:schemeClr val="tx1"/>
                    </a:solidFill>
                    <a:latin typeface="Times New Roman" pitchFamily="18" charset="0"/>
                    <a:ea typeface="+mn-ea"/>
                    <a:cs typeface="Times New Roman" pitchFamily="18" charset="0"/>
                  </a:defRPr>
                </a:lvl5pPr>
                <a:lvl6pPr marL="1627632" indent="-182880" algn="l" rtl="0" eaLnBrk="1" latinLnBrk="0" hangingPunct="1">
                  <a:spcBef>
                    <a:spcPct val="20000"/>
                  </a:spcBef>
                  <a:buClr>
                    <a:schemeClr val="accent6"/>
                  </a:buClr>
                  <a:buSzPct val="100000"/>
                  <a:buFont typeface="Wingdings 2"/>
                  <a:buChar char=""/>
                  <a:defRPr kumimoji="0" sz="2000" kern="1200">
                    <a:solidFill>
                      <a:schemeClr val="tx1"/>
                    </a:solidFill>
                    <a:latin typeface="+mn-lt"/>
                    <a:ea typeface="+mn-ea"/>
                    <a:cs typeface="+mn-cs"/>
                  </a:defRPr>
                </a:lvl6pPr>
                <a:lvl7pPr marL="1828800" indent="-182880" algn="l" rtl="0" eaLnBrk="1" latinLnBrk="0" hangingPunct="1">
                  <a:spcBef>
                    <a:spcPct val="20000"/>
                  </a:spcBef>
                  <a:buClr>
                    <a:schemeClr val="accent1"/>
                  </a:buClr>
                  <a:buSzPct val="100000"/>
                  <a:buFont typeface="Wingdings 2"/>
                  <a:buChar char=""/>
                  <a:defRPr kumimoji="0" sz="1800" kern="1200">
                    <a:solidFill>
                      <a:schemeClr val="tx1"/>
                    </a:solidFill>
                    <a:latin typeface="+mn-lt"/>
                    <a:ea typeface="+mn-ea"/>
                    <a:cs typeface="+mn-cs"/>
                  </a:defRPr>
                </a:lvl7pPr>
                <a:lvl8pPr marL="2029968" indent="-182880" algn="l" rtl="0" eaLnBrk="1" latinLnBrk="0" hangingPunct="1">
                  <a:spcBef>
                    <a:spcPct val="20000"/>
                  </a:spcBef>
                  <a:buClr>
                    <a:schemeClr val="accent2"/>
                  </a:buClr>
                  <a:buFont typeface="Wingdings 2" pitchFamily="18" charset="2"/>
                  <a:buChar char=""/>
                  <a:defRPr kumimoji="0" sz="1800" kern="1200">
                    <a:solidFill>
                      <a:schemeClr val="tx1"/>
                    </a:solidFill>
                    <a:latin typeface="+mn-lt"/>
                    <a:ea typeface="+mn-ea"/>
                    <a:cs typeface="+mn-cs"/>
                  </a:defRPr>
                </a:lvl8pPr>
                <a:lvl9pPr marL="2231136" indent="-182880" algn="l" rtl="0" eaLnBrk="1" latinLnBrk="0" hangingPunct="1">
                  <a:spcBef>
                    <a:spcPct val="20000"/>
                  </a:spcBef>
                  <a:buClr>
                    <a:schemeClr val="accent3"/>
                  </a:buClr>
                  <a:buFont typeface="Wingdings 2" pitchFamily="18" charset="2"/>
                  <a:buChar char=""/>
                  <a:defRPr kumimoji="0" sz="1800" kern="1200" baseline="0">
                    <a:solidFill>
                      <a:schemeClr val="tx1"/>
                    </a:solidFill>
                    <a:latin typeface="+mn-lt"/>
                    <a:ea typeface="+mn-ea"/>
                    <a:cs typeface="+mn-cs"/>
                  </a:defRPr>
                </a:lvl9pPr>
                <a:extLst/>
              </a:lstStyle>
              <a:p>
                <a:pPr>
                  <a:lnSpc>
                    <a:spcPct val="150000"/>
                  </a:lnSpc>
                </a:pPr>
                <a:r>
                  <a:rPr lang="zh-CN" altLang="en-US" sz="2800" b="1" dirty="0"/>
                  <a:t>局部一致收敛性的等价描述：</a:t>
                </a:r>
                <a:r>
                  <a:rPr lang="zh-CN" altLang="en-US" sz="2800" dirty="0">
                    <a:solidFill>
                      <a:srgbClr val="00FFFF"/>
                    </a:solidFill>
                  </a:rPr>
                  <a:t> </a:t>
                </a:r>
                <a:br>
                  <a:rPr lang="en-US" altLang="zh-CN" sz="2800" i="1" dirty="0">
                    <a:solidFill>
                      <a:srgbClr val="00FFFF"/>
                    </a:solidFill>
                    <a:latin typeface="Cambria Math" panose="02040503050406030204" pitchFamily="18" charset="0"/>
                  </a:rPr>
                </a:br>
                <a14:m>
                  <m:oMath xmlns:m="http://schemas.openxmlformats.org/officeDocument/2006/math">
                    <m:r>
                      <a:rPr lang="zh-CN" altLang="en-US" sz="2800" i="1" smtClean="0">
                        <a:solidFill>
                          <a:schemeClr val="bg1"/>
                        </a:solidFill>
                        <a:latin typeface="Cambria Math" panose="02040503050406030204" pitchFamily="18" charset="0"/>
                      </a:rPr>
                      <m:t>∃</m:t>
                    </m:r>
                    <m:r>
                      <a:rPr lang="zh-CN" altLang="en-US" sz="2800" i="1" smtClean="0">
                        <a:solidFill>
                          <a:schemeClr val="bg1"/>
                        </a:solidFill>
                        <a:latin typeface="Cambria Math" panose="02040503050406030204" pitchFamily="18" charset="0"/>
                      </a:rPr>
                      <m:t>𝛿</m:t>
                    </m:r>
                    <m:r>
                      <a:rPr lang="zh-CN" altLang="en-US" sz="2800" i="1" smtClean="0">
                        <a:solidFill>
                          <a:schemeClr val="bg1"/>
                        </a:solidFill>
                        <a:latin typeface="Cambria Math" panose="02040503050406030204" pitchFamily="18" charset="0"/>
                      </a:rPr>
                      <m:t>&gt;0,  ∀</m:t>
                    </m:r>
                    <m:r>
                      <a:rPr lang="zh-CN" altLang="en-US" sz="2800" i="1" smtClean="0">
                        <a:solidFill>
                          <a:schemeClr val="bg1"/>
                        </a:solidFill>
                        <a:latin typeface="Cambria Math" panose="02040503050406030204" pitchFamily="18" charset="0"/>
                      </a:rPr>
                      <m:t>𝜀</m:t>
                    </m:r>
                    <m:r>
                      <a:rPr lang="zh-CN" altLang="en-US" sz="2800" i="1" smtClean="0">
                        <a:solidFill>
                          <a:schemeClr val="bg1"/>
                        </a:solidFill>
                        <a:latin typeface="Cambria Math" panose="02040503050406030204" pitchFamily="18" charset="0"/>
                      </a:rPr>
                      <m:t>&gt;0,  ∃</m:t>
                    </m:r>
                    <m:r>
                      <a:rPr lang="zh-CN" altLang="en-US" sz="2800" i="1" smtClean="0">
                        <a:solidFill>
                          <a:srgbClr val="FFFF00"/>
                        </a:solidFill>
                        <a:latin typeface="Cambria Math" panose="02040503050406030204" pitchFamily="18" charset="0"/>
                      </a:rPr>
                      <m:t>𝑇</m:t>
                    </m:r>
                    <m:d>
                      <m:dPr>
                        <m:ctrlPr>
                          <a:rPr lang="zh-CN" altLang="en-US" sz="2800" i="1">
                            <a:solidFill>
                              <a:srgbClr val="FFFF00"/>
                            </a:solidFill>
                            <a:latin typeface="Cambria Math" panose="02040503050406030204" pitchFamily="18" charset="0"/>
                          </a:rPr>
                        </m:ctrlPr>
                      </m:dPr>
                      <m:e>
                        <m:r>
                          <a:rPr lang="zh-CN" altLang="en-US" sz="2800" i="1">
                            <a:solidFill>
                              <a:srgbClr val="FFFF00"/>
                            </a:solidFill>
                            <a:latin typeface="Cambria Math" panose="02040503050406030204" pitchFamily="18" charset="0"/>
                          </a:rPr>
                          <m:t>𝜀</m:t>
                        </m:r>
                      </m:e>
                    </m:d>
                    <m:r>
                      <a:rPr lang="zh-CN" altLang="en-US" sz="2800" i="1">
                        <a:solidFill>
                          <a:schemeClr val="bg1"/>
                        </a:solidFill>
                        <a:latin typeface="Cambria Math" panose="02040503050406030204" pitchFamily="18" charset="0"/>
                      </a:rPr>
                      <m:t>&gt;0</m:t>
                    </m:r>
                    <m:r>
                      <a:rPr lang="en-US" altLang="zh-CN" sz="2800" i="1">
                        <a:solidFill>
                          <a:schemeClr val="bg1"/>
                        </a:solidFill>
                        <a:latin typeface="Cambria Math" panose="02040503050406030204" pitchFamily="18" charset="0"/>
                      </a:rPr>
                      <m:t>, </m:t>
                    </m:r>
                  </m:oMath>
                </a14:m>
                <a:br>
                  <a:rPr lang="en-US" altLang="zh-CN" sz="2800" i="1" dirty="0">
                    <a:solidFill>
                      <a:schemeClr val="bg1"/>
                    </a:solidFill>
                    <a:latin typeface="Cambria Math" panose="02040503050406030204" pitchFamily="18" charset="0"/>
                  </a:rPr>
                </a:br>
                <a14:m>
                  <m:oMath xmlns:m="http://schemas.openxmlformats.org/officeDocument/2006/math">
                    <m:d>
                      <m:dPr>
                        <m:begChr m:val="‖"/>
                        <m:endChr m:val="‖"/>
                        <m:ctrlPr>
                          <a:rPr lang="zh-CN" altLang="en-US" sz="2800" i="1">
                            <a:solidFill>
                              <a:schemeClr val="bg1"/>
                            </a:solidFill>
                            <a:latin typeface="Cambria Math" panose="02040503050406030204" pitchFamily="18" charset="0"/>
                          </a:rPr>
                        </m:ctrlPr>
                      </m:dPr>
                      <m:e>
                        <m:r>
                          <a:rPr lang="zh-CN" altLang="en-US" sz="2800" b="1" i="1">
                            <a:solidFill>
                              <a:schemeClr val="bg1"/>
                            </a:solidFill>
                            <a:latin typeface="Cambria Math" panose="02040503050406030204" pitchFamily="18" charset="0"/>
                          </a:rPr>
                          <m:t>𝒙</m:t>
                        </m:r>
                        <m:r>
                          <a:rPr lang="zh-CN" altLang="en-US" sz="2800" i="1">
                            <a:solidFill>
                              <a:schemeClr val="bg1"/>
                            </a:solidFill>
                            <a:latin typeface="Cambria Math" panose="02040503050406030204" pitchFamily="18" charset="0"/>
                          </a:rPr>
                          <m:t>(</m:t>
                        </m:r>
                        <m:r>
                          <a:rPr lang="zh-CN" altLang="en-US" sz="2800" i="1">
                            <a:solidFill>
                              <a:schemeClr val="bg1"/>
                            </a:solidFill>
                            <a:latin typeface="Cambria Math" panose="02040503050406030204" pitchFamily="18" charset="0"/>
                          </a:rPr>
                          <m:t>𝑡</m:t>
                        </m:r>
                        <m:r>
                          <a:rPr lang="zh-CN" altLang="en-US" sz="2800">
                            <a:solidFill>
                              <a:schemeClr val="bg1"/>
                            </a:solidFill>
                            <a:latin typeface="Cambria Math" panose="02040503050406030204" pitchFamily="18" charset="0"/>
                          </a:rPr>
                          <m:t>,</m:t>
                        </m:r>
                        <m:sSub>
                          <m:sSubPr>
                            <m:ctrlPr>
                              <a:rPr lang="zh-CN" altLang="en-US" sz="2800" i="1">
                                <a:solidFill>
                                  <a:schemeClr val="bg1"/>
                                </a:solidFill>
                                <a:latin typeface="Cambria Math" panose="02040503050406030204" pitchFamily="18" charset="0"/>
                              </a:rPr>
                            </m:ctrlPr>
                          </m:sSubPr>
                          <m:e>
                            <m:r>
                              <a:rPr lang="zh-CN" altLang="en-US" sz="2800" i="1">
                                <a:solidFill>
                                  <a:schemeClr val="bg1"/>
                                </a:solidFill>
                                <a:latin typeface="Cambria Math" panose="02040503050406030204" pitchFamily="18" charset="0"/>
                              </a:rPr>
                              <m:t>𝑡</m:t>
                            </m:r>
                          </m:e>
                          <m:sub>
                            <m:r>
                              <a:rPr lang="zh-CN" altLang="en-US" sz="2800" i="1">
                                <a:solidFill>
                                  <a:schemeClr val="bg1"/>
                                </a:solidFill>
                                <a:latin typeface="Cambria Math" panose="02040503050406030204" pitchFamily="18" charset="0"/>
                              </a:rPr>
                              <m:t>0</m:t>
                            </m:r>
                          </m:sub>
                        </m:sSub>
                        <m:r>
                          <a:rPr lang="zh-CN" altLang="en-US" sz="2800" i="1">
                            <a:solidFill>
                              <a:schemeClr val="bg1"/>
                            </a:solidFill>
                            <a:latin typeface="Cambria Math" panose="02040503050406030204" pitchFamily="18" charset="0"/>
                          </a:rPr>
                          <m:t>,</m:t>
                        </m:r>
                        <m:sSub>
                          <m:sSubPr>
                            <m:ctrlPr>
                              <a:rPr lang="zh-CN" altLang="en-US" sz="2800" i="1">
                                <a:solidFill>
                                  <a:schemeClr val="bg1"/>
                                </a:solidFill>
                                <a:latin typeface="Cambria Math" panose="02040503050406030204" pitchFamily="18" charset="0"/>
                              </a:rPr>
                            </m:ctrlPr>
                          </m:sSubPr>
                          <m:e>
                            <m:r>
                              <a:rPr lang="zh-CN" altLang="en-US" sz="2800" b="1" i="1">
                                <a:solidFill>
                                  <a:schemeClr val="bg1"/>
                                </a:solidFill>
                                <a:latin typeface="Cambria Math" panose="02040503050406030204" pitchFamily="18" charset="0"/>
                              </a:rPr>
                              <m:t>𝒙</m:t>
                            </m:r>
                          </m:e>
                          <m:sub>
                            <m:r>
                              <a:rPr lang="zh-CN" altLang="en-US" sz="2800" i="1">
                                <a:solidFill>
                                  <a:schemeClr val="bg1"/>
                                </a:solidFill>
                                <a:latin typeface="Cambria Math" panose="02040503050406030204" pitchFamily="18" charset="0"/>
                              </a:rPr>
                              <m:t>0</m:t>
                            </m:r>
                          </m:sub>
                        </m:sSub>
                        <m:r>
                          <a:rPr lang="zh-CN" altLang="en-US" sz="2800" i="1">
                            <a:solidFill>
                              <a:schemeClr val="bg1"/>
                            </a:solidFill>
                            <a:latin typeface="Cambria Math" panose="02040503050406030204" pitchFamily="18" charset="0"/>
                          </a:rPr>
                          <m:t>)</m:t>
                        </m:r>
                      </m:e>
                    </m:d>
                    <m:r>
                      <a:rPr lang="zh-CN" altLang="en-US" sz="2800" i="1">
                        <a:solidFill>
                          <a:schemeClr val="bg1"/>
                        </a:solidFill>
                        <a:latin typeface="Cambria Math" panose="02040503050406030204" pitchFamily="18" charset="0"/>
                      </a:rPr>
                      <m:t>&lt;</m:t>
                    </m:r>
                    <m:r>
                      <a:rPr lang="zh-CN" altLang="en-US" sz="2800" i="1">
                        <a:solidFill>
                          <a:schemeClr val="bg1"/>
                        </a:solidFill>
                        <a:latin typeface="Cambria Math" panose="02040503050406030204" pitchFamily="18" charset="0"/>
                      </a:rPr>
                      <m:t>𝜀</m:t>
                    </m:r>
                    <m:r>
                      <a:rPr lang="zh-CN" altLang="en-US" sz="2800" i="1">
                        <a:solidFill>
                          <a:schemeClr val="bg1"/>
                        </a:solidFill>
                        <a:latin typeface="Cambria Math" panose="02040503050406030204" pitchFamily="18" charset="0"/>
                      </a:rPr>
                      <m:t>,​ ​​​∀</m:t>
                    </m:r>
                    <m:r>
                      <a:rPr lang="zh-CN" altLang="en-US" sz="2800" i="1">
                        <a:solidFill>
                          <a:schemeClr val="bg1"/>
                        </a:solidFill>
                        <a:latin typeface="Cambria Math" panose="02040503050406030204" pitchFamily="18" charset="0"/>
                      </a:rPr>
                      <m:t>𝑡</m:t>
                    </m:r>
                    <m:r>
                      <a:rPr lang="zh-CN" altLang="en-US" sz="2800" i="1">
                        <a:solidFill>
                          <a:schemeClr val="bg1"/>
                        </a:solidFill>
                        <a:latin typeface="Cambria Math" panose="02040503050406030204" pitchFamily="18" charset="0"/>
                      </a:rPr>
                      <m:t>≥</m:t>
                    </m:r>
                    <m:r>
                      <a:rPr lang="zh-CN" altLang="en-US" sz="2800" i="1">
                        <a:solidFill>
                          <a:schemeClr val="bg1"/>
                        </a:solidFill>
                        <a:latin typeface="Cambria Math" panose="02040503050406030204" pitchFamily="18" charset="0"/>
                      </a:rPr>
                      <m:t>𝑇</m:t>
                    </m:r>
                    <m:r>
                      <a:rPr lang="zh-CN" altLang="en-US" sz="2800" i="1">
                        <a:solidFill>
                          <a:schemeClr val="bg1"/>
                        </a:solidFill>
                        <a:latin typeface="Cambria Math" panose="02040503050406030204" pitchFamily="18" charset="0"/>
                      </a:rPr>
                      <m:t>(</m:t>
                    </m:r>
                    <m:r>
                      <a:rPr lang="zh-CN" altLang="en-US" sz="2800" i="1">
                        <a:solidFill>
                          <a:schemeClr val="bg1"/>
                        </a:solidFill>
                        <a:latin typeface="Cambria Math" panose="02040503050406030204" pitchFamily="18" charset="0"/>
                      </a:rPr>
                      <m:t>𝜀</m:t>
                    </m:r>
                    <m:r>
                      <a:rPr lang="zh-CN" altLang="en-US" sz="2800" i="1">
                        <a:solidFill>
                          <a:schemeClr val="bg1"/>
                        </a:solidFill>
                        <a:latin typeface="Cambria Math" panose="02040503050406030204" pitchFamily="18" charset="0"/>
                      </a:rPr>
                      <m:t>)+</m:t>
                    </m:r>
                    <m:sSub>
                      <m:sSubPr>
                        <m:ctrlPr>
                          <a:rPr lang="zh-CN" altLang="en-US" sz="2800" i="1">
                            <a:solidFill>
                              <a:schemeClr val="bg1"/>
                            </a:solidFill>
                            <a:latin typeface="Cambria Math" panose="02040503050406030204" pitchFamily="18" charset="0"/>
                          </a:rPr>
                        </m:ctrlPr>
                      </m:sSubPr>
                      <m:e>
                        <m:r>
                          <a:rPr lang="zh-CN" altLang="en-US" sz="2800" i="1">
                            <a:solidFill>
                              <a:schemeClr val="bg1"/>
                            </a:solidFill>
                            <a:latin typeface="Cambria Math" panose="02040503050406030204" pitchFamily="18" charset="0"/>
                          </a:rPr>
                          <m:t>𝑡</m:t>
                        </m:r>
                      </m:e>
                      <m:sub>
                        <m:r>
                          <a:rPr lang="zh-CN" altLang="en-US" sz="2800" i="1">
                            <a:solidFill>
                              <a:schemeClr val="bg1"/>
                            </a:solidFill>
                            <a:latin typeface="Cambria Math" panose="02040503050406030204" pitchFamily="18" charset="0"/>
                          </a:rPr>
                          <m:t>0</m:t>
                        </m:r>
                      </m:sub>
                    </m:sSub>
                    <m:r>
                      <a:rPr lang="zh-CN" altLang="en-US" sz="2800" i="1">
                        <a:solidFill>
                          <a:schemeClr val="bg1"/>
                        </a:solidFill>
                        <a:latin typeface="Cambria Math" panose="02040503050406030204" pitchFamily="18" charset="0"/>
                      </a:rPr>
                      <m:t>,  ∀</m:t>
                    </m:r>
                    <m:d>
                      <m:dPr>
                        <m:begChr m:val="‖"/>
                        <m:endChr m:val="‖"/>
                        <m:ctrlPr>
                          <a:rPr lang="zh-CN" altLang="en-US" sz="2800" i="1">
                            <a:solidFill>
                              <a:schemeClr val="bg1"/>
                            </a:solidFill>
                            <a:latin typeface="Cambria Math" panose="02040503050406030204" pitchFamily="18" charset="0"/>
                          </a:rPr>
                        </m:ctrlPr>
                      </m:dPr>
                      <m:e>
                        <m:r>
                          <a:rPr lang="zh-CN" altLang="en-US" sz="2800" b="1" i="1">
                            <a:solidFill>
                              <a:schemeClr val="bg1"/>
                            </a:solidFill>
                            <a:latin typeface="Cambria Math" panose="02040503050406030204" pitchFamily="18" charset="0"/>
                          </a:rPr>
                          <m:t>𝒙</m:t>
                        </m:r>
                        <m:r>
                          <a:rPr lang="zh-CN" altLang="en-US" sz="2800" i="1">
                            <a:solidFill>
                              <a:schemeClr val="bg1"/>
                            </a:solidFill>
                            <a:latin typeface="Cambria Math" panose="02040503050406030204" pitchFamily="18" charset="0"/>
                          </a:rPr>
                          <m:t>(</m:t>
                        </m:r>
                        <m:sSub>
                          <m:sSubPr>
                            <m:ctrlPr>
                              <a:rPr lang="zh-CN" altLang="en-US" sz="2800" i="1">
                                <a:solidFill>
                                  <a:schemeClr val="bg1"/>
                                </a:solidFill>
                                <a:latin typeface="Cambria Math" panose="02040503050406030204" pitchFamily="18" charset="0"/>
                              </a:rPr>
                            </m:ctrlPr>
                          </m:sSubPr>
                          <m:e>
                            <m:r>
                              <a:rPr lang="zh-CN" altLang="en-US" sz="2800" i="1">
                                <a:solidFill>
                                  <a:schemeClr val="bg1"/>
                                </a:solidFill>
                                <a:latin typeface="Cambria Math" panose="02040503050406030204" pitchFamily="18" charset="0"/>
                              </a:rPr>
                              <m:t>𝑡</m:t>
                            </m:r>
                          </m:e>
                          <m:sub>
                            <m:r>
                              <a:rPr lang="zh-CN" altLang="en-US" sz="2800" i="1">
                                <a:solidFill>
                                  <a:schemeClr val="bg1"/>
                                </a:solidFill>
                                <a:latin typeface="Cambria Math" panose="02040503050406030204" pitchFamily="18" charset="0"/>
                              </a:rPr>
                              <m:t>0</m:t>
                            </m:r>
                          </m:sub>
                        </m:sSub>
                        <m:r>
                          <a:rPr lang="zh-CN" altLang="en-US" sz="2800" i="1">
                            <a:solidFill>
                              <a:schemeClr val="bg1"/>
                            </a:solidFill>
                            <a:latin typeface="Cambria Math" panose="02040503050406030204" pitchFamily="18" charset="0"/>
                          </a:rPr>
                          <m:t>)</m:t>
                        </m:r>
                      </m:e>
                    </m:d>
                    <m:r>
                      <a:rPr lang="zh-CN" altLang="en-US" sz="2800" i="1">
                        <a:solidFill>
                          <a:schemeClr val="bg1"/>
                        </a:solidFill>
                        <a:latin typeface="Cambria Math" panose="02040503050406030204" pitchFamily="18" charset="0"/>
                      </a:rPr>
                      <m:t>&lt;</m:t>
                    </m:r>
                    <m:r>
                      <a:rPr lang="zh-CN" altLang="en-US" sz="2800" i="1">
                        <a:solidFill>
                          <a:schemeClr val="bg1"/>
                        </a:solidFill>
                        <a:latin typeface="Cambria Math" panose="02040503050406030204" pitchFamily="18" charset="0"/>
                      </a:rPr>
                      <m:t>𝛿</m:t>
                    </m:r>
                  </m:oMath>
                </a14:m>
                <a:endParaRPr lang="zh-CN" altLang="en-US" sz="2800" b="1" dirty="0"/>
              </a:p>
            </p:txBody>
          </p:sp>
        </mc:Choice>
        <mc:Fallback xmlns="">
          <p:sp>
            <p:nvSpPr>
              <p:cNvPr id="19" name="内容占位符 2">
                <a:extLst>
                  <a:ext uri="{FF2B5EF4-FFF2-40B4-BE49-F238E27FC236}">
                    <a16:creationId xmlns:a16="http://schemas.microsoft.com/office/drawing/2014/main" id="{D91E5272-EB1F-00FC-0C3A-BFD92F9255F3}"/>
                  </a:ext>
                </a:extLst>
              </p:cNvPr>
              <p:cNvSpPr txBox="1">
                <a:spLocks noRot="1" noChangeAspect="1" noMove="1" noResize="1" noEditPoints="1" noAdjustHandles="1" noChangeArrowheads="1" noChangeShapeType="1" noTextEdit="1"/>
              </p:cNvSpPr>
              <p:nvPr/>
            </p:nvSpPr>
            <p:spPr>
              <a:xfrm>
                <a:off x="366464" y="2420888"/>
                <a:ext cx="8382000" cy="2253347"/>
              </a:xfrm>
              <a:prstGeom prst="rect">
                <a:avLst/>
              </a:prstGeom>
              <a:blipFill>
                <a:blip r:embed="rId4"/>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4" name="内容占位符 2">
                <a:extLst>
                  <a:ext uri="{FF2B5EF4-FFF2-40B4-BE49-F238E27FC236}">
                    <a16:creationId xmlns:a16="http://schemas.microsoft.com/office/drawing/2014/main" id="{4F2BA74A-F545-E625-8012-668813DE64CA}"/>
                  </a:ext>
                </a:extLst>
              </p:cNvPr>
              <p:cNvSpPr txBox="1">
                <a:spLocks/>
              </p:cNvSpPr>
              <p:nvPr/>
            </p:nvSpPr>
            <p:spPr>
              <a:xfrm>
                <a:off x="366464" y="4416013"/>
                <a:ext cx="8382000" cy="2253347"/>
              </a:xfrm>
              <a:prstGeom prst="rect">
                <a:avLst/>
              </a:prstGeom>
            </p:spPr>
            <p:txBody>
              <a:bodyPr vert="horz" lIns="54864" tIns="91440" rtlCol="0">
                <a:normAutofit/>
              </a:bodyPr>
              <a:lstStyle>
                <a:lvl1pPr marL="438912" indent="-320040" algn="l" rtl="0" eaLnBrk="1" latinLnBrk="0" hangingPunct="1">
                  <a:spcBef>
                    <a:spcPts val="0"/>
                  </a:spcBef>
                  <a:buClr>
                    <a:schemeClr val="accent1"/>
                  </a:buClr>
                  <a:buSzPct val="80000"/>
                  <a:buFont typeface="Wingdings 2"/>
                  <a:buChar char=""/>
                  <a:defRPr kumimoji="0" sz="3200" kern="1200">
                    <a:solidFill>
                      <a:schemeClr val="bg1"/>
                    </a:solidFill>
                    <a:latin typeface="Times New Roman" pitchFamily="18" charset="0"/>
                    <a:ea typeface="+mn-ea"/>
                    <a:cs typeface="Times New Roman" pitchFamily="18" charset="0"/>
                  </a:defRPr>
                </a:lvl1pPr>
                <a:lvl2pPr marL="731520" indent="-274320" algn="l" rtl="0" eaLnBrk="1" latinLnBrk="0" hangingPunct="1">
                  <a:spcBef>
                    <a:spcPct val="20000"/>
                  </a:spcBef>
                  <a:buClr>
                    <a:schemeClr val="accent2"/>
                  </a:buClr>
                  <a:buSzPct val="90000"/>
                  <a:buFont typeface="Wingdings"/>
                  <a:buChar char=""/>
                  <a:defRPr kumimoji="0" sz="2800" kern="1200">
                    <a:solidFill>
                      <a:schemeClr val="bg1"/>
                    </a:solidFill>
                    <a:latin typeface="Times New Roman" pitchFamily="18" charset="0"/>
                    <a:ea typeface="+mn-ea"/>
                    <a:cs typeface="Times New Roman" pitchFamily="18" charset="0"/>
                  </a:defRPr>
                </a:lvl2pPr>
                <a:lvl3pPr marL="996696" indent="-228600" algn="l" rtl="0" eaLnBrk="1" latinLnBrk="0" hangingPunct="1">
                  <a:spcBef>
                    <a:spcPct val="20000"/>
                  </a:spcBef>
                  <a:buClr>
                    <a:schemeClr val="accent3"/>
                  </a:buClr>
                  <a:buFont typeface="Arial"/>
                  <a:buChar char="▪"/>
                  <a:defRPr kumimoji="0" sz="2400" kern="1200">
                    <a:solidFill>
                      <a:schemeClr val="bg1"/>
                    </a:solidFill>
                    <a:latin typeface="Times New Roman" pitchFamily="18" charset="0"/>
                    <a:ea typeface="+mn-ea"/>
                    <a:cs typeface="Times New Roman" pitchFamily="18" charset="0"/>
                  </a:defRPr>
                </a:lvl3pPr>
                <a:lvl4pPr marL="1216152" indent="-182880" algn="l" rtl="0" eaLnBrk="1" latinLnBrk="0" hangingPunct="1">
                  <a:spcBef>
                    <a:spcPct val="20000"/>
                  </a:spcBef>
                  <a:buClr>
                    <a:schemeClr val="accent4"/>
                  </a:buClr>
                  <a:buFont typeface="Arial"/>
                  <a:buChar char="▪"/>
                  <a:defRPr kumimoji="0" sz="2000" kern="1200">
                    <a:solidFill>
                      <a:schemeClr val="bg1"/>
                    </a:solidFill>
                    <a:latin typeface="Times New Roman" pitchFamily="18" charset="0"/>
                    <a:ea typeface="+mn-ea"/>
                    <a:cs typeface="Times New Roman" pitchFamily="18" charset="0"/>
                  </a:defRPr>
                </a:lvl4pPr>
                <a:lvl5pPr marL="1426464" indent="-182880" algn="l" rtl="0" eaLnBrk="1" latinLnBrk="0" hangingPunct="1">
                  <a:spcBef>
                    <a:spcPct val="20000"/>
                  </a:spcBef>
                  <a:buClr>
                    <a:schemeClr val="accent5"/>
                  </a:buClr>
                  <a:buFont typeface="Wingdings 3"/>
                  <a:buChar char=""/>
                  <a:defRPr kumimoji="0" lang="en-US" sz="2000" kern="1200" smtClean="0">
                    <a:solidFill>
                      <a:schemeClr val="tx1"/>
                    </a:solidFill>
                    <a:latin typeface="Times New Roman" pitchFamily="18" charset="0"/>
                    <a:ea typeface="+mn-ea"/>
                    <a:cs typeface="Times New Roman" pitchFamily="18" charset="0"/>
                  </a:defRPr>
                </a:lvl5pPr>
                <a:lvl6pPr marL="1627632" indent="-182880" algn="l" rtl="0" eaLnBrk="1" latinLnBrk="0" hangingPunct="1">
                  <a:spcBef>
                    <a:spcPct val="20000"/>
                  </a:spcBef>
                  <a:buClr>
                    <a:schemeClr val="accent6"/>
                  </a:buClr>
                  <a:buSzPct val="100000"/>
                  <a:buFont typeface="Wingdings 2"/>
                  <a:buChar char=""/>
                  <a:defRPr kumimoji="0" sz="2000" kern="1200">
                    <a:solidFill>
                      <a:schemeClr val="tx1"/>
                    </a:solidFill>
                    <a:latin typeface="+mn-lt"/>
                    <a:ea typeface="+mn-ea"/>
                    <a:cs typeface="+mn-cs"/>
                  </a:defRPr>
                </a:lvl6pPr>
                <a:lvl7pPr marL="1828800" indent="-182880" algn="l" rtl="0" eaLnBrk="1" latinLnBrk="0" hangingPunct="1">
                  <a:spcBef>
                    <a:spcPct val="20000"/>
                  </a:spcBef>
                  <a:buClr>
                    <a:schemeClr val="accent1"/>
                  </a:buClr>
                  <a:buSzPct val="100000"/>
                  <a:buFont typeface="Wingdings 2"/>
                  <a:buChar char=""/>
                  <a:defRPr kumimoji="0" sz="1800" kern="1200">
                    <a:solidFill>
                      <a:schemeClr val="tx1"/>
                    </a:solidFill>
                    <a:latin typeface="+mn-lt"/>
                    <a:ea typeface="+mn-ea"/>
                    <a:cs typeface="+mn-cs"/>
                  </a:defRPr>
                </a:lvl7pPr>
                <a:lvl8pPr marL="2029968" indent="-182880" algn="l" rtl="0" eaLnBrk="1" latinLnBrk="0" hangingPunct="1">
                  <a:spcBef>
                    <a:spcPct val="20000"/>
                  </a:spcBef>
                  <a:buClr>
                    <a:schemeClr val="accent2"/>
                  </a:buClr>
                  <a:buFont typeface="Wingdings 2" pitchFamily="18" charset="2"/>
                  <a:buChar char=""/>
                  <a:defRPr kumimoji="0" sz="1800" kern="1200">
                    <a:solidFill>
                      <a:schemeClr val="tx1"/>
                    </a:solidFill>
                    <a:latin typeface="+mn-lt"/>
                    <a:ea typeface="+mn-ea"/>
                    <a:cs typeface="+mn-cs"/>
                  </a:defRPr>
                </a:lvl8pPr>
                <a:lvl9pPr marL="2231136" indent="-182880" algn="l" rtl="0" eaLnBrk="1" latinLnBrk="0" hangingPunct="1">
                  <a:spcBef>
                    <a:spcPct val="20000"/>
                  </a:spcBef>
                  <a:buClr>
                    <a:schemeClr val="accent3"/>
                  </a:buClr>
                  <a:buFont typeface="Wingdings 2" pitchFamily="18" charset="2"/>
                  <a:buChar char=""/>
                  <a:defRPr kumimoji="0" sz="1800" kern="1200" baseline="0">
                    <a:solidFill>
                      <a:schemeClr val="tx1"/>
                    </a:solidFill>
                    <a:latin typeface="+mn-lt"/>
                    <a:ea typeface="+mn-ea"/>
                    <a:cs typeface="+mn-cs"/>
                  </a:defRPr>
                </a:lvl9pPr>
                <a:extLst/>
              </a:lstStyle>
              <a:p>
                <a:pPr>
                  <a:lnSpc>
                    <a:spcPct val="150000"/>
                  </a:lnSpc>
                </a:pPr>
                <a:r>
                  <a:rPr lang="zh-CN" altLang="en-US" sz="2800" b="1" dirty="0">
                    <a:solidFill>
                      <a:srgbClr val="FFFF00"/>
                    </a:solidFill>
                  </a:rPr>
                  <a:t>全局一致收敛性</a:t>
                </a:r>
                <a:r>
                  <a:rPr lang="zh-CN" altLang="en-US" sz="2800" b="1" dirty="0"/>
                  <a:t>（</a:t>
                </a:r>
                <a:r>
                  <a:rPr lang="en-US" altLang="zh-CN" sz="2800" b="1" dirty="0"/>
                  <a:t> global uniform attractivity</a:t>
                </a:r>
                <a:r>
                  <a:rPr lang="zh-CN" altLang="en-US" sz="2800" b="1" dirty="0"/>
                  <a:t>）：</a:t>
                </a:r>
                <a:r>
                  <a:rPr lang="zh-CN" altLang="en-US" sz="2800" dirty="0">
                    <a:solidFill>
                      <a:srgbClr val="00FFFF"/>
                    </a:solidFill>
                  </a:rPr>
                  <a:t> </a:t>
                </a:r>
                <a:br>
                  <a:rPr lang="en-US" altLang="zh-CN" sz="2800" i="1" dirty="0">
                    <a:solidFill>
                      <a:srgbClr val="00FFFF"/>
                    </a:solidFill>
                    <a:latin typeface="Cambria Math" panose="02040503050406030204" pitchFamily="18" charset="0"/>
                  </a:rPr>
                </a:br>
                <a14:m>
                  <m:oMath xmlns:m="http://schemas.openxmlformats.org/officeDocument/2006/math">
                    <m:r>
                      <a:rPr lang="zh-CN" altLang="en-US" sz="2800" i="1" smtClean="0">
                        <a:solidFill>
                          <a:schemeClr val="bg1"/>
                        </a:solidFill>
                        <a:latin typeface="Cambria Math" panose="02040503050406030204" pitchFamily="18" charset="0"/>
                      </a:rPr>
                      <m:t>∃</m:t>
                    </m:r>
                    <m:r>
                      <a:rPr lang="zh-CN" altLang="en-US" sz="2800" i="1" smtClean="0">
                        <a:solidFill>
                          <a:schemeClr val="bg1"/>
                        </a:solidFill>
                        <a:latin typeface="Cambria Math" panose="02040503050406030204" pitchFamily="18" charset="0"/>
                      </a:rPr>
                      <m:t>𝛿</m:t>
                    </m:r>
                    <m:r>
                      <a:rPr lang="zh-CN" altLang="en-US" sz="2800" i="1" smtClean="0">
                        <a:solidFill>
                          <a:schemeClr val="bg1"/>
                        </a:solidFill>
                        <a:latin typeface="Cambria Math" panose="02040503050406030204" pitchFamily="18" charset="0"/>
                      </a:rPr>
                      <m:t>&gt;0,  ∀</m:t>
                    </m:r>
                    <m:r>
                      <a:rPr lang="zh-CN" altLang="en-US" sz="2800" i="1" smtClean="0">
                        <a:solidFill>
                          <a:schemeClr val="bg1"/>
                        </a:solidFill>
                        <a:latin typeface="Cambria Math" panose="02040503050406030204" pitchFamily="18" charset="0"/>
                      </a:rPr>
                      <m:t>𝜀</m:t>
                    </m:r>
                    <m:r>
                      <a:rPr lang="zh-CN" altLang="en-US" sz="2800" i="1" smtClean="0">
                        <a:solidFill>
                          <a:schemeClr val="bg1"/>
                        </a:solidFill>
                        <a:latin typeface="Cambria Math" panose="02040503050406030204" pitchFamily="18" charset="0"/>
                      </a:rPr>
                      <m:t>&gt;0,  ∃</m:t>
                    </m:r>
                    <m:r>
                      <a:rPr lang="zh-CN" altLang="en-US" sz="2800" i="1" smtClean="0">
                        <a:solidFill>
                          <a:srgbClr val="FFFF00"/>
                        </a:solidFill>
                        <a:latin typeface="Cambria Math" panose="02040503050406030204" pitchFamily="18" charset="0"/>
                      </a:rPr>
                      <m:t>𝑇</m:t>
                    </m:r>
                    <m:d>
                      <m:dPr>
                        <m:ctrlPr>
                          <a:rPr lang="zh-CN" altLang="en-US" sz="2800" i="1">
                            <a:solidFill>
                              <a:srgbClr val="FFFF00"/>
                            </a:solidFill>
                            <a:latin typeface="Cambria Math" panose="02040503050406030204" pitchFamily="18" charset="0"/>
                          </a:rPr>
                        </m:ctrlPr>
                      </m:dPr>
                      <m:e>
                        <m:r>
                          <a:rPr lang="zh-CN" altLang="en-US" sz="2800" i="1">
                            <a:solidFill>
                              <a:srgbClr val="FFFF00"/>
                            </a:solidFill>
                            <a:latin typeface="Cambria Math" panose="02040503050406030204" pitchFamily="18" charset="0"/>
                          </a:rPr>
                          <m:t>𝜀</m:t>
                        </m:r>
                      </m:e>
                    </m:d>
                    <m:r>
                      <a:rPr lang="zh-CN" altLang="en-US" sz="2800" i="1">
                        <a:solidFill>
                          <a:schemeClr val="bg1"/>
                        </a:solidFill>
                        <a:latin typeface="Cambria Math" panose="02040503050406030204" pitchFamily="18" charset="0"/>
                      </a:rPr>
                      <m:t>&gt;0</m:t>
                    </m:r>
                    <m:r>
                      <a:rPr lang="en-US" altLang="zh-CN" sz="2800" i="1">
                        <a:solidFill>
                          <a:schemeClr val="bg1"/>
                        </a:solidFill>
                        <a:latin typeface="Cambria Math" panose="02040503050406030204" pitchFamily="18" charset="0"/>
                      </a:rPr>
                      <m:t>, </m:t>
                    </m:r>
                  </m:oMath>
                </a14:m>
                <a:br>
                  <a:rPr lang="en-US" altLang="zh-CN" sz="2800" i="1" dirty="0">
                    <a:solidFill>
                      <a:schemeClr val="bg1"/>
                    </a:solidFill>
                    <a:latin typeface="Cambria Math" panose="02040503050406030204" pitchFamily="18" charset="0"/>
                  </a:rPr>
                </a:br>
                <a14:m>
                  <m:oMath xmlns:m="http://schemas.openxmlformats.org/officeDocument/2006/math">
                    <m:d>
                      <m:dPr>
                        <m:begChr m:val="‖"/>
                        <m:endChr m:val="‖"/>
                        <m:ctrlPr>
                          <a:rPr lang="zh-CN" altLang="en-US" sz="2800" i="1">
                            <a:solidFill>
                              <a:schemeClr val="bg1"/>
                            </a:solidFill>
                            <a:latin typeface="Cambria Math" panose="02040503050406030204" pitchFamily="18" charset="0"/>
                          </a:rPr>
                        </m:ctrlPr>
                      </m:dPr>
                      <m:e>
                        <m:r>
                          <a:rPr lang="zh-CN" altLang="en-US" sz="2800" b="1" i="1">
                            <a:solidFill>
                              <a:schemeClr val="bg1"/>
                            </a:solidFill>
                            <a:latin typeface="Cambria Math" panose="02040503050406030204" pitchFamily="18" charset="0"/>
                          </a:rPr>
                          <m:t>𝒙</m:t>
                        </m:r>
                        <m:r>
                          <a:rPr lang="zh-CN" altLang="en-US" sz="2800" i="1">
                            <a:solidFill>
                              <a:schemeClr val="bg1"/>
                            </a:solidFill>
                            <a:latin typeface="Cambria Math" panose="02040503050406030204" pitchFamily="18" charset="0"/>
                          </a:rPr>
                          <m:t>(</m:t>
                        </m:r>
                        <m:r>
                          <a:rPr lang="zh-CN" altLang="en-US" sz="2800" i="1">
                            <a:solidFill>
                              <a:schemeClr val="bg1"/>
                            </a:solidFill>
                            <a:latin typeface="Cambria Math" panose="02040503050406030204" pitchFamily="18" charset="0"/>
                          </a:rPr>
                          <m:t>𝑡</m:t>
                        </m:r>
                        <m:r>
                          <a:rPr lang="zh-CN" altLang="en-US" sz="2800">
                            <a:solidFill>
                              <a:schemeClr val="bg1"/>
                            </a:solidFill>
                            <a:latin typeface="Cambria Math" panose="02040503050406030204" pitchFamily="18" charset="0"/>
                          </a:rPr>
                          <m:t>,</m:t>
                        </m:r>
                        <m:sSub>
                          <m:sSubPr>
                            <m:ctrlPr>
                              <a:rPr lang="zh-CN" altLang="en-US" sz="2800" i="1">
                                <a:solidFill>
                                  <a:schemeClr val="bg1"/>
                                </a:solidFill>
                                <a:latin typeface="Cambria Math" panose="02040503050406030204" pitchFamily="18" charset="0"/>
                              </a:rPr>
                            </m:ctrlPr>
                          </m:sSubPr>
                          <m:e>
                            <m:r>
                              <a:rPr lang="zh-CN" altLang="en-US" sz="2800" i="1">
                                <a:solidFill>
                                  <a:schemeClr val="bg1"/>
                                </a:solidFill>
                                <a:latin typeface="Cambria Math" panose="02040503050406030204" pitchFamily="18" charset="0"/>
                              </a:rPr>
                              <m:t>𝑡</m:t>
                            </m:r>
                          </m:e>
                          <m:sub>
                            <m:r>
                              <a:rPr lang="zh-CN" altLang="en-US" sz="2800" i="1">
                                <a:solidFill>
                                  <a:schemeClr val="bg1"/>
                                </a:solidFill>
                                <a:latin typeface="Cambria Math" panose="02040503050406030204" pitchFamily="18" charset="0"/>
                              </a:rPr>
                              <m:t>0</m:t>
                            </m:r>
                          </m:sub>
                        </m:sSub>
                        <m:r>
                          <a:rPr lang="zh-CN" altLang="en-US" sz="2800" i="1">
                            <a:solidFill>
                              <a:schemeClr val="bg1"/>
                            </a:solidFill>
                            <a:latin typeface="Cambria Math" panose="02040503050406030204" pitchFamily="18" charset="0"/>
                          </a:rPr>
                          <m:t>,</m:t>
                        </m:r>
                        <m:sSub>
                          <m:sSubPr>
                            <m:ctrlPr>
                              <a:rPr lang="zh-CN" altLang="en-US" sz="2800" i="1">
                                <a:solidFill>
                                  <a:schemeClr val="bg1"/>
                                </a:solidFill>
                                <a:latin typeface="Cambria Math" panose="02040503050406030204" pitchFamily="18" charset="0"/>
                              </a:rPr>
                            </m:ctrlPr>
                          </m:sSubPr>
                          <m:e>
                            <m:r>
                              <a:rPr lang="zh-CN" altLang="en-US" sz="2800" b="1" i="1">
                                <a:solidFill>
                                  <a:schemeClr val="bg1"/>
                                </a:solidFill>
                                <a:latin typeface="Cambria Math" panose="02040503050406030204" pitchFamily="18" charset="0"/>
                              </a:rPr>
                              <m:t>𝒙</m:t>
                            </m:r>
                          </m:e>
                          <m:sub>
                            <m:r>
                              <a:rPr lang="zh-CN" altLang="en-US" sz="2800" i="1">
                                <a:solidFill>
                                  <a:schemeClr val="bg1"/>
                                </a:solidFill>
                                <a:latin typeface="Cambria Math" panose="02040503050406030204" pitchFamily="18" charset="0"/>
                              </a:rPr>
                              <m:t>0</m:t>
                            </m:r>
                          </m:sub>
                        </m:sSub>
                        <m:r>
                          <a:rPr lang="zh-CN" altLang="en-US" sz="2800" i="1">
                            <a:solidFill>
                              <a:schemeClr val="bg1"/>
                            </a:solidFill>
                            <a:latin typeface="Cambria Math" panose="02040503050406030204" pitchFamily="18" charset="0"/>
                          </a:rPr>
                          <m:t>)</m:t>
                        </m:r>
                      </m:e>
                    </m:d>
                    <m:r>
                      <a:rPr lang="zh-CN" altLang="en-US" sz="2800" i="1">
                        <a:solidFill>
                          <a:schemeClr val="bg1"/>
                        </a:solidFill>
                        <a:latin typeface="Cambria Math" panose="02040503050406030204" pitchFamily="18" charset="0"/>
                      </a:rPr>
                      <m:t>&lt;</m:t>
                    </m:r>
                    <m:r>
                      <a:rPr lang="zh-CN" altLang="en-US" sz="2800" i="1">
                        <a:solidFill>
                          <a:schemeClr val="bg1"/>
                        </a:solidFill>
                        <a:latin typeface="Cambria Math" panose="02040503050406030204" pitchFamily="18" charset="0"/>
                      </a:rPr>
                      <m:t>𝜀</m:t>
                    </m:r>
                    <m:r>
                      <a:rPr lang="zh-CN" altLang="en-US" sz="2800" i="1">
                        <a:solidFill>
                          <a:schemeClr val="bg1"/>
                        </a:solidFill>
                        <a:latin typeface="Cambria Math" panose="02040503050406030204" pitchFamily="18" charset="0"/>
                      </a:rPr>
                      <m:t>,​ ​​​∀</m:t>
                    </m:r>
                    <m:r>
                      <a:rPr lang="zh-CN" altLang="en-US" sz="2800" i="1">
                        <a:solidFill>
                          <a:schemeClr val="bg1"/>
                        </a:solidFill>
                        <a:latin typeface="Cambria Math" panose="02040503050406030204" pitchFamily="18" charset="0"/>
                      </a:rPr>
                      <m:t>𝑡</m:t>
                    </m:r>
                    <m:r>
                      <a:rPr lang="zh-CN" altLang="en-US" sz="2800" i="1">
                        <a:solidFill>
                          <a:schemeClr val="bg1"/>
                        </a:solidFill>
                        <a:latin typeface="Cambria Math" panose="02040503050406030204" pitchFamily="18" charset="0"/>
                      </a:rPr>
                      <m:t>≥</m:t>
                    </m:r>
                    <m:r>
                      <a:rPr lang="zh-CN" altLang="en-US" sz="2800" i="1">
                        <a:solidFill>
                          <a:schemeClr val="bg1"/>
                        </a:solidFill>
                        <a:latin typeface="Cambria Math" panose="02040503050406030204" pitchFamily="18" charset="0"/>
                      </a:rPr>
                      <m:t>𝑇</m:t>
                    </m:r>
                    <m:r>
                      <a:rPr lang="zh-CN" altLang="en-US" sz="2800" i="1">
                        <a:solidFill>
                          <a:schemeClr val="bg1"/>
                        </a:solidFill>
                        <a:latin typeface="Cambria Math" panose="02040503050406030204" pitchFamily="18" charset="0"/>
                      </a:rPr>
                      <m:t>(</m:t>
                    </m:r>
                    <m:r>
                      <a:rPr lang="zh-CN" altLang="en-US" sz="2800" i="1">
                        <a:solidFill>
                          <a:schemeClr val="bg1"/>
                        </a:solidFill>
                        <a:latin typeface="Cambria Math" panose="02040503050406030204" pitchFamily="18" charset="0"/>
                      </a:rPr>
                      <m:t>𝜀</m:t>
                    </m:r>
                    <m:r>
                      <a:rPr lang="zh-CN" altLang="en-US" sz="2800" i="1">
                        <a:solidFill>
                          <a:schemeClr val="bg1"/>
                        </a:solidFill>
                        <a:latin typeface="Cambria Math" panose="02040503050406030204" pitchFamily="18" charset="0"/>
                      </a:rPr>
                      <m:t>)+</m:t>
                    </m:r>
                    <m:sSub>
                      <m:sSubPr>
                        <m:ctrlPr>
                          <a:rPr lang="zh-CN" altLang="en-US" sz="2800" i="1">
                            <a:solidFill>
                              <a:schemeClr val="bg1"/>
                            </a:solidFill>
                            <a:latin typeface="Cambria Math" panose="02040503050406030204" pitchFamily="18" charset="0"/>
                          </a:rPr>
                        </m:ctrlPr>
                      </m:sSubPr>
                      <m:e>
                        <m:r>
                          <a:rPr lang="zh-CN" altLang="en-US" sz="2800" i="1">
                            <a:solidFill>
                              <a:schemeClr val="bg1"/>
                            </a:solidFill>
                            <a:latin typeface="Cambria Math" panose="02040503050406030204" pitchFamily="18" charset="0"/>
                          </a:rPr>
                          <m:t>𝑡</m:t>
                        </m:r>
                      </m:e>
                      <m:sub>
                        <m:r>
                          <a:rPr lang="zh-CN" altLang="en-US" sz="2800" i="1">
                            <a:solidFill>
                              <a:schemeClr val="bg1"/>
                            </a:solidFill>
                            <a:latin typeface="Cambria Math" panose="02040503050406030204" pitchFamily="18" charset="0"/>
                          </a:rPr>
                          <m:t>0</m:t>
                        </m:r>
                      </m:sub>
                    </m:sSub>
                    <m:r>
                      <a:rPr lang="zh-CN" altLang="en-US" sz="2800" i="1">
                        <a:solidFill>
                          <a:schemeClr val="bg1"/>
                        </a:solidFill>
                        <a:latin typeface="Cambria Math" panose="02040503050406030204" pitchFamily="18" charset="0"/>
                      </a:rPr>
                      <m:t>,</m:t>
                    </m:r>
                    <m:r>
                      <a:rPr lang="zh-CN" altLang="en-US" sz="2800" i="1" smtClean="0">
                        <a:solidFill>
                          <a:srgbClr val="FFFF00"/>
                        </a:solidFill>
                        <a:latin typeface="Cambria Math" panose="02040503050406030204" pitchFamily="18" charset="0"/>
                      </a:rPr>
                      <m:t>  ∀</m:t>
                    </m:r>
                    <m:r>
                      <a:rPr lang="zh-CN" altLang="en-US" sz="2800" b="1" i="1">
                        <a:solidFill>
                          <a:srgbClr val="FFFF00"/>
                        </a:solidFill>
                        <a:latin typeface="Cambria Math" panose="02040503050406030204" pitchFamily="18" charset="0"/>
                      </a:rPr>
                      <m:t>𝒙</m:t>
                    </m:r>
                    <m:r>
                      <a:rPr lang="zh-CN" altLang="en-US" sz="2800" i="1">
                        <a:solidFill>
                          <a:srgbClr val="FFFF00"/>
                        </a:solidFill>
                        <a:latin typeface="Cambria Math" panose="02040503050406030204" pitchFamily="18" charset="0"/>
                      </a:rPr>
                      <m:t>(</m:t>
                    </m:r>
                    <m:sSub>
                      <m:sSubPr>
                        <m:ctrlPr>
                          <a:rPr lang="zh-CN" altLang="en-US" sz="2800" i="1">
                            <a:solidFill>
                              <a:srgbClr val="FFFF00"/>
                            </a:solidFill>
                            <a:latin typeface="Cambria Math" panose="02040503050406030204" pitchFamily="18" charset="0"/>
                          </a:rPr>
                        </m:ctrlPr>
                      </m:sSubPr>
                      <m:e>
                        <m:r>
                          <a:rPr lang="zh-CN" altLang="en-US" sz="2800" i="1">
                            <a:solidFill>
                              <a:srgbClr val="FFFF00"/>
                            </a:solidFill>
                            <a:latin typeface="Cambria Math" panose="02040503050406030204" pitchFamily="18" charset="0"/>
                          </a:rPr>
                          <m:t>𝑡</m:t>
                        </m:r>
                      </m:e>
                      <m:sub>
                        <m:r>
                          <a:rPr lang="zh-CN" altLang="en-US" sz="2800" i="1">
                            <a:solidFill>
                              <a:srgbClr val="FFFF00"/>
                            </a:solidFill>
                            <a:latin typeface="Cambria Math" panose="02040503050406030204" pitchFamily="18" charset="0"/>
                          </a:rPr>
                          <m:t>0</m:t>
                        </m:r>
                      </m:sub>
                    </m:sSub>
                    <m:r>
                      <a:rPr lang="zh-CN" altLang="en-US" sz="2800" i="1">
                        <a:solidFill>
                          <a:srgbClr val="FFFF00"/>
                        </a:solidFill>
                        <a:latin typeface="Cambria Math" panose="02040503050406030204" pitchFamily="18" charset="0"/>
                      </a:rPr>
                      <m:t>)</m:t>
                    </m:r>
                  </m:oMath>
                </a14:m>
                <a:endParaRPr lang="zh-CN" altLang="en-US" sz="2800" b="1" dirty="0"/>
              </a:p>
            </p:txBody>
          </p:sp>
        </mc:Choice>
        <mc:Fallback xmlns="">
          <p:sp>
            <p:nvSpPr>
              <p:cNvPr id="24" name="内容占位符 2">
                <a:extLst>
                  <a:ext uri="{FF2B5EF4-FFF2-40B4-BE49-F238E27FC236}">
                    <a16:creationId xmlns:a16="http://schemas.microsoft.com/office/drawing/2014/main" id="{4F2BA74A-F545-E625-8012-668813DE64CA}"/>
                  </a:ext>
                </a:extLst>
              </p:cNvPr>
              <p:cNvSpPr txBox="1">
                <a:spLocks noRot="1" noChangeAspect="1" noMove="1" noResize="1" noEditPoints="1" noAdjustHandles="1" noChangeArrowheads="1" noChangeShapeType="1" noTextEdit="1"/>
              </p:cNvSpPr>
              <p:nvPr/>
            </p:nvSpPr>
            <p:spPr>
              <a:xfrm>
                <a:off x="366464" y="4416013"/>
                <a:ext cx="8382000" cy="2253347"/>
              </a:xfrm>
              <a:prstGeom prst="rect">
                <a:avLst/>
              </a:prstGeom>
              <a:blipFill>
                <a:blip r:embed="rId5"/>
                <a:stretch>
                  <a:fillRect r="-218"/>
                </a:stretch>
              </a:blipFill>
            </p:spPr>
            <p:txBody>
              <a:bodyPr/>
              <a:lstStyle/>
              <a:p>
                <a:r>
                  <a:rPr lang="zh-CN" altLang="en-US">
                    <a:noFill/>
                  </a:rPr>
                  <a:t> </a:t>
                </a:r>
              </a:p>
            </p:txBody>
          </p:sp>
        </mc:Fallback>
      </mc:AlternateContent>
    </p:spTree>
    <p:custDataLst>
      <p:tags r:id="rId1"/>
    </p:custDataLst>
    <p:extLst>
      <p:ext uri="{BB962C8B-B14F-4D97-AF65-F5344CB8AC3E}">
        <p14:creationId xmlns:p14="http://schemas.microsoft.com/office/powerpoint/2010/main" val="164516358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zh-CN" altLang="en-US" dirty="0"/>
              <a:t>稳定的一致性：向全局扩展</a:t>
            </a:r>
          </a:p>
        </p:txBody>
      </p:sp>
      <p:sp>
        <p:nvSpPr>
          <p:cNvPr id="7" name="灯片编号占位符 6"/>
          <p:cNvSpPr>
            <a:spLocks noGrp="1"/>
          </p:cNvSpPr>
          <p:nvPr>
            <p:ph type="sldNum" sz="quarter" idx="12"/>
          </p:nvPr>
        </p:nvSpPr>
        <p:spPr/>
        <p:txBody>
          <a:bodyPr/>
          <a:lstStyle/>
          <a:p>
            <a:fld id="{58C210BB-F110-452C-89E7-9EA0A8D47DCE}" type="slidenum">
              <a:rPr lang="zh-CN" altLang="en-US" smtClean="0"/>
              <a:pPr/>
              <a:t>18</a:t>
            </a:fld>
            <a:endParaRPr lang="zh-CN" altLang="en-US" dirty="0"/>
          </a:p>
        </p:txBody>
      </p:sp>
      <p:sp>
        <p:nvSpPr>
          <p:cNvPr id="18" name="内容占位符 2"/>
          <p:cNvSpPr txBox="1">
            <a:spLocks/>
          </p:cNvSpPr>
          <p:nvPr/>
        </p:nvSpPr>
        <p:spPr>
          <a:xfrm>
            <a:off x="438472" y="1052736"/>
            <a:ext cx="8705528" cy="1184398"/>
          </a:xfrm>
          <a:prstGeom prst="rect">
            <a:avLst/>
          </a:prstGeom>
        </p:spPr>
        <p:txBody>
          <a:bodyPr vert="horz" lIns="54864" tIns="91440" rtlCol="0">
            <a:normAutofit/>
          </a:bodyPr>
          <a:lstStyle>
            <a:lvl1pPr marL="438912" indent="-320040" algn="l" rtl="0" eaLnBrk="1" latinLnBrk="0" hangingPunct="1">
              <a:spcBef>
                <a:spcPts val="0"/>
              </a:spcBef>
              <a:buClr>
                <a:schemeClr val="accent1"/>
              </a:buClr>
              <a:buSzPct val="80000"/>
              <a:buFont typeface="Wingdings 2"/>
              <a:buChar char=""/>
              <a:defRPr kumimoji="0" sz="3200" kern="1200">
                <a:solidFill>
                  <a:schemeClr val="bg1"/>
                </a:solidFill>
                <a:latin typeface="Times New Roman" pitchFamily="18" charset="0"/>
                <a:ea typeface="+mn-ea"/>
                <a:cs typeface="Times New Roman" pitchFamily="18" charset="0"/>
              </a:defRPr>
            </a:lvl1pPr>
            <a:lvl2pPr marL="731520" indent="-274320" algn="l" rtl="0" eaLnBrk="1" latinLnBrk="0" hangingPunct="1">
              <a:spcBef>
                <a:spcPct val="20000"/>
              </a:spcBef>
              <a:buClr>
                <a:schemeClr val="accent2"/>
              </a:buClr>
              <a:buSzPct val="90000"/>
              <a:buFont typeface="Wingdings"/>
              <a:buChar char=""/>
              <a:defRPr kumimoji="0" sz="2800" kern="1200">
                <a:solidFill>
                  <a:schemeClr val="bg1"/>
                </a:solidFill>
                <a:latin typeface="Times New Roman" pitchFamily="18" charset="0"/>
                <a:ea typeface="+mn-ea"/>
                <a:cs typeface="Times New Roman" pitchFamily="18" charset="0"/>
              </a:defRPr>
            </a:lvl2pPr>
            <a:lvl3pPr marL="996696" indent="-228600" algn="l" rtl="0" eaLnBrk="1" latinLnBrk="0" hangingPunct="1">
              <a:spcBef>
                <a:spcPct val="20000"/>
              </a:spcBef>
              <a:buClr>
                <a:schemeClr val="accent3"/>
              </a:buClr>
              <a:buFont typeface="Arial"/>
              <a:buChar char="▪"/>
              <a:defRPr kumimoji="0" sz="2400" kern="1200">
                <a:solidFill>
                  <a:schemeClr val="bg1"/>
                </a:solidFill>
                <a:latin typeface="Times New Roman" pitchFamily="18" charset="0"/>
                <a:ea typeface="+mn-ea"/>
                <a:cs typeface="Times New Roman" pitchFamily="18" charset="0"/>
              </a:defRPr>
            </a:lvl3pPr>
            <a:lvl4pPr marL="1216152" indent="-182880" algn="l" rtl="0" eaLnBrk="1" latinLnBrk="0" hangingPunct="1">
              <a:spcBef>
                <a:spcPct val="20000"/>
              </a:spcBef>
              <a:buClr>
                <a:schemeClr val="accent4"/>
              </a:buClr>
              <a:buFont typeface="Arial"/>
              <a:buChar char="▪"/>
              <a:defRPr kumimoji="0" sz="2000" kern="1200">
                <a:solidFill>
                  <a:schemeClr val="bg1"/>
                </a:solidFill>
                <a:latin typeface="Times New Roman" pitchFamily="18" charset="0"/>
                <a:ea typeface="+mn-ea"/>
                <a:cs typeface="Times New Roman" pitchFamily="18" charset="0"/>
              </a:defRPr>
            </a:lvl4pPr>
            <a:lvl5pPr marL="1426464" indent="-182880" algn="l" rtl="0" eaLnBrk="1" latinLnBrk="0" hangingPunct="1">
              <a:spcBef>
                <a:spcPct val="20000"/>
              </a:spcBef>
              <a:buClr>
                <a:schemeClr val="accent5"/>
              </a:buClr>
              <a:buFont typeface="Wingdings 3"/>
              <a:buChar char=""/>
              <a:defRPr kumimoji="0" lang="en-US" sz="2000" kern="1200" smtClean="0">
                <a:solidFill>
                  <a:schemeClr val="tx1"/>
                </a:solidFill>
                <a:latin typeface="Times New Roman" pitchFamily="18" charset="0"/>
                <a:ea typeface="+mn-ea"/>
                <a:cs typeface="Times New Roman" pitchFamily="18" charset="0"/>
              </a:defRPr>
            </a:lvl5pPr>
            <a:lvl6pPr marL="1627632" indent="-182880" algn="l" rtl="0" eaLnBrk="1" latinLnBrk="0" hangingPunct="1">
              <a:spcBef>
                <a:spcPct val="20000"/>
              </a:spcBef>
              <a:buClr>
                <a:schemeClr val="accent6"/>
              </a:buClr>
              <a:buSzPct val="100000"/>
              <a:buFont typeface="Wingdings 2"/>
              <a:buChar char=""/>
              <a:defRPr kumimoji="0" sz="2000" kern="1200">
                <a:solidFill>
                  <a:schemeClr val="tx1"/>
                </a:solidFill>
                <a:latin typeface="+mn-lt"/>
                <a:ea typeface="+mn-ea"/>
                <a:cs typeface="+mn-cs"/>
              </a:defRPr>
            </a:lvl6pPr>
            <a:lvl7pPr marL="1828800" indent="-182880" algn="l" rtl="0" eaLnBrk="1" latinLnBrk="0" hangingPunct="1">
              <a:spcBef>
                <a:spcPct val="20000"/>
              </a:spcBef>
              <a:buClr>
                <a:schemeClr val="accent1"/>
              </a:buClr>
              <a:buSzPct val="100000"/>
              <a:buFont typeface="Wingdings 2"/>
              <a:buChar char=""/>
              <a:defRPr kumimoji="0" sz="1800" kern="1200">
                <a:solidFill>
                  <a:schemeClr val="tx1"/>
                </a:solidFill>
                <a:latin typeface="+mn-lt"/>
                <a:ea typeface="+mn-ea"/>
                <a:cs typeface="+mn-cs"/>
              </a:defRPr>
            </a:lvl7pPr>
            <a:lvl8pPr marL="2029968" indent="-182880" algn="l" rtl="0" eaLnBrk="1" latinLnBrk="0" hangingPunct="1">
              <a:spcBef>
                <a:spcPct val="20000"/>
              </a:spcBef>
              <a:buClr>
                <a:schemeClr val="accent2"/>
              </a:buClr>
              <a:buFont typeface="Wingdings 2" pitchFamily="18" charset="2"/>
              <a:buChar char=""/>
              <a:defRPr kumimoji="0" sz="1800" kern="1200">
                <a:solidFill>
                  <a:schemeClr val="tx1"/>
                </a:solidFill>
                <a:latin typeface="+mn-lt"/>
                <a:ea typeface="+mn-ea"/>
                <a:cs typeface="+mn-cs"/>
              </a:defRPr>
            </a:lvl8pPr>
            <a:lvl9pPr marL="2231136" indent="-182880" algn="l" rtl="0" eaLnBrk="1" latinLnBrk="0" hangingPunct="1">
              <a:spcBef>
                <a:spcPct val="20000"/>
              </a:spcBef>
              <a:buClr>
                <a:schemeClr val="accent3"/>
              </a:buClr>
              <a:buFont typeface="Wingdings 2" pitchFamily="18" charset="2"/>
              <a:buChar char=""/>
              <a:defRPr kumimoji="0" sz="1800" kern="1200" baseline="0">
                <a:solidFill>
                  <a:schemeClr val="tx1"/>
                </a:solidFill>
                <a:latin typeface="+mn-lt"/>
                <a:ea typeface="+mn-ea"/>
                <a:cs typeface="+mn-cs"/>
              </a:defRPr>
            </a:lvl9pPr>
            <a:extLst/>
          </a:lstStyle>
          <a:p>
            <a:pPr>
              <a:lnSpc>
                <a:spcPts val="4000"/>
              </a:lnSpc>
            </a:pPr>
            <a:r>
              <a:rPr lang="zh-CN" altLang="en-US" sz="2800" b="1" dirty="0">
                <a:solidFill>
                  <a:srgbClr val="FFFF00"/>
                </a:solidFill>
              </a:rPr>
              <a:t>全局</a:t>
            </a:r>
            <a:r>
              <a:rPr lang="zh-CN" altLang="en-US" sz="2800" b="1" dirty="0"/>
              <a:t>一致渐进稳定 </a:t>
            </a:r>
            <a:r>
              <a:rPr lang="en-US" altLang="zh-CN" sz="2800" b="1" dirty="0"/>
              <a:t>= </a:t>
            </a:r>
            <a:r>
              <a:rPr lang="zh-CN" altLang="en-US" sz="2800" b="1" dirty="0">
                <a:solidFill>
                  <a:srgbClr val="FFFF00"/>
                </a:solidFill>
              </a:rPr>
              <a:t>全局</a:t>
            </a:r>
            <a:r>
              <a:rPr lang="zh-CN" altLang="en-US" sz="2800" b="1" dirty="0"/>
              <a:t>一致稳定</a:t>
            </a:r>
            <a:r>
              <a:rPr lang="en-US" altLang="zh-CN" sz="2800" b="1" dirty="0"/>
              <a:t>+</a:t>
            </a:r>
            <a:r>
              <a:rPr lang="zh-CN" altLang="en-US" sz="2800" b="1" dirty="0">
                <a:solidFill>
                  <a:srgbClr val="FFFF00"/>
                </a:solidFill>
              </a:rPr>
              <a:t>全局</a:t>
            </a:r>
            <a:r>
              <a:rPr lang="zh-CN" altLang="en-US" sz="2800" b="1" dirty="0"/>
              <a:t>一致收敛</a:t>
            </a:r>
            <a:r>
              <a:rPr lang="zh-CN" altLang="en-US" sz="2800" b="1" dirty="0">
                <a:solidFill>
                  <a:srgbClr val="FFFF00"/>
                </a:solidFill>
              </a:rPr>
              <a:t>？</a:t>
            </a:r>
            <a:br>
              <a:rPr lang="en-US" altLang="zh-CN" sz="2800" b="1" dirty="0"/>
            </a:br>
            <a:r>
              <a:rPr lang="zh-CN" altLang="en-US" sz="2800" b="1" dirty="0"/>
              <a:t>可以。</a:t>
            </a:r>
            <a:endParaRPr lang="zh-CN" altLang="en-US" sz="2800" b="1" dirty="0">
              <a:solidFill>
                <a:srgbClr val="FFFF00"/>
              </a:solidFill>
            </a:endParaRPr>
          </a:p>
        </p:txBody>
      </p:sp>
      <p:sp>
        <p:nvSpPr>
          <p:cNvPr id="23" name="内容占位符 2"/>
          <p:cNvSpPr txBox="1">
            <a:spLocks/>
          </p:cNvSpPr>
          <p:nvPr/>
        </p:nvSpPr>
        <p:spPr>
          <a:xfrm>
            <a:off x="438472" y="2211132"/>
            <a:ext cx="8382000" cy="2157990"/>
          </a:xfrm>
          <a:prstGeom prst="rect">
            <a:avLst/>
          </a:prstGeom>
        </p:spPr>
        <p:txBody>
          <a:bodyPr vert="horz" lIns="54864" tIns="91440" rtlCol="0">
            <a:normAutofit/>
          </a:bodyPr>
          <a:lstStyle>
            <a:lvl1pPr marL="438912" indent="-320040" algn="l" rtl="0" eaLnBrk="1" latinLnBrk="0" hangingPunct="1">
              <a:spcBef>
                <a:spcPts val="0"/>
              </a:spcBef>
              <a:buClr>
                <a:schemeClr val="accent1"/>
              </a:buClr>
              <a:buSzPct val="80000"/>
              <a:buFont typeface="Wingdings 2"/>
              <a:buChar char=""/>
              <a:defRPr kumimoji="0" sz="3200" kern="1200">
                <a:solidFill>
                  <a:schemeClr val="bg1"/>
                </a:solidFill>
                <a:latin typeface="Times New Roman" pitchFamily="18" charset="0"/>
                <a:ea typeface="+mn-ea"/>
                <a:cs typeface="Times New Roman" pitchFamily="18" charset="0"/>
              </a:defRPr>
            </a:lvl1pPr>
            <a:lvl2pPr marL="731520" indent="-274320" algn="l" rtl="0" eaLnBrk="1" latinLnBrk="0" hangingPunct="1">
              <a:spcBef>
                <a:spcPct val="20000"/>
              </a:spcBef>
              <a:buClr>
                <a:schemeClr val="accent2"/>
              </a:buClr>
              <a:buSzPct val="90000"/>
              <a:buFont typeface="Wingdings"/>
              <a:buChar char=""/>
              <a:defRPr kumimoji="0" sz="2800" kern="1200">
                <a:solidFill>
                  <a:schemeClr val="bg1"/>
                </a:solidFill>
                <a:latin typeface="Times New Roman" pitchFamily="18" charset="0"/>
                <a:ea typeface="+mn-ea"/>
                <a:cs typeface="Times New Roman" pitchFamily="18" charset="0"/>
              </a:defRPr>
            </a:lvl2pPr>
            <a:lvl3pPr marL="996696" indent="-228600" algn="l" rtl="0" eaLnBrk="1" latinLnBrk="0" hangingPunct="1">
              <a:spcBef>
                <a:spcPct val="20000"/>
              </a:spcBef>
              <a:buClr>
                <a:schemeClr val="accent3"/>
              </a:buClr>
              <a:buFont typeface="Arial"/>
              <a:buChar char="▪"/>
              <a:defRPr kumimoji="0" sz="2400" kern="1200">
                <a:solidFill>
                  <a:schemeClr val="bg1"/>
                </a:solidFill>
                <a:latin typeface="Times New Roman" pitchFamily="18" charset="0"/>
                <a:ea typeface="+mn-ea"/>
                <a:cs typeface="Times New Roman" pitchFamily="18" charset="0"/>
              </a:defRPr>
            </a:lvl3pPr>
            <a:lvl4pPr marL="1216152" indent="-182880" algn="l" rtl="0" eaLnBrk="1" latinLnBrk="0" hangingPunct="1">
              <a:spcBef>
                <a:spcPct val="20000"/>
              </a:spcBef>
              <a:buClr>
                <a:schemeClr val="accent4"/>
              </a:buClr>
              <a:buFont typeface="Arial"/>
              <a:buChar char="▪"/>
              <a:defRPr kumimoji="0" sz="2000" kern="1200">
                <a:solidFill>
                  <a:schemeClr val="bg1"/>
                </a:solidFill>
                <a:latin typeface="Times New Roman" pitchFamily="18" charset="0"/>
                <a:ea typeface="+mn-ea"/>
                <a:cs typeface="Times New Roman" pitchFamily="18" charset="0"/>
              </a:defRPr>
            </a:lvl4pPr>
            <a:lvl5pPr marL="1426464" indent="-182880" algn="l" rtl="0" eaLnBrk="1" latinLnBrk="0" hangingPunct="1">
              <a:spcBef>
                <a:spcPct val="20000"/>
              </a:spcBef>
              <a:buClr>
                <a:schemeClr val="accent5"/>
              </a:buClr>
              <a:buFont typeface="Wingdings 3"/>
              <a:buChar char=""/>
              <a:defRPr kumimoji="0" lang="en-US" sz="2000" kern="1200" smtClean="0">
                <a:solidFill>
                  <a:schemeClr val="tx1"/>
                </a:solidFill>
                <a:latin typeface="Times New Roman" pitchFamily="18" charset="0"/>
                <a:ea typeface="+mn-ea"/>
                <a:cs typeface="Times New Roman" pitchFamily="18" charset="0"/>
              </a:defRPr>
            </a:lvl5pPr>
            <a:lvl6pPr marL="1627632" indent="-182880" algn="l" rtl="0" eaLnBrk="1" latinLnBrk="0" hangingPunct="1">
              <a:spcBef>
                <a:spcPct val="20000"/>
              </a:spcBef>
              <a:buClr>
                <a:schemeClr val="accent6"/>
              </a:buClr>
              <a:buSzPct val="100000"/>
              <a:buFont typeface="Wingdings 2"/>
              <a:buChar char=""/>
              <a:defRPr kumimoji="0" sz="2000" kern="1200">
                <a:solidFill>
                  <a:schemeClr val="tx1"/>
                </a:solidFill>
                <a:latin typeface="+mn-lt"/>
                <a:ea typeface="+mn-ea"/>
                <a:cs typeface="+mn-cs"/>
              </a:defRPr>
            </a:lvl6pPr>
            <a:lvl7pPr marL="1828800" indent="-182880" algn="l" rtl="0" eaLnBrk="1" latinLnBrk="0" hangingPunct="1">
              <a:spcBef>
                <a:spcPct val="20000"/>
              </a:spcBef>
              <a:buClr>
                <a:schemeClr val="accent1"/>
              </a:buClr>
              <a:buSzPct val="100000"/>
              <a:buFont typeface="Wingdings 2"/>
              <a:buChar char=""/>
              <a:defRPr kumimoji="0" sz="1800" kern="1200">
                <a:solidFill>
                  <a:schemeClr val="tx1"/>
                </a:solidFill>
                <a:latin typeface="+mn-lt"/>
                <a:ea typeface="+mn-ea"/>
                <a:cs typeface="+mn-cs"/>
              </a:defRPr>
            </a:lvl7pPr>
            <a:lvl8pPr marL="2029968" indent="-182880" algn="l" rtl="0" eaLnBrk="1" latinLnBrk="0" hangingPunct="1">
              <a:spcBef>
                <a:spcPct val="20000"/>
              </a:spcBef>
              <a:buClr>
                <a:schemeClr val="accent2"/>
              </a:buClr>
              <a:buFont typeface="Wingdings 2" pitchFamily="18" charset="2"/>
              <a:buChar char=""/>
              <a:defRPr kumimoji="0" sz="1800" kern="1200">
                <a:solidFill>
                  <a:schemeClr val="tx1"/>
                </a:solidFill>
                <a:latin typeface="+mn-lt"/>
                <a:ea typeface="+mn-ea"/>
                <a:cs typeface="+mn-cs"/>
              </a:defRPr>
            </a:lvl8pPr>
            <a:lvl9pPr marL="2231136" indent="-182880" algn="l" rtl="0" eaLnBrk="1" latinLnBrk="0" hangingPunct="1">
              <a:spcBef>
                <a:spcPct val="20000"/>
              </a:spcBef>
              <a:buClr>
                <a:schemeClr val="accent3"/>
              </a:buClr>
              <a:buFont typeface="Wingdings 2" pitchFamily="18" charset="2"/>
              <a:buChar char=""/>
              <a:defRPr kumimoji="0" sz="1800" kern="1200" baseline="0">
                <a:solidFill>
                  <a:schemeClr val="tx1"/>
                </a:solidFill>
                <a:latin typeface="+mn-lt"/>
                <a:ea typeface="+mn-ea"/>
                <a:cs typeface="+mn-cs"/>
              </a:defRPr>
            </a:lvl9pPr>
            <a:extLst/>
          </a:lstStyle>
          <a:p>
            <a:pPr>
              <a:lnSpc>
                <a:spcPct val="150000"/>
              </a:lnSpc>
            </a:pPr>
            <a:r>
              <a:rPr lang="zh-CN" altLang="en-US" sz="2800" b="1" dirty="0">
                <a:solidFill>
                  <a:srgbClr val="FFFF00"/>
                </a:solidFill>
              </a:rPr>
              <a:t>全局</a:t>
            </a:r>
            <a:r>
              <a:rPr lang="zh-CN" altLang="en-US" sz="2800" b="1" dirty="0"/>
              <a:t>一致渐进稳定</a:t>
            </a:r>
            <a:br>
              <a:rPr lang="en-US" altLang="zh-CN" sz="2800" b="1" dirty="0"/>
            </a:br>
            <a:r>
              <a:rPr lang="zh-CN" altLang="en-US" sz="2800" b="1" dirty="0"/>
              <a:t>（</a:t>
            </a:r>
            <a:r>
              <a:rPr lang="en-US" altLang="zh-CN" sz="2800" b="1" dirty="0"/>
              <a:t>uniform global asymptotic stability</a:t>
            </a:r>
            <a:r>
              <a:rPr lang="zh-CN" altLang="en-US" sz="2800" b="1" dirty="0"/>
              <a:t>） </a:t>
            </a:r>
            <a:r>
              <a:rPr lang="en-US" altLang="zh-CN" sz="2800" b="1" dirty="0"/>
              <a:t>= </a:t>
            </a:r>
            <a:br>
              <a:rPr lang="en-US" altLang="zh-CN" sz="2800" b="1" dirty="0"/>
            </a:br>
            <a:r>
              <a:rPr lang="zh-CN" altLang="en-US" sz="2800" b="1" dirty="0">
                <a:solidFill>
                  <a:srgbClr val="FFFF00"/>
                </a:solidFill>
              </a:rPr>
              <a:t>全局</a:t>
            </a:r>
            <a:r>
              <a:rPr lang="zh-CN" altLang="en-US" sz="2800" b="1" dirty="0"/>
              <a:t>一致稳定 </a:t>
            </a:r>
            <a:r>
              <a:rPr lang="en-US" altLang="zh-CN" sz="2800" b="1" dirty="0"/>
              <a:t>+ </a:t>
            </a:r>
            <a:r>
              <a:rPr lang="zh-CN" altLang="en-US" sz="2800" b="1" dirty="0">
                <a:solidFill>
                  <a:srgbClr val="FFFF00"/>
                </a:solidFill>
              </a:rPr>
              <a:t>全局一致有界</a:t>
            </a:r>
            <a:r>
              <a:rPr lang="zh-CN" altLang="en-US" sz="2800" b="1" dirty="0"/>
              <a:t> </a:t>
            </a:r>
            <a:r>
              <a:rPr lang="en-US" altLang="zh-CN" sz="2800" b="1" dirty="0"/>
              <a:t>+ </a:t>
            </a:r>
            <a:r>
              <a:rPr lang="zh-CN" altLang="en-US" sz="2800" b="1" dirty="0">
                <a:solidFill>
                  <a:srgbClr val="FFFF00"/>
                </a:solidFill>
              </a:rPr>
              <a:t>全局</a:t>
            </a:r>
            <a:r>
              <a:rPr lang="zh-CN" altLang="en-US" sz="2800" b="1" dirty="0"/>
              <a:t>一致收敛</a:t>
            </a:r>
          </a:p>
        </p:txBody>
      </p:sp>
      <p:sp>
        <p:nvSpPr>
          <p:cNvPr id="25" name="日期占位符 3"/>
          <p:cNvSpPr txBox="1">
            <a:spLocks/>
          </p:cNvSpPr>
          <p:nvPr/>
        </p:nvSpPr>
        <p:spPr>
          <a:xfrm>
            <a:off x="457200" y="6476999"/>
            <a:ext cx="2133600" cy="274320"/>
          </a:xfrm>
          <a:prstGeom prst="rect">
            <a:avLst/>
          </a:prstGeom>
        </p:spPr>
        <p:txBody>
          <a:bodyPr vert="horz" lIns="109728" rIns="45720" bIns="0" rtlCol="0" anchor="b"/>
          <a:lstStyle>
            <a:defPPr>
              <a:defRPr lang="zh-CN"/>
            </a:defPPr>
            <a:lvl1pPr marL="0" algn="l" defTabSz="914400" rtl="0" eaLnBrk="1" latinLnBrk="0" hangingPunct="1">
              <a:defRPr kumimoji="0" sz="1800" kern="1200">
                <a:solidFill>
                  <a:srgbClr val="FF0000"/>
                </a:solidFill>
                <a:latin typeface="Times New Roman" pitchFamily="18" charset="0"/>
                <a:ea typeface="+mn-ea"/>
                <a:cs typeface="Times New Roman" pitchFamily="18"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dirty="0"/>
          </a:p>
        </p:txBody>
      </p:sp>
      <mc:AlternateContent xmlns:mc="http://schemas.openxmlformats.org/markup-compatibility/2006" xmlns:a14="http://schemas.microsoft.com/office/drawing/2010/main">
        <mc:Choice Requires="a14">
          <p:sp>
            <p:nvSpPr>
              <p:cNvPr id="9" name="内容占位符 2">
                <a:extLst>
                  <a:ext uri="{FF2B5EF4-FFF2-40B4-BE49-F238E27FC236}">
                    <a16:creationId xmlns:a16="http://schemas.microsoft.com/office/drawing/2014/main" id="{C41B8C4F-B4A8-4B01-8904-61B323698C2F}"/>
                  </a:ext>
                </a:extLst>
              </p:cNvPr>
              <p:cNvSpPr txBox="1">
                <a:spLocks/>
              </p:cNvSpPr>
              <p:nvPr/>
            </p:nvSpPr>
            <p:spPr>
              <a:xfrm>
                <a:off x="438472" y="4536801"/>
                <a:ext cx="8382000" cy="2165751"/>
              </a:xfrm>
              <a:prstGeom prst="rect">
                <a:avLst/>
              </a:prstGeom>
            </p:spPr>
            <p:txBody>
              <a:bodyPr vert="horz" lIns="54864" tIns="91440" rtlCol="0">
                <a:normAutofit/>
              </a:bodyPr>
              <a:lstStyle>
                <a:lvl1pPr marL="438912" indent="-320040" algn="l" rtl="0" eaLnBrk="1" latinLnBrk="0" hangingPunct="1">
                  <a:spcBef>
                    <a:spcPts val="0"/>
                  </a:spcBef>
                  <a:buClr>
                    <a:schemeClr val="accent1"/>
                  </a:buClr>
                  <a:buSzPct val="80000"/>
                  <a:buFont typeface="Wingdings 2"/>
                  <a:buChar char=""/>
                  <a:defRPr kumimoji="0" sz="3200" kern="1200">
                    <a:solidFill>
                      <a:schemeClr val="bg1"/>
                    </a:solidFill>
                    <a:latin typeface="Times New Roman" pitchFamily="18" charset="0"/>
                    <a:ea typeface="+mn-ea"/>
                    <a:cs typeface="Times New Roman" pitchFamily="18" charset="0"/>
                  </a:defRPr>
                </a:lvl1pPr>
                <a:lvl2pPr marL="731520" indent="-274320" algn="l" rtl="0" eaLnBrk="1" latinLnBrk="0" hangingPunct="1">
                  <a:spcBef>
                    <a:spcPct val="20000"/>
                  </a:spcBef>
                  <a:buClr>
                    <a:schemeClr val="accent2"/>
                  </a:buClr>
                  <a:buSzPct val="90000"/>
                  <a:buFont typeface="Wingdings"/>
                  <a:buChar char=""/>
                  <a:defRPr kumimoji="0" sz="2800" kern="1200">
                    <a:solidFill>
                      <a:schemeClr val="bg1"/>
                    </a:solidFill>
                    <a:latin typeface="Times New Roman" pitchFamily="18" charset="0"/>
                    <a:ea typeface="+mn-ea"/>
                    <a:cs typeface="Times New Roman" pitchFamily="18" charset="0"/>
                  </a:defRPr>
                </a:lvl2pPr>
                <a:lvl3pPr marL="996696" indent="-228600" algn="l" rtl="0" eaLnBrk="1" latinLnBrk="0" hangingPunct="1">
                  <a:spcBef>
                    <a:spcPct val="20000"/>
                  </a:spcBef>
                  <a:buClr>
                    <a:schemeClr val="accent3"/>
                  </a:buClr>
                  <a:buFont typeface="Arial"/>
                  <a:buChar char="▪"/>
                  <a:defRPr kumimoji="0" sz="2400" kern="1200">
                    <a:solidFill>
                      <a:schemeClr val="bg1"/>
                    </a:solidFill>
                    <a:latin typeface="Times New Roman" pitchFamily="18" charset="0"/>
                    <a:ea typeface="+mn-ea"/>
                    <a:cs typeface="Times New Roman" pitchFamily="18" charset="0"/>
                  </a:defRPr>
                </a:lvl3pPr>
                <a:lvl4pPr marL="1216152" indent="-182880" algn="l" rtl="0" eaLnBrk="1" latinLnBrk="0" hangingPunct="1">
                  <a:spcBef>
                    <a:spcPct val="20000"/>
                  </a:spcBef>
                  <a:buClr>
                    <a:schemeClr val="accent4"/>
                  </a:buClr>
                  <a:buFont typeface="Arial"/>
                  <a:buChar char="▪"/>
                  <a:defRPr kumimoji="0" sz="2000" kern="1200">
                    <a:solidFill>
                      <a:schemeClr val="bg1"/>
                    </a:solidFill>
                    <a:latin typeface="Times New Roman" pitchFamily="18" charset="0"/>
                    <a:ea typeface="+mn-ea"/>
                    <a:cs typeface="Times New Roman" pitchFamily="18" charset="0"/>
                  </a:defRPr>
                </a:lvl4pPr>
                <a:lvl5pPr marL="1426464" indent="-182880" algn="l" rtl="0" eaLnBrk="1" latinLnBrk="0" hangingPunct="1">
                  <a:spcBef>
                    <a:spcPct val="20000"/>
                  </a:spcBef>
                  <a:buClr>
                    <a:schemeClr val="accent5"/>
                  </a:buClr>
                  <a:buFont typeface="Wingdings 3"/>
                  <a:buChar char=""/>
                  <a:defRPr kumimoji="0" lang="en-US" sz="2000" kern="1200" smtClean="0">
                    <a:solidFill>
                      <a:schemeClr val="tx1"/>
                    </a:solidFill>
                    <a:latin typeface="Times New Roman" pitchFamily="18" charset="0"/>
                    <a:ea typeface="+mn-ea"/>
                    <a:cs typeface="Times New Roman" pitchFamily="18" charset="0"/>
                  </a:defRPr>
                </a:lvl5pPr>
                <a:lvl6pPr marL="1627632" indent="-182880" algn="l" rtl="0" eaLnBrk="1" latinLnBrk="0" hangingPunct="1">
                  <a:spcBef>
                    <a:spcPct val="20000"/>
                  </a:spcBef>
                  <a:buClr>
                    <a:schemeClr val="accent6"/>
                  </a:buClr>
                  <a:buSzPct val="100000"/>
                  <a:buFont typeface="Wingdings 2"/>
                  <a:buChar char=""/>
                  <a:defRPr kumimoji="0" sz="2000" kern="1200">
                    <a:solidFill>
                      <a:schemeClr val="tx1"/>
                    </a:solidFill>
                    <a:latin typeface="+mn-lt"/>
                    <a:ea typeface="+mn-ea"/>
                    <a:cs typeface="+mn-cs"/>
                  </a:defRPr>
                </a:lvl6pPr>
                <a:lvl7pPr marL="1828800" indent="-182880" algn="l" rtl="0" eaLnBrk="1" latinLnBrk="0" hangingPunct="1">
                  <a:spcBef>
                    <a:spcPct val="20000"/>
                  </a:spcBef>
                  <a:buClr>
                    <a:schemeClr val="accent1"/>
                  </a:buClr>
                  <a:buSzPct val="100000"/>
                  <a:buFont typeface="Wingdings 2"/>
                  <a:buChar char=""/>
                  <a:defRPr kumimoji="0" sz="1800" kern="1200">
                    <a:solidFill>
                      <a:schemeClr val="tx1"/>
                    </a:solidFill>
                    <a:latin typeface="+mn-lt"/>
                    <a:ea typeface="+mn-ea"/>
                    <a:cs typeface="+mn-cs"/>
                  </a:defRPr>
                </a:lvl7pPr>
                <a:lvl8pPr marL="2029968" indent="-182880" algn="l" rtl="0" eaLnBrk="1" latinLnBrk="0" hangingPunct="1">
                  <a:spcBef>
                    <a:spcPct val="20000"/>
                  </a:spcBef>
                  <a:buClr>
                    <a:schemeClr val="accent2"/>
                  </a:buClr>
                  <a:buFont typeface="Wingdings 2" pitchFamily="18" charset="2"/>
                  <a:buChar char=""/>
                  <a:defRPr kumimoji="0" sz="1800" kern="1200">
                    <a:solidFill>
                      <a:schemeClr val="tx1"/>
                    </a:solidFill>
                    <a:latin typeface="+mn-lt"/>
                    <a:ea typeface="+mn-ea"/>
                    <a:cs typeface="+mn-cs"/>
                  </a:defRPr>
                </a:lvl8pPr>
                <a:lvl9pPr marL="2231136" indent="-182880" algn="l" rtl="0" eaLnBrk="1" latinLnBrk="0" hangingPunct="1">
                  <a:spcBef>
                    <a:spcPct val="20000"/>
                  </a:spcBef>
                  <a:buClr>
                    <a:schemeClr val="accent3"/>
                  </a:buClr>
                  <a:buFont typeface="Wingdings 2" pitchFamily="18" charset="2"/>
                  <a:buChar char=""/>
                  <a:defRPr kumimoji="0" sz="1800" kern="1200" baseline="0">
                    <a:solidFill>
                      <a:schemeClr val="tx1"/>
                    </a:solidFill>
                    <a:latin typeface="+mn-lt"/>
                    <a:ea typeface="+mn-ea"/>
                    <a:cs typeface="+mn-cs"/>
                  </a:defRPr>
                </a:lvl9pPr>
                <a:extLst/>
              </a:lstStyle>
              <a:p>
                <a:pPr>
                  <a:lnSpc>
                    <a:spcPct val="150000"/>
                  </a:lnSpc>
                </a:pPr>
                <a:r>
                  <a:rPr lang="zh-CN" altLang="en-US" sz="2800" b="1" dirty="0">
                    <a:solidFill>
                      <a:srgbClr val="FFFF00"/>
                    </a:solidFill>
                  </a:rPr>
                  <a:t>全局一致有界</a:t>
                </a:r>
                <a:r>
                  <a:rPr lang="zh-CN" altLang="en-US" sz="2800" b="1" dirty="0"/>
                  <a:t>（</a:t>
                </a:r>
                <a:r>
                  <a:rPr lang="en-US" altLang="zh-CN" sz="2800" b="1" dirty="0"/>
                  <a:t>global uniform boundedness</a:t>
                </a:r>
                <a:r>
                  <a:rPr lang="zh-CN" altLang="en-US" sz="2800" b="1" dirty="0"/>
                  <a:t>）：</a:t>
                </a:r>
                <a:r>
                  <a:rPr lang="zh-CN" altLang="en-US" sz="2800" dirty="0">
                    <a:solidFill>
                      <a:srgbClr val="00FFFF"/>
                    </a:solidFill>
                  </a:rPr>
                  <a:t> </a:t>
                </a:r>
                <a:br>
                  <a:rPr lang="en-US" altLang="zh-CN" sz="2800" i="1" dirty="0">
                    <a:solidFill>
                      <a:srgbClr val="00FFFF"/>
                    </a:solidFill>
                    <a:latin typeface="Cambria Math" panose="02040503050406030204" pitchFamily="18" charset="0"/>
                  </a:rPr>
                </a:br>
                <a14:m>
                  <m:oMath xmlns:m="http://schemas.openxmlformats.org/officeDocument/2006/math">
                    <m:d>
                      <m:dPr>
                        <m:begChr m:val="‖"/>
                        <m:endChr m:val="‖"/>
                        <m:ctrlPr>
                          <a:rPr lang="zh-CN" altLang="en-US" sz="2800" i="1" smtClean="0">
                            <a:solidFill>
                              <a:srgbClr val="FFFF00"/>
                            </a:solidFill>
                            <a:latin typeface="Cambria Math" panose="02040503050406030204" pitchFamily="18" charset="0"/>
                          </a:rPr>
                        </m:ctrlPr>
                      </m:dPr>
                      <m:e>
                        <m:r>
                          <a:rPr lang="zh-CN" altLang="en-US" sz="2800" b="1" i="1">
                            <a:solidFill>
                              <a:srgbClr val="FFFF00"/>
                            </a:solidFill>
                            <a:latin typeface="Cambria Math" panose="02040503050406030204" pitchFamily="18" charset="0"/>
                          </a:rPr>
                          <m:t>𝒙</m:t>
                        </m:r>
                        <m:r>
                          <a:rPr lang="zh-CN" altLang="en-US" sz="2800" i="1">
                            <a:solidFill>
                              <a:srgbClr val="FFFF00"/>
                            </a:solidFill>
                            <a:latin typeface="Cambria Math" panose="02040503050406030204" pitchFamily="18" charset="0"/>
                          </a:rPr>
                          <m:t>(</m:t>
                        </m:r>
                        <m:sSub>
                          <m:sSubPr>
                            <m:ctrlPr>
                              <a:rPr lang="zh-CN" altLang="en-US" sz="2800" i="1">
                                <a:solidFill>
                                  <a:srgbClr val="FFFF00"/>
                                </a:solidFill>
                                <a:latin typeface="Cambria Math" panose="02040503050406030204" pitchFamily="18" charset="0"/>
                              </a:rPr>
                            </m:ctrlPr>
                          </m:sSubPr>
                          <m:e>
                            <m:r>
                              <a:rPr lang="zh-CN" altLang="en-US" sz="2800" i="1">
                                <a:solidFill>
                                  <a:srgbClr val="FFFF00"/>
                                </a:solidFill>
                                <a:latin typeface="Cambria Math" panose="02040503050406030204" pitchFamily="18" charset="0"/>
                              </a:rPr>
                              <m:t>𝑡</m:t>
                            </m:r>
                          </m:e>
                          <m:sub>
                            <m:r>
                              <a:rPr lang="zh-CN" altLang="en-US" sz="2800" i="1">
                                <a:solidFill>
                                  <a:srgbClr val="FFFF00"/>
                                </a:solidFill>
                                <a:latin typeface="Cambria Math" panose="02040503050406030204" pitchFamily="18" charset="0"/>
                              </a:rPr>
                              <m:t>0</m:t>
                            </m:r>
                          </m:sub>
                        </m:sSub>
                        <m:r>
                          <a:rPr lang="zh-CN" altLang="en-US" sz="2800" i="1">
                            <a:solidFill>
                              <a:srgbClr val="FFFF00"/>
                            </a:solidFill>
                            <a:latin typeface="Cambria Math" panose="02040503050406030204" pitchFamily="18" charset="0"/>
                          </a:rPr>
                          <m:t>)</m:t>
                        </m:r>
                      </m:e>
                    </m:d>
                    <m:r>
                      <a:rPr lang="zh-CN" altLang="en-US" sz="2800" i="1">
                        <a:solidFill>
                          <a:srgbClr val="FFFF00"/>
                        </a:solidFill>
                        <a:latin typeface="Cambria Math" panose="02040503050406030204" pitchFamily="18" charset="0"/>
                      </a:rPr>
                      <m:t>&lt;</m:t>
                    </m:r>
                    <m:r>
                      <a:rPr lang="zh-CN" altLang="en-US" sz="2800" i="1">
                        <a:solidFill>
                          <a:srgbClr val="FFFF00"/>
                        </a:solidFill>
                        <a:latin typeface="Cambria Math" panose="02040503050406030204" pitchFamily="18" charset="0"/>
                      </a:rPr>
                      <m:t>𝛿</m:t>
                    </m:r>
                    <m:d>
                      <m:dPr>
                        <m:ctrlPr>
                          <a:rPr lang="zh-CN" altLang="en-US" sz="2800" i="1">
                            <a:solidFill>
                              <a:srgbClr val="FFFF00"/>
                            </a:solidFill>
                            <a:latin typeface="Cambria Math" panose="02040503050406030204" pitchFamily="18" charset="0"/>
                          </a:rPr>
                        </m:ctrlPr>
                      </m:dPr>
                      <m:e>
                        <m:r>
                          <a:rPr lang="zh-CN" altLang="en-US" sz="2800" i="1">
                            <a:solidFill>
                              <a:srgbClr val="FFFF00"/>
                            </a:solidFill>
                            <a:latin typeface="Cambria Math" panose="02040503050406030204" pitchFamily="18" charset="0"/>
                          </a:rPr>
                          <m:t>𝜀</m:t>
                        </m:r>
                      </m:e>
                    </m:d>
                    <m:r>
                      <a:rPr lang="zh-CN" altLang="en-US" sz="2800" i="1">
                        <a:solidFill>
                          <a:srgbClr val="FFFF00"/>
                        </a:solidFill>
                        <a:latin typeface="Cambria Math" panose="02040503050406030204" pitchFamily="18" charset="0"/>
                      </a:rPr>
                      <m:t>⇒</m:t>
                    </m:r>
                    <m:d>
                      <m:dPr>
                        <m:begChr m:val="‖"/>
                        <m:endChr m:val="‖"/>
                        <m:ctrlPr>
                          <a:rPr lang="zh-CN" altLang="en-US" sz="2800" i="1">
                            <a:solidFill>
                              <a:srgbClr val="FFFF00"/>
                            </a:solidFill>
                            <a:latin typeface="Cambria Math" panose="02040503050406030204" pitchFamily="18" charset="0"/>
                          </a:rPr>
                        </m:ctrlPr>
                      </m:dPr>
                      <m:e>
                        <m:r>
                          <a:rPr lang="zh-CN" altLang="en-US" sz="2800" b="1" i="1">
                            <a:solidFill>
                              <a:srgbClr val="FFFF00"/>
                            </a:solidFill>
                            <a:latin typeface="Cambria Math" panose="02040503050406030204" pitchFamily="18" charset="0"/>
                          </a:rPr>
                          <m:t>𝒙</m:t>
                        </m:r>
                        <m:d>
                          <m:dPr>
                            <m:ctrlPr>
                              <a:rPr lang="zh-CN" altLang="en-US" sz="2800" b="1" i="1">
                                <a:solidFill>
                                  <a:srgbClr val="FFFF00"/>
                                </a:solidFill>
                                <a:latin typeface="Cambria Math" panose="02040503050406030204" pitchFamily="18" charset="0"/>
                              </a:rPr>
                            </m:ctrlPr>
                          </m:dPr>
                          <m:e>
                            <m:r>
                              <a:rPr lang="zh-CN" altLang="en-US" sz="2800" i="1">
                                <a:solidFill>
                                  <a:srgbClr val="FFFF00"/>
                                </a:solidFill>
                                <a:latin typeface="Cambria Math" panose="02040503050406030204" pitchFamily="18" charset="0"/>
                              </a:rPr>
                              <m:t>𝑡</m:t>
                            </m:r>
                            <m:r>
                              <a:rPr lang="zh-CN" altLang="en-US" sz="2800">
                                <a:solidFill>
                                  <a:srgbClr val="FFFF00"/>
                                </a:solidFill>
                                <a:latin typeface="Cambria Math" panose="02040503050406030204" pitchFamily="18" charset="0"/>
                              </a:rPr>
                              <m:t>,</m:t>
                            </m:r>
                            <m:sSub>
                              <m:sSubPr>
                                <m:ctrlPr>
                                  <a:rPr lang="zh-CN" altLang="en-US" sz="2800" i="1">
                                    <a:solidFill>
                                      <a:srgbClr val="FFFF00"/>
                                    </a:solidFill>
                                    <a:latin typeface="Cambria Math" panose="02040503050406030204" pitchFamily="18" charset="0"/>
                                  </a:rPr>
                                </m:ctrlPr>
                              </m:sSubPr>
                              <m:e>
                                <m:r>
                                  <a:rPr lang="zh-CN" altLang="en-US" sz="2800" i="1">
                                    <a:solidFill>
                                      <a:srgbClr val="FFFF00"/>
                                    </a:solidFill>
                                    <a:latin typeface="Cambria Math" panose="02040503050406030204" pitchFamily="18" charset="0"/>
                                  </a:rPr>
                                  <m:t>𝑡</m:t>
                                </m:r>
                              </m:e>
                              <m:sub>
                                <m:r>
                                  <a:rPr lang="zh-CN" altLang="en-US" sz="2800" i="1">
                                    <a:solidFill>
                                      <a:srgbClr val="FFFF00"/>
                                    </a:solidFill>
                                    <a:latin typeface="Cambria Math" panose="02040503050406030204" pitchFamily="18" charset="0"/>
                                  </a:rPr>
                                  <m:t>0</m:t>
                                </m:r>
                              </m:sub>
                            </m:sSub>
                            <m:r>
                              <a:rPr lang="zh-CN" altLang="en-US" sz="2800" i="1">
                                <a:solidFill>
                                  <a:srgbClr val="FFFF00"/>
                                </a:solidFill>
                                <a:latin typeface="Cambria Math" panose="02040503050406030204" pitchFamily="18" charset="0"/>
                              </a:rPr>
                              <m:t>,</m:t>
                            </m:r>
                            <m:sSub>
                              <m:sSubPr>
                                <m:ctrlPr>
                                  <a:rPr lang="zh-CN" altLang="en-US" sz="2800" i="1">
                                    <a:solidFill>
                                      <a:srgbClr val="FFFF00"/>
                                    </a:solidFill>
                                    <a:latin typeface="Cambria Math" panose="02040503050406030204" pitchFamily="18" charset="0"/>
                                  </a:rPr>
                                </m:ctrlPr>
                              </m:sSubPr>
                              <m:e>
                                <m:r>
                                  <a:rPr lang="zh-CN" altLang="en-US" sz="2800" b="1" i="1">
                                    <a:solidFill>
                                      <a:srgbClr val="FFFF00"/>
                                    </a:solidFill>
                                    <a:latin typeface="Cambria Math" panose="02040503050406030204" pitchFamily="18" charset="0"/>
                                  </a:rPr>
                                  <m:t>𝒙</m:t>
                                </m:r>
                              </m:e>
                              <m:sub>
                                <m:r>
                                  <a:rPr lang="zh-CN" altLang="en-US" sz="2800" i="1">
                                    <a:solidFill>
                                      <a:srgbClr val="FFFF00"/>
                                    </a:solidFill>
                                    <a:latin typeface="Cambria Math" panose="02040503050406030204" pitchFamily="18" charset="0"/>
                                  </a:rPr>
                                  <m:t>0</m:t>
                                </m:r>
                              </m:sub>
                            </m:sSub>
                          </m:e>
                        </m:d>
                      </m:e>
                    </m:d>
                    <m:r>
                      <a:rPr lang="zh-CN" altLang="en-US" sz="2800" i="1">
                        <a:solidFill>
                          <a:srgbClr val="FFFF00"/>
                        </a:solidFill>
                        <a:latin typeface="Cambria Math" panose="02040503050406030204" pitchFamily="18" charset="0"/>
                      </a:rPr>
                      <m:t>&lt;</m:t>
                    </m:r>
                    <m:r>
                      <a:rPr lang="zh-CN" altLang="en-US" sz="2800" i="1">
                        <a:solidFill>
                          <a:srgbClr val="FFFF00"/>
                        </a:solidFill>
                        <a:latin typeface="Cambria Math" panose="02040503050406030204" pitchFamily="18" charset="0"/>
                      </a:rPr>
                      <m:t>𝜀</m:t>
                    </m:r>
                    <m:r>
                      <a:rPr lang="zh-CN" altLang="en-US" sz="2800" i="1">
                        <a:solidFill>
                          <a:srgbClr val="FFFF00"/>
                        </a:solidFill>
                        <a:latin typeface="Cambria Math" panose="02040503050406030204" pitchFamily="18" charset="0"/>
                      </a:rPr>
                      <m:t>,​​​​</m:t>
                    </m:r>
                    <m:r>
                      <a:rPr lang="zh-CN" altLang="en-US" sz="2800" i="1">
                        <a:solidFill>
                          <a:srgbClr val="FFFF00"/>
                        </a:solidFill>
                        <a:latin typeface="Cambria Math" panose="02040503050406030204" pitchFamily="18" charset="0"/>
                      </a:rPr>
                      <m:t>𝑡</m:t>
                    </m:r>
                    <m:r>
                      <a:rPr lang="zh-CN" altLang="en-US" sz="2800" i="1">
                        <a:solidFill>
                          <a:srgbClr val="FFFF00"/>
                        </a:solidFill>
                        <a:latin typeface="Cambria Math" panose="02040503050406030204" pitchFamily="18" charset="0"/>
                      </a:rPr>
                      <m:t>≥</m:t>
                    </m:r>
                    <m:sSub>
                      <m:sSubPr>
                        <m:ctrlPr>
                          <a:rPr lang="zh-CN" altLang="en-US" sz="2800" i="1">
                            <a:solidFill>
                              <a:srgbClr val="FFFF00"/>
                            </a:solidFill>
                            <a:latin typeface="Cambria Math" panose="02040503050406030204" pitchFamily="18" charset="0"/>
                          </a:rPr>
                        </m:ctrlPr>
                      </m:sSubPr>
                      <m:e>
                        <m:r>
                          <a:rPr lang="zh-CN" altLang="en-US" sz="2800" i="1">
                            <a:solidFill>
                              <a:srgbClr val="FFFF00"/>
                            </a:solidFill>
                            <a:latin typeface="Cambria Math" panose="02040503050406030204" pitchFamily="18" charset="0"/>
                          </a:rPr>
                          <m:t>𝑡</m:t>
                        </m:r>
                      </m:e>
                      <m:sub>
                        <m:r>
                          <a:rPr lang="zh-CN" altLang="en-US" sz="2800" i="1">
                            <a:solidFill>
                              <a:srgbClr val="FFFF00"/>
                            </a:solidFill>
                            <a:latin typeface="Cambria Math" panose="02040503050406030204" pitchFamily="18" charset="0"/>
                          </a:rPr>
                          <m:t>0</m:t>
                        </m:r>
                      </m:sub>
                    </m:sSub>
                  </m:oMath>
                </a14:m>
                <a:br>
                  <a:rPr lang="en-US" altLang="zh-CN" sz="2800" i="1" dirty="0">
                    <a:solidFill>
                      <a:srgbClr val="FFFF00"/>
                    </a:solidFill>
                    <a:latin typeface="Cambria Math" panose="02040503050406030204" pitchFamily="18" charset="0"/>
                  </a:rPr>
                </a:br>
                <a14:m>
                  <m:oMath xmlns:m="http://schemas.openxmlformats.org/officeDocument/2006/math">
                    <m:r>
                      <a:rPr lang="zh-CN" altLang="en-US" sz="2800" i="1">
                        <a:solidFill>
                          <a:srgbClr val="FFFF00"/>
                        </a:solidFill>
                        <a:latin typeface="Cambria Math" panose="02040503050406030204" pitchFamily="18" charset="0"/>
                      </a:rPr>
                      <m:t>𝜀</m:t>
                    </m:r>
                    <m:r>
                      <a:rPr lang="zh-CN" altLang="en-US" sz="2800" i="1">
                        <a:solidFill>
                          <a:srgbClr val="FFFF00"/>
                        </a:solidFill>
                        <a:latin typeface="Cambria Math" panose="02040503050406030204" pitchFamily="18" charset="0"/>
                      </a:rPr>
                      <m:t>→∞⇒</m:t>
                    </m:r>
                    <m:r>
                      <a:rPr lang="zh-CN" altLang="en-US" sz="2800" i="1">
                        <a:solidFill>
                          <a:srgbClr val="FFFF00"/>
                        </a:solidFill>
                        <a:latin typeface="Cambria Math" panose="02040503050406030204" pitchFamily="18" charset="0"/>
                      </a:rPr>
                      <m:t>𝛿</m:t>
                    </m:r>
                    <m:r>
                      <a:rPr lang="zh-CN" altLang="en-US" sz="2800" i="1">
                        <a:solidFill>
                          <a:srgbClr val="FFFF00"/>
                        </a:solidFill>
                        <a:latin typeface="Cambria Math" panose="02040503050406030204" pitchFamily="18" charset="0"/>
                      </a:rPr>
                      <m:t>(</m:t>
                    </m:r>
                    <m:r>
                      <a:rPr lang="zh-CN" altLang="en-US" sz="2800" i="1">
                        <a:solidFill>
                          <a:srgbClr val="FFFF00"/>
                        </a:solidFill>
                        <a:latin typeface="Cambria Math" panose="02040503050406030204" pitchFamily="18" charset="0"/>
                      </a:rPr>
                      <m:t>𝜀</m:t>
                    </m:r>
                    <m:r>
                      <a:rPr lang="zh-CN" altLang="en-US" sz="2800" i="1">
                        <a:solidFill>
                          <a:srgbClr val="FFFF00"/>
                        </a:solidFill>
                        <a:latin typeface="Cambria Math" panose="02040503050406030204" pitchFamily="18" charset="0"/>
                      </a:rPr>
                      <m:t>)→∞</m:t>
                    </m:r>
                  </m:oMath>
                </a14:m>
                <a:endParaRPr lang="zh-CN" altLang="en-US" sz="2800" b="1" dirty="0"/>
              </a:p>
            </p:txBody>
          </p:sp>
        </mc:Choice>
        <mc:Fallback xmlns="">
          <p:sp>
            <p:nvSpPr>
              <p:cNvPr id="9" name="内容占位符 2">
                <a:extLst>
                  <a:ext uri="{FF2B5EF4-FFF2-40B4-BE49-F238E27FC236}">
                    <a16:creationId xmlns:a16="http://schemas.microsoft.com/office/drawing/2014/main" id="{C41B8C4F-B4A8-4B01-8904-61B323698C2F}"/>
                  </a:ext>
                </a:extLst>
              </p:cNvPr>
              <p:cNvSpPr txBox="1">
                <a:spLocks noRot="1" noChangeAspect="1" noMove="1" noResize="1" noEditPoints="1" noAdjustHandles="1" noChangeArrowheads="1" noChangeShapeType="1" noTextEdit="1"/>
              </p:cNvSpPr>
              <p:nvPr/>
            </p:nvSpPr>
            <p:spPr>
              <a:xfrm>
                <a:off x="438472" y="4536801"/>
                <a:ext cx="8382000" cy="2165751"/>
              </a:xfrm>
              <a:prstGeom prst="rect">
                <a:avLst/>
              </a:prstGeom>
              <a:blipFill>
                <a:blip r:embed="rId4"/>
                <a:stretch>
                  <a:fillRect/>
                </a:stretch>
              </a:blipFill>
            </p:spPr>
            <p:txBody>
              <a:bodyPr/>
              <a:lstStyle/>
              <a:p>
                <a:r>
                  <a:rPr lang="zh-CN" altLang="en-US">
                    <a:noFill/>
                  </a:rPr>
                  <a:t> </a:t>
                </a:r>
              </a:p>
            </p:txBody>
          </p:sp>
        </mc:Fallback>
      </mc:AlternateContent>
    </p:spTree>
    <p:custDataLst>
      <p:tags r:id="rId1"/>
    </p:custDataLst>
    <p:extLst>
      <p:ext uri="{BB962C8B-B14F-4D97-AF65-F5344CB8AC3E}">
        <p14:creationId xmlns:p14="http://schemas.microsoft.com/office/powerpoint/2010/main" val="289722580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zh-CN" altLang="en-US" dirty="0"/>
              <a:t>指数稳定性</a:t>
            </a:r>
          </a:p>
        </p:txBody>
      </p:sp>
      <p:sp>
        <p:nvSpPr>
          <p:cNvPr id="7" name="灯片编号占位符 6"/>
          <p:cNvSpPr>
            <a:spLocks noGrp="1"/>
          </p:cNvSpPr>
          <p:nvPr>
            <p:ph type="sldNum" sz="quarter" idx="12"/>
          </p:nvPr>
        </p:nvSpPr>
        <p:spPr/>
        <p:txBody>
          <a:bodyPr/>
          <a:lstStyle/>
          <a:p>
            <a:fld id="{58C210BB-F110-452C-89E7-9EA0A8D47DCE}" type="slidenum">
              <a:rPr lang="zh-CN" altLang="en-US" smtClean="0"/>
              <a:pPr/>
              <a:t>19</a:t>
            </a:fld>
            <a:endParaRPr lang="zh-CN" altLang="en-US" dirty="0"/>
          </a:p>
        </p:txBody>
      </p:sp>
      <mc:AlternateContent xmlns:mc="http://schemas.openxmlformats.org/markup-compatibility/2006" xmlns:a14="http://schemas.microsoft.com/office/drawing/2010/main">
        <mc:Choice Requires="a14">
          <p:sp>
            <p:nvSpPr>
              <p:cNvPr id="19" name="内容占位符 2"/>
              <p:cNvSpPr txBox="1">
                <a:spLocks/>
              </p:cNvSpPr>
              <p:nvPr/>
            </p:nvSpPr>
            <p:spPr>
              <a:xfrm>
                <a:off x="438472" y="1124744"/>
                <a:ext cx="8382000" cy="3312368"/>
              </a:xfrm>
              <a:prstGeom prst="rect">
                <a:avLst/>
              </a:prstGeom>
            </p:spPr>
            <p:txBody>
              <a:bodyPr vert="horz" lIns="54864" tIns="91440" rtlCol="0">
                <a:normAutofit/>
              </a:bodyPr>
              <a:lstStyle>
                <a:lvl1pPr marL="438912" indent="-320040" algn="l" rtl="0" eaLnBrk="1" latinLnBrk="0" hangingPunct="1">
                  <a:spcBef>
                    <a:spcPts val="0"/>
                  </a:spcBef>
                  <a:buClr>
                    <a:schemeClr val="accent1"/>
                  </a:buClr>
                  <a:buSzPct val="80000"/>
                  <a:buFont typeface="Wingdings 2"/>
                  <a:buChar char=""/>
                  <a:defRPr kumimoji="0" sz="3200" kern="1200">
                    <a:solidFill>
                      <a:schemeClr val="bg1"/>
                    </a:solidFill>
                    <a:latin typeface="Times New Roman" pitchFamily="18" charset="0"/>
                    <a:ea typeface="+mn-ea"/>
                    <a:cs typeface="Times New Roman" pitchFamily="18" charset="0"/>
                  </a:defRPr>
                </a:lvl1pPr>
                <a:lvl2pPr marL="731520" indent="-274320" algn="l" rtl="0" eaLnBrk="1" latinLnBrk="0" hangingPunct="1">
                  <a:spcBef>
                    <a:spcPct val="20000"/>
                  </a:spcBef>
                  <a:buClr>
                    <a:schemeClr val="accent2"/>
                  </a:buClr>
                  <a:buSzPct val="90000"/>
                  <a:buFont typeface="Wingdings"/>
                  <a:buChar char=""/>
                  <a:defRPr kumimoji="0" sz="2800" kern="1200">
                    <a:solidFill>
                      <a:schemeClr val="bg1"/>
                    </a:solidFill>
                    <a:latin typeface="Times New Roman" pitchFamily="18" charset="0"/>
                    <a:ea typeface="+mn-ea"/>
                    <a:cs typeface="Times New Roman" pitchFamily="18" charset="0"/>
                  </a:defRPr>
                </a:lvl2pPr>
                <a:lvl3pPr marL="996696" indent="-228600" algn="l" rtl="0" eaLnBrk="1" latinLnBrk="0" hangingPunct="1">
                  <a:spcBef>
                    <a:spcPct val="20000"/>
                  </a:spcBef>
                  <a:buClr>
                    <a:schemeClr val="accent3"/>
                  </a:buClr>
                  <a:buFont typeface="Arial"/>
                  <a:buChar char="▪"/>
                  <a:defRPr kumimoji="0" sz="2400" kern="1200">
                    <a:solidFill>
                      <a:schemeClr val="bg1"/>
                    </a:solidFill>
                    <a:latin typeface="Times New Roman" pitchFamily="18" charset="0"/>
                    <a:ea typeface="+mn-ea"/>
                    <a:cs typeface="Times New Roman" pitchFamily="18" charset="0"/>
                  </a:defRPr>
                </a:lvl3pPr>
                <a:lvl4pPr marL="1216152" indent="-182880" algn="l" rtl="0" eaLnBrk="1" latinLnBrk="0" hangingPunct="1">
                  <a:spcBef>
                    <a:spcPct val="20000"/>
                  </a:spcBef>
                  <a:buClr>
                    <a:schemeClr val="accent4"/>
                  </a:buClr>
                  <a:buFont typeface="Arial"/>
                  <a:buChar char="▪"/>
                  <a:defRPr kumimoji="0" sz="2000" kern="1200">
                    <a:solidFill>
                      <a:schemeClr val="bg1"/>
                    </a:solidFill>
                    <a:latin typeface="Times New Roman" pitchFamily="18" charset="0"/>
                    <a:ea typeface="+mn-ea"/>
                    <a:cs typeface="Times New Roman" pitchFamily="18" charset="0"/>
                  </a:defRPr>
                </a:lvl4pPr>
                <a:lvl5pPr marL="1426464" indent="-182880" algn="l" rtl="0" eaLnBrk="1" latinLnBrk="0" hangingPunct="1">
                  <a:spcBef>
                    <a:spcPct val="20000"/>
                  </a:spcBef>
                  <a:buClr>
                    <a:schemeClr val="accent5"/>
                  </a:buClr>
                  <a:buFont typeface="Wingdings 3"/>
                  <a:buChar char=""/>
                  <a:defRPr kumimoji="0" lang="en-US" sz="2000" kern="1200" smtClean="0">
                    <a:solidFill>
                      <a:schemeClr val="tx1"/>
                    </a:solidFill>
                    <a:latin typeface="Times New Roman" pitchFamily="18" charset="0"/>
                    <a:ea typeface="+mn-ea"/>
                    <a:cs typeface="Times New Roman" pitchFamily="18" charset="0"/>
                  </a:defRPr>
                </a:lvl5pPr>
                <a:lvl6pPr marL="1627632" indent="-182880" algn="l" rtl="0" eaLnBrk="1" latinLnBrk="0" hangingPunct="1">
                  <a:spcBef>
                    <a:spcPct val="20000"/>
                  </a:spcBef>
                  <a:buClr>
                    <a:schemeClr val="accent6"/>
                  </a:buClr>
                  <a:buSzPct val="100000"/>
                  <a:buFont typeface="Wingdings 2"/>
                  <a:buChar char=""/>
                  <a:defRPr kumimoji="0" sz="2000" kern="1200">
                    <a:solidFill>
                      <a:schemeClr val="tx1"/>
                    </a:solidFill>
                    <a:latin typeface="+mn-lt"/>
                    <a:ea typeface="+mn-ea"/>
                    <a:cs typeface="+mn-cs"/>
                  </a:defRPr>
                </a:lvl6pPr>
                <a:lvl7pPr marL="1828800" indent="-182880" algn="l" rtl="0" eaLnBrk="1" latinLnBrk="0" hangingPunct="1">
                  <a:spcBef>
                    <a:spcPct val="20000"/>
                  </a:spcBef>
                  <a:buClr>
                    <a:schemeClr val="accent1"/>
                  </a:buClr>
                  <a:buSzPct val="100000"/>
                  <a:buFont typeface="Wingdings 2"/>
                  <a:buChar char=""/>
                  <a:defRPr kumimoji="0" sz="1800" kern="1200">
                    <a:solidFill>
                      <a:schemeClr val="tx1"/>
                    </a:solidFill>
                    <a:latin typeface="+mn-lt"/>
                    <a:ea typeface="+mn-ea"/>
                    <a:cs typeface="+mn-cs"/>
                  </a:defRPr>
                </a:lvl7pPr>
                <a:lvl8pPr marL="2029968" indent="-182880" algn="l" rtl="0" eaLnBrk="1" latinLnBrk="0" hangingPunct="1">
                  <a:spcBef>
                    <a:spcPct val="20000"/>
                  </a:spcBef>
                  <a:buClr>
                    <a:schemeClr val="accent2"/>
                  </a:buClr>
                  <a:buFont typeface="Wingdings 2" pitchFamily="18" charset="2"/>
                  <a:buChar char=""/>
                  <a:defRPr kumimoji="0" sz="1800" kern="1200">
                    <a:solidFill>
                      <a:schemeClr val="tx1"/>
                    </a:solidFill>
                    <a:latin typeface="+mn-lt"/>
                    <a:ea typeface="+mn-ea"/>
                    <a:cs typeface="+mn-cs"/>
                  </a:defRPr>
                </a:lvl8pPr>
                <a:lvl9pPr marL="2231136" indent="-182880" algn="l" rtl="0" eaLnBrk="1" latinLnBrk="0" hangingPunct="1">
                  <a:spcBef>
                    <a:spcPct val="20000"/>
                  </a:spcBef>
                  <a:buClr>
                    <a:schemeClr val="accent3"/>
                  </a:buClr>
                  <a:buFont typeface="Wingdings 2" pitchFamily="18" charset="2"/>
                  <a:buChar char=""/>
                  <a:defRPr kumimoji="0" sz="1800" kern="1200" baseline="0">
                    <a:solidFill>
                      <a:schemeClr val="tx1"/>
                    </a:solidFill>
                    <a:latin typeface="+mn-lt"/>
                    <a:ea typeface="+mn-ea"/>
                    <a:cs typeface="+mn-cs"/>
                  </a:defRPr>
                </a:lvl9pPr>
                <a:extLst/>
              </a:lstStyle>
              <a:p>
                <a:pPr>
                  <a:lnSpc>
                    <a:spcPts val="4000"/>
                  </a:lnSpc>
                </a:pPr>
                <a:r>
                  <a:rPr lang="zh-CN" altLang="en-US" sz="2800" b="1" dirty="0"/>
                  <a:t>称系统 </a:t>
                </a:r>
                <a14:m>
                  <m:oMath xmlns:m="http://schemas.openxmlformats.org/officeDocument/2006/math">
                    <m:acc>
                      <m:accPr>
                        <m:chr m:val="̇"/>
                        <m:ctrlPr>
                          <a:rPr lang="zh-CN" altLang="en-US" sz="2800" i="1" smtClean="0">
                            <a:solidFill>
                              <a:schemeClr val="bg1"/>
                            </a:solidFill>
                            <a:latin typeface="Cambria Math" panose="02040503050406030204" pitchFamily="18" charset="0"/>
                          </a:rPr>
                        </m:ctrlPr>
                      </m:accPr>
                      <m:e>
                        <m:r>
                          <a:rPr lang="zh-CN" altLang="en-US" sz="2800" b="1" i="1">
                            <a:solidFill>
                              <a:schemeClr val="bg1"/>
                            </a:solidFill>
                            <a:latin typeface="Cambria Math" panose="02040503050406030204" pitchFamily="18" charset="0"/>
                          </a:rPr>
                          <m:t>𝒙</m:t>
                        </m:r>
                      </m:e>
                    </m:acc>
                    <m:r>
                      <a:rPr lang="zh-CN" altLang="en-US" sz="2800" i="1">
                        <a:solidFill>
                          <a:schemeClr val="bg1"/>
                        </a:solidFill>
                        <a:latin typeface="Cambria Math" panose="02040503050406030204" pitchFamily="18" charset="0"/>
                      </a:rPr>
                      <m:t>=</m:t>
                    </m:r>
                    <m:r>
                      <a:rPr lang="zh-CN" altLang="en-US" sz="2800" b="1" i="1">
                        <a:solidFill>
                          <a:schemeClr val="bg1"/>
                        </a:solidFill>
                        <a:latin typeface="Cambria Math" panose="02040503050406030204" pitchFamily="18" charset="0"/>
                      </a:rPr>
                      <m:t>𝒇</m:t>
                    </m:r>
                    <m:r>
                      <a:rPr lang="zh-CN" altLang="en-US" sz="2800" i="1">
                        <a:solidFill>
                          <a:schemeClr val="bg1"/>
                        </a:solidFill>
                        <a:latin typeface="Cambria Math" panose="02040503050406030204" pitchFamily="18" charset="0"/>
                      </a:rPr>
                      <m:t>(</m:t>
                    </m:r>
                    <m:r>
                      <a:rPr lang="zh-CN" altLang="en-US" sz="2800" b="1" i="1">
                        <a:solidFill>
                          <a:schemeClr val="bg1"/>
                        </a:solidFill>
                        <a:latin typeface="Cambria Math" panose="02040503050406030204" pitchFamily="18" charset="0"/>
                      </a:rPr>
                      <m:t>𝒙</m:t>
                    </m:r>
                    <m:r>
                      <a:rPr lang="zh-CN" altLang="en-US" sz="2800" i="1">
                        <a:solidFill>
                          <a:schemeClr val="bg1"/>
                        </a:solidFill>
                        <a:latin typeface="Cambria Math" panose="02040503050406030204" pitchFamily="18" charset="0"/>
                      </a:rPr>
                      <m:t>,</m:t>
                    </m:r>
                    <m:r>
                      <a:rPr lang="zh-CN" altLang="en-US" sz="2800" i="1">
                        <a:solidFill>
                          <a:schemeClr val="bg1"/>
                        </a:solidFill>
                        <a:latin typeface="Cambria Math" panose="02040503050406030204" pitchFamily="18" charset="0"/>
                      </a:rPr>
                      <m:t>𝑡</m:t>
                    </m:r>
                    <m:r>
                      <a:rPr lang="zh-CN" altLang="en-US" sz="2800" i="1">
                        <a:solidFill>
                          <a:schemeClr val="bg1"/>
                        </a:solidFill>
                        <a:latin typeface="Cambria Math" panose="02040503050406030204" pitchFamily="18" charset="0"/>
                      </a:rPr>
                      <m:t>)</m:t>
                    </m:r>
                  </m:oMath>
                </a14:m>
                <a:r>
                  <a:rPr lang="zh-CN" altLang="en-US" sz="2800" b="1" dirty="0">
                    <a:solidFill>
                      <a:schemeClr val="bg1"/>
                    </a:solidFill>
                  </a:rPr>
                  <a:t> </a:t>
                </a:r>
                <a:r>
                  <a:rPr lang="zh-CN" altLang="en-US" sz="2800" b="1" dirty="0"/>
                  <a:t>的平衡点 </a:t>
                </a:r>
                <a14:m>
                  <m:oMath xmlns:m="http://schemas.openxmlformats.org/officeDocument/2006/math">
                    <m:r>
                      <a:rPr lang="zh-CN" altLang="en-US" sz="2800" b="1" i="1" smtClean="0">
                        <a:solidFill>
                          <a:schemeClr val="bg1"/>
                        </a:solidFill>
                        <a:latin typeface="Cambria Math" panose="02040503050406030204" pitchFamily="18" charset="0"/>
                      </a:rPr>
                      <m:t>𝒙</m:t>
                    </m:r>
                    <m:r>
                      <a:rPr lang="zh-CN" altLang="en-US" sz="2800" i="1">
                        <a:solidFill>
                          <a:schemeClr val="bg1"/>
                        </a:solidFill>
                        <a:latin typeface="Cambria Math" panose="02040503050406030204" pitchFamily="18" charset="0"/>
                      </a:rPr>
                      <m:t>=0</m:t>
                    </m:r>
                  </m:oMath>
                </a14:m>
                <a:r>
                  <a:rPr lang="zh-CN" altLang="en-US" sz="2800" b="1" dirty="0">
                    <a:solidFill>
                      <a:schemeClr val="bg1"/>
                    </a:solidFill>
                  </a:rPr>
                  <a:t> </a:t>
                </a:r>
                <a:r>
                  <a:rPr lang="zh-CN" altLang="en-US" sz="2800" b="1" dirty="0">
                    <a:solidFill>
                      <a:srgbClr val="FFFF00"/>
                    </a:solidFill>
                  </a:rPr>
                  <a:t>局部指数稳定</a:t>
                </a:r>
                <a:r>
                  <a:rPr lang="zh-CN" altLang="en-US" sz="2800" b="1" dirty="0"/>
                  <a:t>（</a:t>
                </a:r>
                <a:r>
                  <a:rPr lang="en-US" altLang="zh-CN" sz="2800" b="1" dirty="0">
                    <a:solidFill>
                      <a:srgbClr val="FFFF00"/>
                    </a:solidFill>
                  </a:rPr>
                  <a:t>locally exponentially stable</a:t>
                </a:r>
                <a:r>
                  <a:rPr lang="zh-CN" altLang="en-US" sz="2800" b="1" dirty="0"/>
                  <a:t>），如果</a:t>
                </a:r>
                <a:br>
                  <a:rPr lang="en-US" altLang="zh-CN" sz="2800" b="1" dirty="0"/>
                </a:br>
                <a:r>
                  <a:rPr lang="zh-CN" altLang="en-US" sz="2800" b="1" dirty="0"/>
                  <a:t>存在一组常数 </a:t>
                </a:r>
                <a14:m>
                  <m:oMath xmlns:m="http://schemas.openxmlformats.org/officeDocument/2006/math">
                    <m:r>
                      <a:rPr lang="zh-CN" altLang="en-US" sz="2800" i="1" smtClean="0">
                        <a:solidFill>
                          <a:schemeClr val="bg1"/>
                        </a:solidFill>
                        <a:latin typeface="Cambria Math" panose="02040503050406030204" pitchFamily="18" charset="0"/>
                      </a:rPr>
                      <m:t>𝛿</m:t>
                    </m:r>
                    <m:r>
                      <a:rPr lang="zh-CN" altLang="en-US" sz="2800" i="1" smtClean="0">
                        <a:solidFill>
                          <a:schemeClr val="bg1"/>
                        </a:solidFill>
                        <a:latin typeface="Cambria Math" panose="02040503050406030204" pitchFamily="18" charset="0"/>
                      </a:rPr>
                      <m:t>,</m:t>
                    </m:r>
                    <m:r>
                      <a:rPr lang="zh-CN" altLang="en-US" sz="2800" i="1" smtClean="0">
                        <a:solidFill>
                          <a:schemeClr val="bg1"/>
                        </a:solidFill>
                        <a:latin typeface="Cambria Math" panose="02040503050406030204" pitchFamily="18" charset="0"/>
                      </a:rPr>
                      <m:t>𝛼</m:t>
                    </m:r>
                    <m:r>
                      <a:rPr lang="zh-CN" altLang="en-US" sz="2800" i="1" smtClean="0">
                        <a:solidFill>
                          <a:schemeClr val="bg1"/>
                        </a:solidFill>
                        <a:latin typeface="Cambria Math" panose="02040503050406030204" pitchFamily="18" charset="0"/>
                      </a:rPr>
                      <m:t>,</m:t>
                    </m:r>
                    <m:r>
                      <a:rPr lang="zh-CN" altLang="en-US" sz="2800" i="1" smtClean="0">
                        <a:solidFill>
                          <a:schemeClr val="bg1"/>
                        </a:solidFill>
                        <a:latin typeface="Cambria Math" panose="02040503050406030204" pitchFamily="18" charset="0"/>
                      </a:rPr>
                      <m:t>𝜆</m:t>
                    </m:r>
                    <m:r>
                      <a:rPr lang="zh-CN" altLang="en-US" sz="2800" i="1" smtClean="0">
                        <a:solidFill>
                          <a:schemeClr val="bg1"/>
                        </a:solidFill>
                        <a:latin typeface="Cambria Math" panose="02040503050406030204" pitchFamily="18" charset="0"/>
                      </a:rPr>
                      <m:t>&gt;0</m:t>
                    </m:r>
                  </m:oMath>
                </a14:m>
                <a:r>
                  <a:rPr lang="zh-CN" altLang="en-US" sz="2800" b="1" dirty="0">
                    <a:solidFill>
                      <a:schemeClr val="bg1"/>
                    </a:solidFill>
                  </a:rPr>
                  <a:t> ，</a:t>
                </a:r>
                <a:r>
                  <a:rPr lang="zh-CN" altLang="en-US" sz="2800" b="1" dirty="0"/>
                  <a:t>使得</a:t>
                </a:r>
                <a:br>
                  <a:rPr lang="en-US" altLang="zh-CN" sz="2800" b="1" dirty="0"/>
                </a:br>
                <a:r>
                  <a:rPr lang="zh-CN" altLang="en-US" sz="2800" b="1" dirty="0"/>
                  <a:t>对于任何满足 </a:t>
                </a:r>
                <a14:m>
                  <m:oMath xmlns:m="http://schemas.openxmlformats.org/officeDocument/2006/math">
                    <m:d>
                      <m:dPr>
                        <m:begChr m:val="‖"/>
                        <m:endChr m:val="‖"/>
                        <m:ctrlPr>
                          <a:rPr lang="zh-CN" altLang="en-US" sz="2800" i="1" smtClean="0">
                            <a:solidFill>
                              <a:schemeClr val="bg1"/>
                            </a:solidFill>
                            <a:latin typeface="Cambria Math" panose="02040503050406030204" pitchFamily="18" charset="0"/>
                          </a:rPr>
                        </m:ctrlPr>
                      </m:dPr>
                      <m:e>
                        <m:r>
                          <a:rPr lang="zh-CN" altLang="en-US" sz="2800" b="1" i="1">
                            <a:solidFill>
                              <a:schemeClr val="bg1"/>
                            </a:solidFill>
                            <a:latin typeface="Cambria Math" panose="02040503050406030204" pitchFamily="18" charset="0"/>
                          </a:rPr>
                          <m:t>𝒙</m:t>
                        </m:r>
                        <m:r>
                          <a:rPr lang="zh-CN" altLang="en-US" sz="2800" i="1">
                            <a:solidFill>
                              <a:schemeClr val="bg1"/>
                            </a:solidFill>
                            <a:latin typeface="Cambria Math" panose="02040503050406030204" pitchFamily="18" charset="0"/>
                          </a:rPr>
                          <m:t>(</m:t>
                        </m:r>
                        <m:sSub>
                          <m:sSubPr>
                            <m:ctrlPr>
                              <a:rPr lang="zh-CN" altLang="en-US" sz="2800" i="1">
                                <a:solidFill>
                                  <a:schemeClr val="bg1"/>
                                </a:solidFill>
                                <a:latin typeface="Cambria Math" panose="02040503050406030204" pitchFamily="18" charset="0"/>
                              </a:rPr>
                            </m:ctrlPr>
                          </m:sSubPr>
                          <m:e>
                            <m:r>
                              <a:rPr lang="zh-CN" altLang="en-US" sz="2800" i="1">
                                <a:solidFill>
                                  <a:schemeClr val="bg1"/>
                                </a:solidFill>
                                <a:latin typeface="Cambria Math" panose="02040503050406030204" pitchFamily="18" charset="0"/>
                              </a:rPr>
                              <m:t>𝑡</m:t>
                            </m:r>
                          </m:e>
                          <m:sub>
                            <m:r>
                              <a:rPr lang="zh-CN" altLang="en-US" sz="2800" i="1">
                                <a:solidFill>
                                  <a:schemeClr val="bg1"/>
                                </a:solidFill>
                                <a:latin typeface="Cambria Math" panose="02040503050406030204" pitchFamily="18" charset="0"/>
                              </a:rPr>
                              <m:t>0</m:t>
                            </m:r>
                          </m:sub>
                        </m:sSub>
                        <m:r>
                          <a:rPr lang="zh-CN" altLang="en-US" sz="2800" i="1">
                            <a:solidFill>
                              <a:schemeClr val="bg1"/>
                            </a:solidFill>
                            <a:latin typeface="Cambria Math" panose="02040503050406030204" pitchFamily="18" charset="0"/>
                          </a:rPr>
                          <m:t>)</m:t>
                        </m:r>
                      </m:e>
                    </m:d>
                    <m:r>
                      <a:rPr lang="zh-CN" altLang="en-US" sz="2800" i="1">
                        <a:solidFill>
                          <a:schemeClr val="bg1"/>
                        </a:solidFill>
                        <a:latin typeface="Cambria Math" panose="02040503050406030204" pitchFamily="18" charset="0"/>
                      </a:rPr>
                      <m:t>&lt;</m:t>
                    </m:r>
                    <m:r>
                      <a:rPr lang="zh-CN" altLang="en-US" sz="2800" i="1">
                        <a:solidFill>
                          <a:schemeClr val="bg1"/>
                        </a:solidFill>
                        <a:latin typeface="Cambria Math" panose="02040503050406030204" pitchFamily="18" charset="0"/>
                      </a:rPr>
                      <m:t>𝛿</m:t>
                    </m:r>
                  </m:oMath>
                </a14:m>
                <a:r>
                  <a:rPr lang="zh-CN" altLang="en-US" sz="2800" b="1" dirty="0"/>
                  <a:t> 的初始条件，</a:t>
                </a:r>
                <a:br>
                  <a:rPr lang="en-US" altLang="zh-CN" sz="2800" b="1" dirty="0"/>
                </a:br>
                <a:r>
                  <a:rPr lang="zh-CN" altLang="en-US" sz="2800" b="1" dirty="0"/>
                  <a:t>系统的轨线都满足</a:t>
                </a:r>
                <a:br>
                  <a:rPr lang="en-US" altLang="zh-CN" sz="2800" b="1" dirty="0"/>
                </a:br>
                <a14:m>
                  <m:oMath xmlns:m="http://schemas.openxmlformats.org/officeDocument/2006/math">
                    <m:d>
                      <m:dPr>
                        <m:begChr m:val="‖"/>
                        <m:endChr m:val="‖"/>
                        <m:ctrlPr>
                          <a:rPr lang="zh-CN" altLang="en-US" sz="2800" i="1" smtClean="0">
                            <a:solidFill>
                              <a:srgbClr val="FFFF00"/>
                            </a:solidFill>
                            <a:latin typeface="Cambria Math" panose="02040503050406030204" pitchFamily="18" charset="0"/>
                          </a:rPr>
                        </m:ctrlPr>
                      </m:dPr>
                      <m:e>
                        <m:r>
                          <a:rPr lang="zh-CN" altLang="en-US" sz="2800" b="1" i="1">
                            <a:solidFill>
                              <a:srgbClr val="FFFF00"/>
                            </a:solidFill>
                            <a:latin typeface="Cambria Math" panose="02040503050406030204" pitchFamily="18" charset="0"/>
                          </a:rPr>
                          <m:t>𝒙</m:t>
                        </m:r>
                        <m:r>
                          <a:rPr lang="zh-CN" altLang="en-US" sz="2800" i="1">
                            <a:solidFill>
                              <a:srgbClr val="FFFF00"/>
                            </a:solidFill>
                            <a:latin typeface="Cambria Math" panose="02040503050406030204" pitchFamily="18" charset="0"/>
                          </a:rPr>
                          <m:t>(</m:t>
                        </m:r>
                        <m:r>
                          <a:rPr lang="zh-CN" altLang="en-US" sz="2800" i="1">
                            <a:solidFill>
                              <a:srgbClr val="FFFF00"/>
                            </a:solidFill>
                            <a:latin typeface="Cambria Math" panose="02040503050406030204" pitchFamily="18" charset="0"/>
                          </a:rPr>
                          <m:t>𝑡</m:t>
                        </m:r>
                        <m:r>
                          <a:rPr lang="zh-CN" altLang="en-US" sz="2800" i="1">
                            <a:solidFill>
                              <a:srgbClr val="FFFF00"/>
                            </a:solidFill>
                            <a:latin typeface="Cambria Math" panose="02040503050406030204" pitchFamily="18" charset="0"/>
                          </a:rPr>
                          <m:t>)</m:t>
                        </m:r>
                      </m:e>
                    </m:d>
                    <m:r>
                      <a:rPr lang="zh-CN" altLang="en-US" sz="2800" i="1">
                        <a:solidFill>
                          <a:srgbClr val="FFFF00"/>
                        </a:solidFill>
                        <a:latin typeface="Cambria Math" panose="02040503050406030204" pitchFamily="18" charset="0"/>
                      </a:rPr>
                      <m:t>≤</m:t>
                    </m:r>
                    <m:r>
                      <a:rPr lang="zh-CN" altLang="en-US" sz="2800" i="1">
                        <a:solidFill>
                          <a:srgbClr val="FFFF00"/>
                        </a:solidFill>
                        <a:latin typeface="Cambria Math" panose="02040503050406030204" pitchFamily="18" charset="0"/>
                      </a:rPr>
                      <m:t>𝛼</m:t>
                    </m:r>
                    <m:d>
                      <m:dPr>
                        <m:begChr m:val="‖"/>
                        <m:endChr m:val="‖"/>
                        <m:ctrlPr>
                          <a:rPr lang="zh-CN" altLang="en-US" sz="2800" i="1">
                            <a:solidFill>
                              <a:srgbClr val="FFFF00"/>
                            </a:solidFill>
                            <a:latin typeface="Cambria Math" panose="02040503050406030204" pitchFamily="18" charset="0"/>
                          </a:rPr>
                        </m:ctrlPr>
                      </m:dPr>
                      <m:e>
                        <m:r>
                          <a:rPr lang="zh-CN" altLang="en-US" sz="2800" b="1" i="1">
                            <a:solidFill>
                              <a:srgbClr val="FFFF00"/>
                            </a:solidFill>
                            <a:latin typeface="Cambria Math" panose="02040503050406030204" pitchFamily="18" charset="0"/>
                          </a:rPr>
                          <m:t>𝒙</m:t>
                        </m:r>
                        <m:r>
                          <a:rPr lang="zh-CN" altLang="en-US" sz="2800" i="1">
                            <a:solidFill>
                              <a:srgbClr val="FFFF00"/>
                            </a:solidFill>
                            <a:latin typeface="Cambria Math" panose="02040503050406030204" pitchFamily="18" charset="0"/>
                          </a:rPr>
                          <m:t>(</m:t>
                        </m:r>
                        <m:sSub>
                          <m:sSubPr>
                            <m:ctrlPr>
                              <a:rPr lang="zh-CN" altLang="en-US" sz="2800" i="1">
                                <a:solidFill>
                                  <a:srgbClr val="FFFF00"/>
                                </a:solidFill>
                                <a:latin typeface="Cambria Math" panose="02040503050406030204" pitchFamily="18" charset="0"/>
                              </a:rPr>
                            </m:ctrlPr>
                          </m:sSubPr>
                          <m:e>
                            <m:r>
                              <a:rPr lang="zh-CN" altLang="en-US" sz="2800" i="1">
                                <a:solidFill>
                                  <a:srgbClr val="FFFF00"/>
                                </a:solidFill>
                                <a:latin typeface="Cambria Math" panose="02040503050406030204" pitchFamily="18" charset="0"/>
                              </a:rPr>
                              <m:t>𝑡</m:t>
                            </m:r>
                          </m:e>
                          <m:sub>
                            <m:r>
                              <a:rPr lang="zh-CN" altLang="en-US" sz="2800" i="1">
                                <a:solidFill>
                                  <a:srgbClr val="FFFF00"/>
                                </a:solidFill>
                                <a:latin typeface="Cambria Math" panose="02040503050406030204" pitchFamily="18" charset="0"/>
                              </a:rPr>
                              <m:t>0</m:t>
                            </m:r>
                          </m:sub>
                        </m:sSub>
                        <m:r>
                          <a:rPr lang="zh-CN" altLang="en-US" sz="2800" i="1">
                            <a:solidFill>
                              <a:srgbClr val="FFFF00"/>
                            </a:solidFill>
                            <a:latin typeface="Cambria Math" panose="02040503050406030204" pitchFamily="18" charset="0"/>
                          </a:rPr>
                          <m:t>)</m:t>
                        </m:r>
                      </m:e>
                    </m:d>
                    <m:sSup>
                      <m:sSupPr>
                        <m:ctrlPr>
                          <a:rPr lang="zh-CN" altLang="en-US" sz="2800" i="1">
                            <a:solidFill>
                              <a:srgbClr val="FFFF00"/>
                            </a:solidFill>
                            <a:latin typeface="Cambria Math" panose="02040503050406030204" pitchFamily="18" charset="0"/>
                          </a:rPr>
                        </m:ctrlPr>
                      </m:sSupPr>
                      <m:e>
                        <m:r>
                          <a:rPr lang="zh-CN" altLang="en-US" sz="2800" i="1">
                            <a:solidFill>
                              <a:srgbClr val="FFFF00"/>
                            </a:solidFill>
                            <a:latin typeface="Cambria Math" panose="02040503050406030204" pitchFamily="18" charset="0"/>
                          </a:rPr>
                          <m:t>𝑒</m:t>
                        </m:r>
                      </m:e>
                      <m:sup>
                        <m:r>
                          <a:rPr lang="zh-CN" altLang="en-US" sz="2800" i="1">
                            <a:solidFill>
                              <a:srgbClr val="FFFF00"/>
                            </a:solidFill>
                            <a:latin typeface="Cambria Math" panose="02040503050406030204" pitchFamily="18" charset="0"/>
                          </a:rPr>
                          <m:t>−</m:t>
                        </m:r>
                        <m:r>
                          <a:rPr lang="zh-CN" altLang="en-US" sz="2800" i="1">
                            <a:solidFill>
                              <a:srgbClr val="FFFF00"/>
                            </a:solidFill>
                            <a:latin typeface="Cambria Math" panose="02040503050406030204" pitchFamily="18" charset="0"/>
                          </a:rPr>
                          <m:t>𝜆</m:t>
                        </m:r>
                        <m:r>
                          <a:rPr lang="zh-CN" altLang="en-US" sz="2800" i="1">
                            <a:solidFill>
                              <a:srgbClr val="FFFF00"/>
                            </a:solidFill>
                            <a:latin typeface="Cambria Math" panose="02040503050406030204" pitchFamily="18" charset="0"/>
                          </a:rPr>
                          <m:t>(</m:t>
                        </m:r>
                        <m:r>
                          <a:rPr lang="zh-CN" altLang="en-US" sz="2800" i="1">
                            <a:solidFill>
                              <a:srgbClr val="FFFF00"/>
                            </a:solidFill>
                            <a:latin typeface="Cambria Math" panose="02040503050406030204" pitchFamily="18" charset="0"/>
                          </a:rPr>
                          <m:t>𝑡</m:t>
                        </m:r>
                        <m:r>
                          <a:rPr lang="zh-CN" altLang="en-US" sz="2800" i="1">
                            <a:solidFill>
                              <a:srgbClr val="FFFF00"/>
                            </a:solidFill>
                            <a:latin typeface="Cambria Math" panose="02040503050406030204" pitchFamily="18" charset="0"/>
                          </a:rPr>
                          <m:t>−</m:t>
                        </m:r>
                        <m:sSub>
                          <m:sSubPr>
                            <m:ctrlPr>
                              <a:rPr lang="zh-CN" altLang="en-US" sz="2800" i="1">
                                <a:solidFill>
                                  <a:srgbClr val="FFFF00"/>
                                </a:solidFill>
                                <a:latin typeface="Cambria Math" panose="02040503050406030204" pitchFamily="18" charset="0"/>
                              </a:rPr>
                            </m:ctrlPr>
                          </m:sSubPr>
                          <m:e>
                            <m:r>
                              <a:rPr lang="zh-CN" altLang="en-US" sz="2800" i="1">
                                <a:solidFill>
                                  <a:srgbClr val="FFFF00"/>
                                </a:solidFill>
                                <a:latin typeface="Cambria Math" panose="02040503050406030204" pitchFamily="18" charset="0"/>
                              </a:rPr>
                              <m:t>𝑡</m:t>
                            </m:r>
                          </m:e>
                          <m:sub>
                            <m:r>
                              <a:rPr lang="zh-CN" altLang="en-US" sz="2800" i="1">
                                <a:solidFill>
                                  <a:srgbClr val="FFFF00"/>
                                </a:solidFill>
                                <a:latin typeface="Cambria Math" panose="02040503050406030204" pitchFamily="18" charset="0"/>
                              </a:rPr>
                              <m:t>0</m:t>
                            </m:r>
                          </m:sub>
                        </m:sSub>
                        <m:r>
                          <a:rPr lang="zh-CN" altLang="en-US" sz="2800" i="1">
                            <a:solidFill>
                              <a:srgbClr val="FFFF00"/>
                            </a:solidFill>
                            <a:latin typeface="Cambria Math" panose="02040503050406030204" pitchFamily="18" charset="0"/>
                          </a:rPr>
                          <m:t>)</m:t>
                        </m:r>
                      </m:sup>
                    </m:sSup>
                    <m:r>
                      <a:rPr lang="zh-CN" altLang="en-US" sz="2800" i="1">
                        <a:solidFill>
                          <a:srgbClr val="FFFF00"/>
                        </a:solidFill>
                        <a:latin typeface="Cambria Math" panose="02040503050406030204" pitchFamily="18" charset="0"/>
                      </a:rPr>
                      <m:t>,   </m:t>
                    </m:r>
                    <m:r>
                      <a:rPr lang="zh-CN" altLang="en-US" sz="2800" i="1">
                        <a:solidFill>
                          <a:srgbClr val="FFFF00"/>
                        </a:solidFill>
                        <a:latin typeface="Cambria Math" panose="02040503050406030204" pitchFamily="18" charset="0"/>
                      </a:rPr>
                      <m:t>𝑡</m:t>
                    </m:r>
                    <m:r>
                      <a:rPr lang="zh-CN" altLang="en-US" sz="2800" i="1">
                        <a:solidFill>
                          <a:srgbClr val="FFFF00"/>
                        </a:solidFill>
                        <a:latin typeface="Cambria Math" panose="02040503050406030204" pitchFamily="18" charset="0"/>
                      </a:rPr>
                      <m:t>≥</m:t>
                    </m:r>
                    <m:sSub>
                      <m:sSubPr>
                        <m:ctrlPr>
                          <a:rPr lang="zh-CN" altLang="en-US" sz="2800" i="1">
                            <a:solidFill>
                              <a:srgbClr val="FFFF00"/>
                            </a:solidFill>
                            <a:latin typeface="Cambria Math" panose="02040503050406030204" pitchFamily="18" charset="0"/>
                          </a:rPr>
                        </m:ctrlPr>
                      </m:sSubPr>
                      <m:e>
                        <m:r>
                          <a:rPr lang="zh-CN" altLang="en-US" sz="2800" i="1">
                            <a:solidFill>
                              <a:srgbClr val="FFFF00"/>
                            </a:solidFill>
                            <a:latin typeface="Cambria Math" panose="02040503050406030204" pitchFamily="18" charset="0"/>
                          </a:rPr>
                          <m:t>𝑡</m:t>
                        </m:r>
                      </m:e>
                      <m:sub>
                        <m:r>
                          <a:rPr lang="zh-CN" altLang="en-US" sz="2800" i="1">
                            <a:solidFill>
                              <a:srgbClr val="FFFF00"/>
                            </a:solidFill>
                            <a:latin typeface="Cambria Math" panose="02040503050406030204" pitchFamily="18" charset="0"/>
                          </a:rPr>
                          <m:t>0</m:t>
                        </m:r>
                      </m:sub>
                    </m:sSub>
                  </m:oMath>
                </a14:m>
                <a:endParaRPr lang="en-US" altLang="zh-CN" sz="2800" b="1" dirty="0"/>
              </a:p>
            </p:txBody>
          </p:sp>
        </mc:Choice>
        <mc:Fallback xmlns="">
          <p:sp>
            <p:nvSpPr>
              <p:cNvPr id="19" name="内容占位符 2"/>
              <p:cNvSpPr txBox="1">
                <a:spLocks noRot="1" noChangeAspect="1" noMove="1" noResize="1" noEditPoints="1" noAdjustHandles="1" noChangeArrowheads="1" noChangeShapeType="1" noTextEdit="1"/>
              </p:cNvSpPr>
              <p:nvPr/>
            </p:nvSpPr>
            <p:spPr>
              <a:xfrm>
                <a:off x="438472" y="1124744"/>
                <a:ext cx="8382000" cy="3312368"/>
              </a:xfrm>
              <a:prstGeom prst="rect">
                <a:avLst/>
              </a:prstGeom>
              <a:blipFill>
                <a:blip r:embed="rId4"/>
                <a:stretch>
                  <a:fillRect/>
                </a:stretch>
              </a:blipFill>
            </p:spPr>
            <p:txBody>
              <a:bodyPr/>
              <a:lstStyle/>
              <a:p>
                <a:r>
                  <a:rPr lang="zh-CN" altLang="en-US">
                    <a:noFill/>
                  </a:rPr>
                  <a:t> </a:t>
                </a:r>
              </a:p>
            </p:txBody>
          </p:sp>
        </mc:Fallback>
      </mc:AlternateContent>
      <p:sp>
        <p:nvSpPr>
          <p:cNvPr id="25" name="内容占位符 2"/>
          <p:cNvSpPr txBox="1">
            <a:spLocks/>
          </p:cNvSpPr>
          <p:nvPr/>
        </p:nvSpPr>
        <p:spPr>
          <a:xfrm>
            <a:off x="438472" y="4437112"/>
            <a:ext cx="8382000" cy="1224136"/>
          </a:xfrm>
          <a:prstGeom prst="rect">
            <a:avLst/>
          </a:prstGeom>
        </p:spPr>
        <p:txBody>
          <a:bodyPr vert="horz" lIns="54864" tIns="91440" rtlCol="0">
            <a:normAutofit/>
          </a:bodyPr>
          <a:lstStyle>
            <a:lvl1pPr marL="438912" indent="-320040" algn="l" rtl="0" eaLnBrk="1" latinLnBrk="0" hangingPunct="1">
              <a:spcBef>
                <a:spcPts val="0"/>
              </a:spcBef>
              <a:buClr>
                <a:schemeClr val="accent1"/>
              </a:buClr>
              <a:buSzPct val="80000"/>
              <a:buFont typeface="Wingdings 2"/>
              <a:buChar char=""/>
              <a:defRPr kumimoji="0" sz="3200" kern="1200">
                <a:solidFill>
                  <a:schemeClr val="bg1"/>
                </a:solidFill>
                <a:latin typeface="Times New Roman" pitchFamily="18" charset="0"/>
                <a:ea typeface="+mn-ea"/>
                <a:cs typeface="Times New Roman" pitchFamily="18" charset="0"/>
              </a:defRPr>
            </a:lvl1pPr>
            <a:lvl2pPr marL="731520" indent="-274320" algn="l" rtl="0" eaLnBrk="1" latinLnBrk="0" hangingPunct="1">
              <a:spcBef>
                <a:spcPct val="20000"/>
              </a:spcBef>
              <a:buClr>
                <a:schemeClr val="accent2"/>
              </a:buClr>
              <a:buSzPct val="90000"/>
              <a:buFont typeface="Wingdings"/>
              <a:buChar char=""/>
              <a:defRPr kumimoji="0" sz="2800" kern="1200">
                <a:solidFill>
                  <a:schemeClr val="bg1"/>
                </a:solidFill>
                <a:latin typeface="Times New Roman" pitchFamily="18" charset="0"/>
                <a:ea typeface="+mn-ea"/>
                <a:cs typeface="Times New Roman" pitchFamily="18" charset="0"/>
              </a:defRPr>
            </a:lvl2pPr>
            <a:lvl3pPr marL="996696" indent="-228600" algn="l" rtl="0" eaLnBrk="1" latinLnBrk="0" hangingPunct="1">
              <a:spcBef>
                <a:spcPct val="20000"/>
              </a:spcBef>
              <a:buClr>
                <a:schemeClr val="accent3"/>
              </a:buClr>
              <a:buFont typeface="Arial"/>
              <a:buChar char="▪"/>
              <a:defRPr kumimoji="0" sz="2400" kern="1200">
                <a:solidFill>
                  <a:schemeClr val="bg1"/>
                </a:solidFill>
                <a:latin typeface="Times New Roman" pitchFamily="18" charset="0"/>
                <a:ea typeface="+mn-ea"/>
                <a:cs typeface="Times New Roman" pitchFamily="18" charset="0"/>
              </a:defRPr>
            </a:lvl3pPr>
            <a:lvl4pPr marL="1216152" indent="-182880" algn="l" rtl="0" eaLnBrk="1" latinLnBrk="0" hangingPunct="1">
              <a:spcBef>
                <a:spcPct val="20000"/>
              </a:spcBef>
              <a:buClr>
                <a:schemeClr val="accent4"/>
              </a:buClr>
              <a:buFont typeface="Arial"/>
              <a:buChar char="▪"/>
              <a:defRPr kumimoji="0" sz="2000" kern="1200">
                <a:solidFill>
                  <a:schemeClr val="bg1"/>
                </a:solidFill>
                <a:latin typeface="Times New Roman" pitchFamily="18" charset="0"/>
                <a:ea typeface="+mn-ea"/>
                <a:cs typeface="Times New Roman" pitchFamily="18" charset="0"/>
              </a:defRPr>
            </a:lvl4pPr>
            <a:lvl5pPr marL="1426464" indent="-182880" algn="l" rtl="0" eaLnBrk="1" latinLnBrk="0" hangingPunct="1">
              <a:spcBef>
                <a:spcPct val="20000"/>
              </a:spcBef>
              <a:buClr>
                <a:schemeClr val="accent5"/>
              </a:buClr>
              <a:buFont typeface="Wingdings 3"/>
              <a:buChar char=""/>
              <a:defRPr kumimoji="0" lang="en-US" sz="2000" kern="1200" smtClean="0">
                <a:solidFill>
                  <a:schemeClr val="tx1"/>
                </a:solidFill>
                <a:latin typeface="Times New Roman" pitchFamily="18" charset="0"/>
                <a:ea typeface="+mn-ea"/>
                <a:cs typeface="Times New Roman" pitchFamily="18" charset="0"/>
              </a:defRPr>
            </a:lvl5pPr>
            <a:lvl6pPr marL="1627632" indent="-182880" algn="l" rtl="0" eaLnBrk="1" latinLnBrk="0" hangingPunct="1">
              <a:spcBef>
                <a:spcPct val="20000"/>
              </a:spcBef>
              <a:buClr>
                <a:schemeClr val="accent6"/>
              </a:buClr>
              <a:buSzPct val="100000"/>
              <a:buFont typeface="Wingdings 2"/>
              <a:buChar char=""/>
              <a:defRPr kumimoji="0" sz="2000" kern="1200">
                <a:solidFill>
                  <a:schemeClr val="tx1"/>
                </a:solidFill>
                <a:latin typeface="+mn-lt"/>
                <a:ea typeface="+mn-ea"/>
                <a:cs typeface="+mn-cs"/>
              </a:defRPr>
            </a:lvl6pPr>
            <a:lvl7pPr marL="1828800" indent="-182880" algn="l" rtl="0" eaLnBrk="1" latinLnBrk="0" hangingPunct="1">
              <a:spcBef>
                <a:spcPct val="20000"/>
              </a:spcBef>
              <a:buClr>
                <a:schemeClr val="accent1"/>
              </a:buClr>
              <a:buSzPct val="100000"/>
              <a:buFont typeface="Wingdings 2"/>
              <a:buChar char=""/>
              <a:defRPr kumimoji="0" sz="1800" kern="1200">
                <a:solidFill>
                  <a:schemeClr val="tx1"/>
                </a:solidFill>
                <a:latin typeface="+mn-lt"/>
                <a:ea typeface="+mn-ea"/>
                <a:cs typeface="+mn-cs"/>
              </a:defRPr>
            </a:lvl7pPr>
            <a:lvl8pPr marL="2029968" indent="-182880" algn="l" rtl="0" eaLnBrk="1" latinLnBrk="0" hangingPunct="1">
              <a:spcBef>
                <a:spcPct val="20000"/>
              </a:spcBef>
              <a:buClr>
                <a:schemeClr val="accent2"/>
              </a:buClr>
              <a:buFont typeface="Wingdings 2" pitchFamily="18" charset="2"/>
              <a:buChar char=""/>
              <a:defRPr kumimoji="0" sz="1800" kern="1200">
                <a:solidFill>
                  <a:schemeClr val="tx1"/>
                </a:solidFill>
                <a:latin typeface="+mn-lt"/>
                <a:ea typeface="+mn-ea"/>
                <a:cs typeface="+mn-cs"/>
              </a:defRPr>
            </a:lvl8pPr>
            <a:lvl9pPr marL="2231136" indent="-182880" algn="l" rtl="0" eaLnBrk="1" latinLnBrk="0" hangingPunct="1">
              <a:spcBef>
                <a:spcPct val="20000"/>
              </a:spcBef>
              <a:buClr>
                <a:schemeClr val="accent3"/>
              </a:buClr>
              <a:buFont typeface="Wingdings 2" pitchFamily="18" charset="2"/>
              <a:buChar char=""/>
              <a:defRPr kumimoji="0" sz="1800" kern="1200" baseline="0">
                <a:solidFill>
                  <a:schemeClr val="tx1"/>
                </a:solidFill>
                <a:latin typeface="+mn-lt"/>
                <a:ea typeface="+mn-ea"/>
                <a:cs typeface="+mn-cs"/>
              </a:defRPr>
            </a:lvl9pPr>
            <a:extLst/>
          </a:lstStyle>
          <a:p>
            <a:pPr>
              <a:lnSpc>
                <a:spcPts val="4000"/>
              </a:lnSpc>
            </a:pPr>
            <a:r>
              <a:rPr lang="zh-CN" altLang="en-US" sz="2800" b="1" dirty="0"/>
              <a:t>全局指数稳定（</a:t>
            </a:r>
            <a:r>
              <a:rPr lang="en-US" altLang="zh-CN" sz="2800" b="1" dirty="0"/>
              <a:t>globally exponentially stable</a:t>
            </a:r>
            <a:r>
              <a:rPr lang="zh-CN" altLang="en-US" sz="2800" b="1" dirty="0"/>
              <a:t>）：</a:t>
            </a:r>
            <a:br>
              <a:rPr lang="en-US" altLang="zh-CN" sz="2800" b="1" dirty="0"/>
            </a:br>
            <a:r>
              <a:rPr lang="en-US" altLang="zh-CN" sz="2800" b="1" dirty="0"/>
              <a:t>                    </a:t>
            </a:r>
            <a:r>
              <a:rPr lang="zh-CN" altLang="en-US" sz="2800" b="1" dirty="0"/>
              <a:t>如果 </a:t>
            </a:r>
            <a:r>
              <a:rPr lang="el-GR" altLang="zh-CN" sz="2800" b="1" i="1" dirty="0">
                <a:latin typeface="Times New Roman"/>
                <a:cs typeface="Times New Roman"/>
              </a:rPr>
              <a:t>δ</a:t>
            </a:r>
            <a:r>
              <a:rPr lang="en-US" altLang="zh-CN" sz="2800" b="1" i="1" dirty="0">
                <a:latin typeface="Times New Roman"/>
                <a:cs typeface="Times New Roman"/>
              </a:rPr>
              <a:t> </a:t>
            </a:r>
            <a:r>
              <a:rPr lang="zh-CN" altLang="en-US" sz="2800" b="1" dirty="0"/>
              <a:t>可以取任意值</a:t>
            </a:r>
          </a:p>
        </p:txBody>
      </p:sp>
      <p:sp>
        <p:nvSpPr>
          <p:cNvPr id="26" name="内容占位符 2"/>
          <p:cNvSpPr txBox="1">
            <a:spLocks/>
          </p:cNvSpPr>
          <p:nvPr/>
        </p:nvSpPr>
        <p:spPr>
          <a:xfrm>
            <a:off x="438472" y="5700986"/>
            <a:ext cx="8382000" cy="752350"/>
          </a:xfrm>
          <a:prstGeom prst="rect">
            <a:avLst/>
          </a:prstGeom>
        </p:spPr>
        <p:txBody>
          <a:bodyPr vert="horz" lIns="54864" tIns="91440" rtlCol="0">
            <a:normAutofit/>
          </a:bodyPr>
          <a:lstStyle>
            <a:lvl1pPr marL="438912" indent="-320040" algn="l" rtl="0" eaLnBrk="1" latinLnBrk="0" hangingPunct="1">
              <a:spcBef>
                <a:spcPts val="0"/>
              </a:spcBef>
              <a:buClr>
                <a:schemeClr val="accent1"/>
              </a:buClr>
              <a:buSzPct val="80000"/>
              <a:buFont typeface="Wingdings 2"/>
              <a:buChar char=""/>
              <a:defRPr kumimoji="0" sz="3200" kern="1200">
                <a:solidFill>
                  <a:schemeClr val="bg1"/>
                </a:solidFill>
                <a:latin typeface="Times New Roman" pitchFamily="18" charset="0"/>
                <a:ea typeface="+mn-ea"/>
                <a:cs typeface="Times New Roman" pitchFamily="18" charset="0"/>
              </a:defRPr>
            </a:lvl1pPr>
            <a:lvl2pPr marL="731520" indent="-274320" algn="l" rtl="0" eaLnBrk="1" latinLnBrk="0" hangingPunct="1">
              <a:spcBef>
                <a:spcPct val="20000"/>
              </a:spcBef>
              <a:buClr>
                <a:schemeClr val="accent2"/>
              </a:buClr>
              <a:buSzPct val="90000"/>
              <a:buFont typeface="Wingdings"/>
              <a:buChar char=""/>
              <a:defRPr kumimoji="0" sz="2800" kern="1200">
                <a:solidFill>
                  <a:schemeClr val="bg1"/>
                </a:solidFill>
                <a:latin typeface="Times New Roman" pitchFamily="18" charset="0"/>
                <a:ea typeface="+mn-ea"/>
                <a:cs typeface="Times New Roman" pitchFamily="18" charset="0"/>
              </a:defRPr>
            </a:lvl2pPr>
            <a:lvl3pPr marL="996696" indent="-228600" algn="l" rtl="0" eaLnBrk="1" latinLnBrk="0" hangingPunct="1">
              <a:spcBef>
                <a:spcPct val="20000"/>
              </a:spcBef>
              <a:buClr>
                <a:schemeClr val="accent3"/>
              </a:buClr>
              <a:buFont typeface="Arial"/>
              <a:buChar char="▪"/>
              <a:defRPr kumimoji="0" sz="2400" kern="1200">
                <a:solidFill>
                  <a:schemeClr val="bg1"/>
                </a:solidFill>
                <a:latin typeface="Times New Roman" pitchFamily="18" charset="0"/>
                <a:ea typeface="+mn-ea"/>
                <a:cs typeface="Times New Roman" pitchFamily="18" charset="0"/>
              </a:defRPr>
            </a:lvl3pPr>
            <a:lvl4pPr marL="1216152" indent="-182880" algn="l" rtl="0" eaLnBrk="1" latinLnBrk="0" hangingPunct="1">
              <a:spcBef>
                <a:spcPct val="20000"/>
              </a:spcBef>
              <a:buClr>
                <a:schemeClr val="accent4"/>
              </a:buClr>
              <a:buFont typeface="Arial"/>
              <a:buChar char="▪"/>
              <a:defRPr kumimoji="0" sz="2000" kern="1200">
                <a:solidFill>
                  <a:schemeClr val="bg1"/>
                </a:solidFill>
                <a:latin typeface="Times New Roman" pitchFamily="18" charset="0"/>
                <a:ea typeface="+mn-ea"/>
                <a:cs typeface="Times New Roman" pitchFamily="18" charset="0"/>
              </a:defRPr>
            </a:lvl4pPr>
            <a:lvl5pPr marL="1426464" indent="-182880" algn="l" rtl="0" eaLnBrk="1" latinLnBrk="0" hangingPunct="1">
              <a:spcBef>
                <a:spcPct val="20000"/>
              </a:spcBef>
              <a:buClr>
                <a:schemeClr val="accent5"/>
              </a:buClr>
              <a:buFont typeface="Wingdings 3"/>
              <a:buChar char=""/>
              <a:defRPr kumimoji="0" lang="en-US" sz="2000" kern="1200" smtClean="0">
                <a:solidFill>
                  <a:schemeClr val="tx1"/>
                </a:solidFill>
                <a:latin typeface="Times New Roman" pitchFamily="18" charset="0"/>
                <a:ea typeface="+mn-ea"/>
                <a:cs typeface="Times New Roman" pitchFamily="18" charset="0"/>
              </a:defRPr>
            </a:lvl5pPr>
            <a:lvl6pPr marL="1627632" indent="-182880" algn="l" rtl="0" eaLnBrk="1" latinLnBrk="0" hangingPunct="1">
              <a:spcBef>
                <a:spcPct val="20000"/>
              </a:spcBef>
              <a:buClr>
                <a:schemeClr val="accent6"/>
              </a:buClr>
              <a:buSzPct val="100000"/>
              <a:buFont typeface="Wingdings 2"/>
              <a:buChar char=""/>
              <a:defRPr kumimoji="0" sz="2000" kern="1200">
                <a:solidFill>
                  <a:schemeClr val="tx1"/>
                </a:solidFill>
                <a:latin typeface="+mn-lt"/>
                <a:ea typeface="+mn-ea"/>
                <a:cs typeface="+mn-cs"/>
              </a:defRPr>
            </a:lvl6pPr>
            <a:lvl7pPr marL="1828800" indent="-182880" algn="l" rtl="0" eaLnBrk="1" latinLnBrk="0" hangingPunct="1">
              <a:spcBef>
                <a:spcPct val="20000"/>
              </a:spcBef>
              <a:buClr>
                <a:schemeClr val="accent1"/>
              </a:buClr>
              <a:buSzPct val="100000"/>
              <a:buFont typeface="Wingdings 2"/>
              <a:buChar char=""/>
              <a:defRPr kumimoji="0" sz="1800" kern="1200">
                <a:solidFill>
                  <a:schemeClr val="tx1"/>
                </a:solidFill>
                <a:latin typeface="+mn-lt"/>
                <a:ea typeface="+mn-ea"/>
                <a:cs typeface="+mn-cs"/>
              </a:defRPr>
            </a:lvl7pPr>
            <a:lvl8pPr marL="2029968" indent="-182880" algn="l" rtl="0" eaLnBrk="1" latinLnBrk="0" hangingPunct="1">
              <a:spcBef>
                <a:spcPct val="20000"/>
              </a:spcBef>
              <a:buClr>
                <a:schemeClr val="accent2"/>
              </a:buClr>
              <a:buFont typeface="Wingdings 2" pitchFamily="18" charset="2"/>
              <a:buChar char=""/>
              <a:defRPr kumimoji="0" sz="1800" kern="1200">
                <a:solidFill>
                  <a:schemeClr val="tx1"/>
                </a:solidFill>
                <a:latin typeface="+mn-lt"/>
                <a:ea typeface="+mn-ea"/>
                <a:cs typeface="+mn-cs"/>
              </a:defRPr>
            </a:lvl8pPr>
            <a:lvl9pPr marL="2231136" indent="-182880" algn="l" rtl="0" eaLnBrk="1" latinLnBrk="0" hangingPunct="1">
              <a:spcBef>
                <a:spcPct val="20000"/>
              </a:spcBef>
              <a:buClr>
                <a:schemeClr val="accent3"/>
              </a:buClr>
              <a:buFont typeface="Wingdings 2" pitchFamily="18" charset="2"/>
              <a:buChar char=""/>
              <a:defRPr kumimoji="0" sz="1800" kern="1200" baseline="0">
                <a:solidFill>
                  <a:schemeClr val="tx1"/>
                </a:solidFill>
                <a:latin typeface="+mn-lt"/>
                <a:ea typeface="+mn-ea"/>
                <a:cs typeface="+mn-cs"/>
              </a:defRPr>
            </a:lvl9pPr>
            <a:extLst/>
          </a:lstStyle>
          <a:p>
            <a:pPr>
              <a:lnSpc>
                <a:spcPts val="4000"/>
              </a:lnSpc>
            </a:pPr>
            <a:r>
              <a:rPr lang="zh-CN" altLang="en-US" sz="2800" b="1" dirty="0"/>
              <a:t>指数稳定与一致稳定的关系？</a:t>
            </a:r>
          </a:p>
        </p:txBody>
      </p:sp>
      <p:sp>
        <p:nvSpPr>
          <p:cNvPr id="14" name="日期占位符 3"/>
          <p:cNvSpPr txBox="1">
            <a:spLocks/>
          </p:cNvSpPr>
          <p:nvPr/>
        </p:nvSpPr>
        <p:spPr>
          <a:xfrm>
            <a:off x="457200" y="6476999"/>
            <a:ext cx="2133600" cy="274320"/>
          </a:xfrm>
          <a:prstGeom prst="rect">
            <a:avLst/>
          </a:prstGeom>
        </p:spPr>
        <p:txBody>
          <a:bodyPr vert="horz" lIns="109728" rIns="45720" bIns="0" rtlCol="0" anchor="b"/>
          <a:lstStyle>
            <a:defPPr>
              <a:defRPr lang="zh-CN"/>
            </a:defPPr>
            <a:lvl1pPr marL="0" algn="l" defTabSz="914400" rtl="0" eaLnBrk="1" latinLnBrk="0" hangingPunct="1">
              <a:defRPr kumimoji="0" sz="1800" kern="1200">
                <a:solidFill>
                  <a:srgbClr val="FF0000"/>
                </a:solidFill>
                <a:latin typeface="Times New Roman" pitchFamily="18" charset="0"/>
                <a:ea typeface="+mn-ea"/>
                <a:cs typeface="Times New Roman" pitchFamily="18"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dirty="0"/>
          </a:p>
        </p:txBody>
      </p:sp>
    </p:spTree>
    <p:custDataLst>
      <p:tags r:id="rId1"/>
    </p:custDataLst>
    <p:extLst>
      <p:ext uri="{BB962C8B-B14F-4D97-AF65-F5344CB8AC3E}">
        <p14:creationId xmlns:p14="http://schemas.microsoft.com/office/powerpoint/2010/main" val="410831255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pPr algn="ctr"/>
            <a:r>
              <a:rPr lang="zh-CN" altLang="en-US" dirty="0"/>
              <a:t>第四讲</a:t>
            </a:r>
          </a:p>
        </p:txBody>
      </p:sp>
      <p:sp>
        <p:nvSpPr>
          <p:cNvPr id="5" name="灯片编号占位符 4"/>
          <p:cNvSpPr>
            <a:spLocks noGrp="1"/>
          </p:cNvSpPr>
          <p:nvPr>
            <p:ph type="sldNum" sz="quarter" idx="12"/>
          </p:nvPr>
        </p:nvSpPr>
        <p:spPr/>
        <p:txBody>
          <a:bodyPr/>
          <a:lstStyle/>
          <a:p>
            <a:fld id="{58C210BB-F110-452C-89E7-9EA0A8D47DCE}" type="slidenum">
              <a:rPr lang="zh-CN" altLang="en-US" smtClean="0"/>
              <a:pPr/>
              <a:t>20</a:t>
            </a:fld>
            <a:endParaRPr lang="zh-CN" altLang="en-US" dirty="0"/>
          </a:p>
        </p:txBody>
      </p:sp>
      <p:sp>
        <p:nvSpPr>
          <p:cNvPr id="26" name="内容占位符 2">
            <a:extLst>
              <a:ext uri="{FF2B5EF4-FFF2-40B4-BE49-F238E27FC236}">
                <a16:creationId xmlns:a16="http://schemas.microsoft.com/office/drawing/2014/main" id="{C956924C-445C-4097-B601-992DE600B0B6}"/>
              </a:ext>
            </a:extLst>
          </p:cNvPr>
          <p:cNvSpPr txBox="1">
            <a:spLocks/>
          </p:cNvSpPr>
          <p:nvPr/>
        </p:nvSpPr>
        <p:spPr>
          <a:xfrm>
            <a:off x="633028" y="1700808"/>
            <a:ext cx="7877944" cy="4320480"/>
          </a:xfrm>
          <a:prstGeom prst="rect">
            <a:avLst/>
          </a:prstGeom>
        </p:spPr>
        <p:txBody>
          <a:bodyPr vert="horz" lIns="54864" tIns="91440" rtlCol="0">
            <a:normAutofit/>
          </a:bodyPr>
          <a:lstStyle>
            <a:lvl1pPr marL="438912" indent="-320040" algn="l" rtl="0" eaLnBrk="1" latinLnBrk="0" hangingPunct="1">
              <a:spcBef>
                <a:spcPts val="0"/>
              </a:spcBef>
              <a:buClr>
                <a:schemeClr val="accent1"/>
              </a:buClr>
              <a:buSzPct val="80000"/>
              <a:buFont typeface="Wingdings 2"/>
              <a:buChar char=""/>
              <a:defRPr kumimoji="0" sz="3200" kern="1200">
                <a:solidFill>
                  <a:schemeClr val="bg1"/>
                </a:solidFill>
                <a:latin typeface="Times New Roman" pitchFamily="18" charset="0"/>
                <a:ea typeface="+mn-ea"/>
                <a:cs typeface="Times New Roman" pitchFamily="18" charset="0"/>
              </a:defRPr>
            </a:lvl1pPr>
            <a:lvl2pPr marL="731520" indent="-274320" algn="l" rtl="0" eaLnBrk="1" latinLnBrk="0" hangingPunct="1">
              <a:spcBef>
                <a:spcPct val="20000"/>
              </a:spcBef>
              <a:buClr>
                <a:schemeClr val="accent2"/>
              </a:buClr>
              <a:buSzPct val="90000"/>
              <a:buFont typeface="Wingdings"/>
              <a:buChar char=""/>
              <a:defRPr kumimoji="0" sz="2800" kern="1200">
                <a:solidFill>
                  <a:schemeClr val="bg1"/>
                </a:solidFill>
                <a:latin typeface="Times New Roman" pitchFamily="18" charset="0"/>
                <a:ea typeface="+mn-ea"/>
                <a:cs typeface="Times New Roman" pitchFamily="18" charset="0"/>
              </a:defRPr>
            </a:lvl2pPr>
            <a:lvl3pPr marL="996696" indent="-228600" algn="l" rtl="0" eaLnBrk="1" latinLnBrk="0" hangingPunct="1">
              <a:spcBef>
                <a:spcPct val="20000"/>
              </a:spcBef>
              <a:buClr>
                <a:schemeClr val="accent3"/>
              </a:buClr>
              <a:buFont typeface="Arial"/>
              <a:buChar char="▪"/>
              <a:defRPr kumimoji="0" sz="2400" kern="1200">
                <a:solidFill>
                  <a:schemeClr val="bg1"/>
                </a:solidFill>
                <a:latin typeface="Times New Roman" pitchFamily="18" charset="0"/>
                <a:ea typeface="+mn-ea"/>
                <a:cs typeface="Times New Roman" pitchFamily="18" charset="0"/>
              </a:defRPr>
            </a:lvl3pPr>
            <a:lvl4pPr marL="1216152" indent="-182880" algn="l" rtl="0" eaLnBrk="1" latinLnBrk="0" hangingPunct="1">
              <a:spcBef>
                <a:spcPct val="20000"/>
              </a:spcBef>
              <a:buClr>
                <a:schemeClr val="accent4"/>
              </a:buClr>
              <a:buFont typeface="Arial"/>
              <a:buChar char="▪"/>
              <a:defRPr kumimoji="0" sz="2000" kern="1200">
                <a:solidFill>
                  <a:schemeClr val="bg1"/>
                </a:solidFill>
                <a:latin typeface="Times New Roman" pitchFamily="18" charset="0"/>
                <a:ea typeface="+mn-ea"/>
                <a:cs typeface="Times New Roman" pitchFamily="18" charset="0"/>
              </a:defRPr>
            </a:lvl4pPr>
            <a:lvl5pPr marL="1426464" indent="-182880" algn="l" rtl="0" eaLnBrk="1" latinLnBrk="0" hangingPunct="1">
              <a:spcBef>
                <a:spcPct val="20000"/>
              </a:spcBef>
              <a:buClr>
                <a:schemeClr val="accent5"/>
              </a:buClr>
              <a:buFont typeface="Wingdings 3"/>
              <a:buChar char=""/>
              <a:defRPr kumimoji="0" lang="en-US" sz="2000" kern="1200" smtClean="0">
                <a:solidFill>
                  <a:schemeClr val="tx1"/>
                </a:solidFill>
                <a:latin typeface="Times New Roman" pitchFamily="18" charset="0"/>
                <a:ea typeface="+mn-ea"/>
                <a:cs typeface="Times New Roman" pitchFamily="18" charset="0"/>
              </a:defRPr>
            </a:lvl5pPr>
            <a:lvl6pPr marL="1627632" indent="-182880" algn="l" rtl="0" eaLnBrk="1" latinLnBrk="0" hangingPunct="1">
              <a:spcBef>
                <a:spcPct val="20000"/>
              </a:spcBef>
              <a:buClr>
                <a:schemeClr val="accent6"/>
              </a:buClr>
              <a:buSzPct val="100000"/>
              <a:buFont typeface="Wingdings 2"/>
              <a:buChar char=""/>
              <a:defRPr kumimoji="0" sz="2000" kern="1200">
                <a:solidFill>
                  <a:schemeClr val="tx1"/>
                </a:solidFill>
                <a:latin typeface="+mn-lt"/>
                <a:ea typeface="+mn-ea"/>
                <a:cs typeface="+mn-cs"/>
              </a:defRPr>
            </a:lvl6pPr>
            <a:lvl7pPr marL="1828800" indent="-182880" algn="l" rtl="0" eaLnBrk="1" latinLnBrk="0" hangingPunct="1">
              <a:spcBef>
                <a:spcPct val="20000"/>
              </a:spcBef>
              <a:buClr>
                <a:schemeClr val="accent1"/>
              </a:buClr>
              <a:buSzPct val="100000"/>
              <a:buFont typeface="Wingdings 2"/>
              <a:buChar char=""/>
              <a:defRPr kumimoji="0" sz="1800" kern="1200">
                <a:solidFill>
                  <a:schemeClr val="tx1"/>
                </a:solidFill>
                <a:latin typeface="+mn-lt"/>
                <a:ea typeface="+mn-ea"/>
                <a:cs typeface="+mn-cs"/>
              </a:defRPr>
            </a:lvl7pPr>
            <a:lvl8pPr marL="2029968" indent="-182880" algn="l" rtl="0" eaLnBrk="1" latinLnBrk="0" hangingPunct="1">
              <a:spcBef>
                <a:spcPct val="20000"/>
              </a:spcBef>
              <a:buClr>
                <a:schemeClr val="accent2"/>
              </a:buClr>
              <a:buFont typeface="Wingdings 2" pitchFamily="18" charset="2"/>
              <a:buChar char=""/>
              <a:defRPr kumimoji="0" sz="1800" kern="1200">
                <a:solidFill>
                  <a:schemeClr val="tx1"/>
                </a:solidFill>
                <a:latin typeface="+mn-lt"/>
                <a:ea typeface="+mn-ea"/>
                <a:cs typeface="+mn-cs"/>
              </a:defRPr>
            </a:lvl8pPr>
            <a:lvl9pPr marL="2231136" indent="-182880" algn="l" rtl="0" eaLnBrk="1" latinLnBrk="0" hangingPunct="1">
              <a:spcBef>
                <a:spcPct val="20000"/>
              </a:spcBef>
              <a:buClr>
                <a:schemeClr val="accent3"/>
              </a:buClr>
              <a:buFont typeface="Wingdings 2" pitchFamily="18" charset="2"/>
              <a:buChar char=""/>
              <a:defRPr kumimoji="0" sz="1800" kern="1200" baseline="0">
                <a:solidFill>
                  <a:schemeClr val="tx1"/>
                </a:solidFill>
                <a:latin typeface="+mn-lt"/>
                <a:ea typeface="+mn-ea"/>
                <a:cs typeface="+mn-cs"/>
              </a:defRPr>
            </a:lvl9pPr>
            <a:extLst/>
          </a:lstStyle>
          <a:p>
            <a:pPr marL="633222" indent="-514350">
              <a:lnSpc>
                <a:spcPct val="150000"/>
              </a:lnSpc>
              <a:buClr>
                <a:schemeClr val="tx1">
                  <a:lumMod val="50000"/>
                  <a:lumOff val="50000"/>
                </a:schemeClr>
              </a:buClr>
              <a:buSzPct val="100000"/>
              <a:buFont typeface="+mj-lt"/>
              <a:buAutoNum type="arabicPeriod"/>
            </a:pPr>
            <a:r>
              <a:rPr lang="zh-CN" altLang="en-US" sz="4000" b="1" dirty="0">
                <a:solidFill>
                  <a:schemeClr val="tx1">
                    <a:lumMod val="50000"/>
                    <a:lumOff val="50000"/>
                  </a:schemeClr>
                </a:solidFill>
              </a:rPr>
              <a:t>非自治系统的稳定性定义</a:t>
            </a:r>
            <a:endParaRPr lang="en-US" altLang="zh-CN" sz="4000" b="1" dirty="0">
              <a:solidFill>
                <a:schemeClr val="tx1">
                  <a:lumMod val="50000"/>
                  <a:lumOff val="50000"/>
                </a:schemeClr>
              </a:solidFill>
            </a:endParaRPr>
          </a:p>
          <a:p>
            <a:pPr marL="633222" indent="-514350">
              <a:lnSpc>
                <a:spcPct val="150000"/>
              </a:lnSpc>
              <a:buClr>
                <a:srgbClr val="FFC000"/>
              </a:buClr>
              <a:buSzPct val="100000"/>
              <a:buFont typeface="+mj-lt"/>
              <a:buAutoNum type="arabicPeriod"/>
            </a:pPr>
            <a:r>
              <a:rPr lang="zh-CN" altLang="en-US" sz="4000" b="1" dirty="0">
                <a:solidFill>
                  <a:srgbClr val="FFC000"/>
                </a:solidFill>
              </a:rPr>
              <a:t>比较函数与稳定性（回顾）</a:t>
            </a:r>
            <a:endParaRPr lang="en-US" altLang="zh-CN" sz="4000" b="1" dirty="0">
              <a:solidFill>
                <a:srgbClr val="FFC000"/>
              </a:solidFill>
            </a:endParaRPr>
          </a:p>
          <a:p>
            <a:pPr marL="633222" indent="-514350">
              <a:lnSpc>
                <a:spcPct val="150000"/>
              </a:lnSpc>
              <a:buClr>
                <a:schemeClr val="tx1">
                  <a:lumMod val="50000"/>
                  <a:lumOff val="50000"/>
                </a:schemeClr>
              </a:buClr>
              <a:buSzPct val="100000"/>
              <a:buFont typeface="+mj-lt"/>
              <a:buAutoNum type="arabicPeriod"/>
            </a:pPr>
            <a:r>
              <a:rPr lang="zh-CN" altLang="en-US" sz="4000" b="1" dirty="0">
                <a:solidFill>
                  <a:schemeClr val="tx1">
                    <a:lumMod val="50000"/>
                    <a:lumOff val="50000"/>
                  </a:schemeClr>
                </a:solidFill>
              </a:rPr>
              <a:t>非自治系统的</a:t>
            </a:r>
            <a:r>
              <a:rPr lang="en-US" altLang="zh-CN" sz="4000" b="1" dirty="0">
                <a:solidFill>
                  <a:schemeClr val="tx1">
                    <a:lumMod val="50000"/>
                    <a:lumOff val="50000"/>
                  </a:schemeClr>
                </a:solidFill>
              </a:rPr>
              <a:t>Lyapunov</a:t>
            </a:r>
            <a:r>
              <a:rPr lang="zh-CN" altLang="en-US" sz="4000" b="1" dirty="0">
                <a:solidFill>
                  <a:schemeClr val="tx1">
                    <a:lumMod val="50000"/>
                    <a:lumOff val="50000"/>
                  </a:schemeClr>
                </a:solidFill>
              </a:rPr>
              <a:t>理论</a:t>
            </a:r>
            <a:endParaRPr lang="en-US" altLang="zh-CN" sz="4000" b="1" dirty="0">
              <a:solidFill>
                <a:schemeClr val="tx1">
                  <a:lumMod val="50000"/>
                  <a:lumOff val="50000"/>
                </a:schemeClr>
              </a:solidFill>
            </a:endParaRPr>
          </a:p>
          <a:p>
            <a:pPr marL="633222" indent="-514350">
              <a:lnSpc>
                <a:spcPct val="150000"/>
              </a:lnSpc>
              <a:buClr>
                <a:schemeClr val="tx1">
                  <a:lumMod val="50000"/>
                  <a:lumOff val="50000"/>
                </a:schemeClr>
              </a:buClr>
              <a:buSzPct val="100000"/>
              <a:buFont typeface="+mj-lt"/>
              <a:buAutoNum type="arabicPeriod"/>
            </a:pPr>
            <a:r>
              <a:rPr lang="en-US" altLang="zh-CN" sz="4000" b="1" dirty="0">
                <a:solidFill>
                  <a:schemeClr val="tx1">
                    <a:lumMod val="50000"/>
                    <a:lumOff val="50000"/>
                  </a:schemeClr>
                </a:solidFill>
              </a:rPr>
              <a:t>Lyapunov</a:t>
            </a:r>
            <a:r>
              <a:rPr lang="zh-CN" altLang="en-US" sz="4000" b="1" dirty="0">
                <a:solidFill>
                  <a:schemeClr val="tx1">
                    <a:lumMod val="50000"/>
                    <a:lumOff val="50000"/>
                  </a:schemeClr>
                </a:solidFill>
              </a:rPr>
              <a:t>逆定理</a:t>
            </a:r>
          </a:p>
        </p:txBody>
      </p:sp>
      <p:sp>
        <p:nvSpPr>
          <p:cNvPr id="6" name="日期占位符 3"/>
          <p:cNvSpPr txBox="1">
            <a:spLocks/>
          </p:cNvSpPr>
          <p:nvPr/>
        </p:nvSpPr>
        <p:spPr>
          <a:xfrm>
            <a:off x="457200" y="6476999"/>
            <a:ext cx="2133600" cy="274320"/>
          </a:xfrm>
          <a:prstGeom prst="rect">
            <a:avLst/>
          </a:prstGeom>
        </p:spPr>
        <p:txBody>
          <a:bodyPr vert="horz" lIns="109728" rIns="45720" bIns="0" rtlCol="0" anchor="b"/>
          <a:lstStyle>
            <a:defPPr>
              <a:defRPr lang="zh-CN"/>
            </a:defPPr>
            <a:lvl1pPr marL="0" algn="l" defTabSz="914400" rtl="0" eaLnBrk="1" latinLnBrk="0" hangingPunct="1">
              <a:defRPr kumimoji="0" sz="1800" kern="1200">
                <a:solidFill>
                  <a:srgbClr val="FF0000"/>
                </a:solidFill>
                <a:latin typeface="Times New Roman" pitchFamily="18" charset="0"/>
                <a:ea typeface="+mn-ea"/>
                <a:cs typeface="Times New Roman" pitchFamily="18"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dirty="0"/>
          </a:p>
        </p:txBody>
      </p:sp>
    </p:spTree>
    <p:extLst>
      <p:ext uri="{BB962C8B-B14F-4D97-AF65-F5344CB8AC3E}">
        <p14:creationId xmlns:p14="http://schemas.microsoft.com/office/powerpoint/2010/main" val="235009974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zh-CN" altLang="en-US" dirty="0"/>
              <a:t>比较函数（</a:t>
            </a:r>
            <a:r>
              <a:rPr lang="en-US" altLang="zh-CN" dirty="0"/>
              <a:t>comparison functions</a:t>
            </a:r>
            <a:r>
              <a:rPr lang="zh-CN" altLang="en-US" dirty="0"/>
              <a:t>）</a:t>
            </a:r>
          </a:p>
        </p:txBody>
      </p:sp>
      <p:sp>
        <p:nvSpPr>
          <p:cNvPr id="7" name="灯片编号占位符 6"/>
          <p:cNvSpPr>
            <a:spLocks noGrp="1"/>
          </p:cNvSpPr>
          <p:nvPr>
            <p:ph type="sldNum" sz="quarter" idx="12"/>
          </p:nvPr>
        </p:nvSpPr>
        <p:spPr/>
        <p:txBody>
          <a:bodyPr/>
          <a:lstStyle/>
          <a:p>
            <a:fld id="{58C210BB-F110-452C-89E7-9EA0A8D47DCE}" type="slidenum">
              <a:rPr lang="zh-CN" altLang="en-US" smtClean="0"/>
              <a:pPr/>
              <a:t>21</a:t>
            </a:fld>
            <a:endParaRPr lang="zh-CN" altLang="en-US" dirty="0"/>
          </a:p>
        </p:txBody>
      </p:sp>
      <mc:AlternateContent xmlns:mc="http://schemas.openxmlformats.org/markup-compatibility/2006" xmlns:a14="http://schemas.microsoft.com/office/drawing/2010/main">
        <mc:Choice Requires="a14">
          <p:sp>
            <p:nvSpPr>
              <p:cNvPr id="8" name="内容占位符 2"/>
              <p:cNvSpPr txBox="1">
                <a:spLocks/>
              </p:cNvSpPr>
              <p:nvPr/>
            </p:nvSpPr>
            <p:spPr>
              <a:xfrm>
                <a:off x="438472" y="1052736"/>
                <a:ext cx="8382000" cy="2808312"/>
              </a:xfrm>
              <a:prstGeom prst="rect">
                <a:avLst/>
              </a:prstGeom>
            </p:spPr>
            <p:txBody>
              <a:bodyPr vert="horz" lIns="54864" tIns="91440" rtlCol="0">
                <a:normAutofit/>
              </a:bodyPr>
              <a:lstStyle>
                <a:lvl1pPr marL="438912" indent="-320040" algn="l" rtl="0" eaLnBrk="1" latinLnBrk="0" hangingPunct="1">
                  <a:spcBef>
                    <a:spcPts val="0"/>
                  </a:spcBef>
                  <a:buClr>
                    <a:schemeClr val="accent1"/>
                  </a:buClr>
                  <a:buSzPct val="80000"/>
                  <a:buFont typeface="Wingdings 2"/>
                  <a:buChar char=""/>
                  <a:defRPr kumimoji="0" sz="3200" kern="1200">
                    <a:solidFill>
                      <a:schemeClr val="bg1"/>
                    </a:solidFill>
                    <a:latin typeface="Times New Roman" pitchFamily="18" charset="0"/>
                    <a:ea typeface="+mn-ea"/>
                    <a:cs typeface="Times New Roman" pitchFamily="18" charset="0"/>
                  </a:defRPr>
                </a:lvl1pPr>
                <a:lvl2pPr marL="731520" indent="-274320" algn="l" rtl="0" eaLnBrk="1" latinLnBrk="0" hangingPunct="1">
                  <a:spcBef>
                    <a:spcPct val="20000"/>
                  </a:spcBef>
                  <a:buClr>
                    <a:schemeClr val="accent2"/>
                  </a:buClr>
                  <a:buSzPct val="90000"/>
                  <a:buFont typeface="Wingdings"/>
                  <a:buChar char=""/>
                  <a:defRPr kumimoji="0" sz="2800" kern="1200">
                    <a:solidFill>
                      <a:schemeClr val="bg1"/>
                    </a:solidFill>
                    <a:latin typeface="Times New Roman" pitchFamily="18" charset="0"/>
                    <a:ea typeface="+mn-ea"/>
                    <a:cs typeface="Times New Roman" pitchFamily="18" charset="0"/>
                  </a:defRPr>
                </a:lvl2pPr>
                <a:lvl3pPr marL="996696" indent="-228600" algn="l" rtl="0" eaLnBrk="1" latinLnBrk="0" hangingPunct="1">
                  <a:spcBef>
                    <a:spcPct val="20000"/>
                  </a:spcBef>
                  <a:buClr>
                    <a:schemeClr val="accent3"/>
                  </a:buClr>
                  <a:buFont typeface="Arial"/>
                  <a:buChar char="▪"/>
                  <a:defRPr kumimoji="0" sz="2400" kern="1200">
                    <a:solidFill>
                      <a:schemeClr val="bg1"/>
                    </a:solidFill>
                    <a:latin typeface="Times New Roman" pitchFamily="18" charset="0"/>
                    <a:ea typeface="+mn-ea"/>
                    <a:cs typeface="Times New Roman" pitchFamily="18" charset="0"/>
                  </a:defRPr>
                </a:lvl3pPr>
                <a:lvl4pPr marL="1216152" indent="-182880" algn="l" rtl="0" eaLnBrk="1" latinLnBrk="0" hangingPunct="1">
                  <a:spcBef>
                    <a:spcPct val="20000"/>
                  </a:spcBef>
                  <a:buClr>
                    <a:schemeClr val="accent4"/>
                  </a:buClr>
                  <a:buFont typeface="Arial"/>
                  <a:buChar char="▪"/>
                  <a:defRPr kumimoji="0" sz="2000" kern="1200">
                    <a:solidFill>
                      <a:schemeClr val="bg1"/>
                    </a:solidFill>
                    <a:latin typeface="Times New Roman" pitchFamily="18" charset="0"/>
                    <a:ea typeface="+mn-ea"/>
                    <a:cs typeface="Times New Roman" pitchFamily="18" charset="0"/>
                  </a:defRPr>
                </a:lvl4pPr>
                <a:lvl5pPr marL="1426464" indent="-182880" algn="l" rtl="0" eaLnBrk="1" latinLnBrk="0" hangingPunct="1">
                  <a:spcBef>
                    <a:spcPct val="20000"/>
                  </a:spcBef>
                  <a:buClr>
                    <a:schemeClr val="accent5"/>
                  </a:buClr>
                  <a:buFont typeface="Wingdings 3"/>
                  <a:buChar char=""/>
                  <a:defRPr kumimoji="0" lang="en-US" sz="2000" kern="1200" smtClean="0">
                    <a:solidFill>
                      <a:schemeClr val="tx1"/>
                    </a:solidFill>
                    <a:latin typeface="Times New Roman" pitchFamily="18" charset="0"/>
                    <a:ea typeface="+mn-ea"/>
                    <a:cs typeface="Times New Roman" pitchFamily="18" charset="0"/>
                  </a:defRPr>
                </a:lvl5pPr>
                <a:lvl6pPr marL="1627632" indent="-182880" algn="l" rtl="0" eaLnBrk="1" latinLnBrk="0" hangingPunct="1">
                  <a:spcBef>
                    <a:spcPct val="20000"/>
                  </a:spcBef>
                  <a:buClr>
                    <a:schemeClr val="accent6"/>
                  </a:buClr>
                  <a:buSzPct val="100000"/>
                  <a:buFont typeface="Wingdings 2"/>
                  <a:buChar char=""/>
                  <a:defRPr kumimoji="0" sz="2000" kern="1200">
                    <a:solidFill>
                      <a:schemeClr val="tx1"/>
                    </a:solidFill>
                    <a:latin typeface="+mn-lt"/>
                    <a:ea typeface="+mn-ea"/>
                    <a:cs typeface="+mn-cs"/>
                  </a:defRPr>
                </a:lvl6pPr>
                <a:lvl7pPr marL="1828800" indent="-182880" algn="l" rtl="0" eaLnBrk="1" latinLnBrk="0" hangingPunct="1">
                  <a:spcBef>
                    <a:spcPct val="20000"/>
                  </a:spcBef>
                  <a:buClr>
                    <a:schemeClr val="accent1"/>
                  </a:buClr>
                  <a:buSzPct val="100000"/>
                  <a:buFont typeface="Wingdings 2"/>
                  <a:buChar char=""/>
                  <a:defRPr kumimoji="0" sz="1800" kern="1200">
                    <a:solidFill>
                      <a:schemeClr val="tx1"/>
                    </a:solidFill>
                    <a:latin typeface="+mn-lt"/>
                    <a:ea typeface="+mn-ea"/>
                    <a:cs typeface="+mn-cs"/>
                  </a:defRPr>
                </a:lvl7pPr>
                <a:lvl8pPr marL="2029968" indent="-182880" algn="l" rtl="0" eaLnBrk="1" latinLnBrk="0" hangingPunct="1">
                  <a:spcBef>
                    <a:spcPct val="20000"/>
                  </a:spcBef>
                  <a:buClr>
                    <a:schemeClr val="accent2"/>
                  </a:buClr>
                  <a:buFont typeface="Wingdings 2" pitchFamily="18" charset="2"/>
                  <a:buChar char=""/>
                  <a:defRPr kumimoji="0" sz="1800" kern="1200">
                    <a:solidFill>
                      <a:schemeClr val="tx1"/>
                    </a:solidFill>
                    <a:latin typeface="+mn-lt"/>
                    <a:ea typeface="+mn-ea"/>
                    <a:cs typeface="+mn-cs"/>
                  </a:defRPr>
                </a:lvl8pPr>
                <a:lvl9pPr marL="2231136" indent="-182880" algn="l" rtl="0" eaLnBrk="1" latinLnBrk="0" hangingPunct="1">
                  <a:spcBef>
                    <a:spcPct val="20000"/>
                  </a:spcBef>
                  <a:buClr>
                    <a:schemeClr val="accent3"/>
                  </a:buClr>
                  <a:buFont typeface="Wingdings 2" pitchFamily="18" charset="2"/>
                  <a:buChar char=""/>
                  <a:defRPr kumimoji="0" sz="1800" kern="1200" baseline="0">
                    <a:solidFill>
                      <a:schemeClr val="tx1"/>
                    </a:solidFill>
                    <a:latin typeface="+mn-lt"/>
                    <a:ea typeface="+mn-ea"/>
                    <a:cs typeface="+mn-cs"/>
                  </a:defRPr>
                </a:lvl9pPr>
                <a:extLst/>
              </a:lstStyle>
              <a:p>
                <a:pPr>
                  <a:lnSpc>
                    <a:spcPts val="4000"/>
                  </a:lnSpc>
                </a:pPr>
                <a:r>
                  <a:rPr lang="zh-CN" altLang="en-US" sz="2800" b="1" dirty="0"/>
                  <a:t>连续非负标量函数 </a:t>
                </a:r>
                <a14:m>
                  <m:oMath xmlns:m="http://schemas.openxmlformats.org/officeDocument/2006/math">
                    <m:r>
                      <a:rPr lang="zh-CN" altLang="en-US" sz="2800" i="1" smtClean="0">
                        <a:solidFill>
                          <a:schemeClr val="bg1"/>
                        </a:solidFill>
                        <a:latin typeface="Cambria Math" panose="02040503050406030204" pitchFamily="18" charset="0"/>
                      </a:rPr>
                      <m:t>𝛼</m:t>
                    </m:r>
                    <m:r>
                      <a:rPr lang="zh-CN" altLang="en-US" sz="2800" i="1" smtClean="0">
                        <a:solidFill>
                          <a:schemeClr val="bg1"/>
                        </a:solidFill>
                        <a:latin typeface="Cambria Math" panose="02040503050406030204" pitchFamily="18" charset="0"/>
                      </a:rPr>
                      <m:t>(</m:t>
                    </m:r>
                    <m:r>
                      <a:rPr lang="zh-CN" altLang="en-US" sz="2800" i="1" smtClean="0">
                        <a:solidFill>
                          <a:schemeClr val="bg1"/>
                        </a:solidFill>
                        <a:latin typeface="Cambria Math" panose="02040503050406030204" pitchFamily="18" charset="0"/>
                      </a:rPr>
                      <m:t>𝑟</m:t>
                    </m:r>
                    <m:r>
                      <a:rPr lang="zh-CN" altLang="en-US" sz="2800" i="1" smtClean="0">
                        <a:solidFill>
                          <a:schemeClr val="bg1"/>
                        </a:solidFill>
                        <a:latin typeface="Cambria Math" panose="02040503050406030204" pitchFamily="18" charset="0"/>
                      </a:rPr>
                      <m:t>):[0, </m:t>
                    </m:r>
                    <m:r>
                      <a:rPr lang="zh-CN" altLang="en-US" sz="2800" i="1" smtClean="0">
                        <a:solidFill>
                          <a:schemeClr val="bg1"/>
                        </a:solidFill>
                        <a:latin typeface="Cambria Math" panose="02040503050406030204" pitchFamily="18" charset="0"/>
                      </a:rPr>
                      <m:t>𝑎</m:t>
                    </m:r>
                    <m:r>
                      <a:rPr lang="zh-CN" altLang="en-US" sz="2800" i="1" smtClean="0">
                        <a:solidFill>
                          <a:schemeClr val="bg1"/>
                        </a:solidFill>
                        <a:latin typeface="Cambria Math" panose="02040503050406030204" pitchFamily="18" charset="0"/>
                      </a:rPr>
                      <m:t>)→ [0, ∞)</m:t>
                    </m:r>
                  </m:oMath>
                </a14:m>
                <a:r>
                  <a:rPr lang="zh-CN" altLang="en-US" sz="2800" b="1" dirty="0"/>
                  <a:t> 称为：</a:t>
                </a:r>
                <a:endParaRPr lang="en-US" altLang="zh-CN" sz="2800" b="1" dirty="0"/>
              </a:p>
              <a:p>
                <a:pPr marL="633222" indent="-514350">
                  <a:lnSpc>
                    <a:spcPts val="4000"/>
                  </a:lnSpc>
                  <a:buAutoNum type="arabicParenBoth"/>
                </a:pPr>
                <a14:m>
                  <m:oMath xmlns:m="http://schemas.openxmlformats.org/officeDocument/2006/math">
                    <m:r>
                      <a:rPr lang="zh-CN" altLang="en-US" sz="2800" i="1">
                        <a:solidFill>
                          <a:srgbClr val="FFFF00"/>
                        </a:solidFill>
                        <a:latin typeface="Cambria Math" panose="02040503050406030204" pitchFamily="18" charset="0"/>
                      </a:rPr>
                      <m:t>𝒦</m:t>
                    </m:r>
                  </m:oMath>
                </a14:m>
                <a:r>
                  <a:rPr lang="zh-CN" altLang="en-US" sz="2800" b="1" dirty="0">
                    <a:solidFill>
                      <a:srgbClr val="FFFF00"/>
                    </a:solidFill>
                    <a:sym typeface="Euclid Math One"/>
                  </a:rPr>
                  <a:t>类函数：</a:t>
                </a:r>
                <a:br>
                  <a:rPr lang="en-US" altLang="zh-CN" sz="2800" b="1" dirty="0">
                    <a:solidFill>
                      <a:srgbClr val="FFFF00"/>
                    </a:solidFill>
                    <a:sym typeface="Euclid Math One"/>
                  </a:rPr>
                </a:br>
                <a:r>
                  <a:rPr lang="zh-CN" altLang="en-US" sz="2800" b="1" dirty="0"/>
                  <a:t>如果 </a:t>
                </a:r>
                <a14:m>
                  <m:oMath xmlns:m="http://schemas.openxmlformats.org/officeDocument/2006/math">
                    <m:r>
                      <a:rPr lang="zh-CN" altLang="en-US" sz="2800" i="1" smtClean="0">
                        <a:solidFill>
                          <a:srgbClr val="FFFF00"/>
                        </a:solidFill>
                        <a:latin typeface="Cambria Math" panose="02040503050406030204" pitchFamily="18" charset="0"/>
                      </a:rPr>
                      <m:t>𝛼</m:t>
                    </m:r>
                  </m:oMath>
                </a14:m>
                <a:r>
                  <a:rPr lang="zh-CN" altLang="en-US" sz="2800" b="1" dirty="0">
                    <a:solidFill>
                      <a:srgbClr val="FFFF00"/>
                    </a:solidFill>
                  </a:rPr>
                  <a:t>严格递增</a:t>
                </a:r>
                <a:r>
                  <a:rPr lang="zh-CN" altLang="en-US" sz="2800" b="1" dirty="0"/>
                  <a:t>且 </a:t>
                </a:r>
                <a14:m>
                  <m:oMath xmlns:m="http://schemas.openxmlformats.org/officeDocument/2006/math">
                    <m:r>
                      <a:rPr lang="zh-CN" altLang="en-US" sz="2800" i="1" smtClean="0">
                        <a:solidFill>
                          <a:srgbClr val="FFFF00"/>
                        </a:solidFill>
                        <a:latin typeface="Cambria Math" panose="02040503050406030204" pitchFamily="18" charset="0"/>
                      </a:rPr>
                      <m:t>𝛼</m:t>
                    </m:r>
                    <m:r>
                      <a:rPr lang="zh-CN" altLang="en-US" sz="2800" i="1" smtClean="0">
                        <a:solidFill>
                          <a:srgbClr val="FFFF00"/>
                        </a:solidFill>
                        <a:latin typeface="Cambria Math" panose="02040503050406030204" pitchFamily="18" charset="0"/>
                      </a:rPr>
                      <m:t>(0)=0</m:t>
                    </m:r>
                  </m:oMath>
                </a14:m>
                <a:r>
                  <a:rPr lang="zh-CN" altLang="en-US" sz="2800" b="1" dirty="0">
                    <a:sym typeface="Euclid Math One"/>
                  </a:rPr>
                  <a:t>；</a:t>
                </a:r>
                <a:endParaRPr lang="en-US" altLang="zh-CN" sz="2800" b="1" dirty="0">
                  <a:sym typeface="Euclid Math One"/>
                </a:endParaRPr>
              </a:p>
              <a:p>
                <a:pPr marL="633222" indent="-514350">
                  <a:lnSpc>
                    <a:spcPts val="4000"/>
                  </a:lnSpc>
                  <a:buAutoNum type="arabicParenBoth"/>
                </a:pPr>
                <a14:m>
                  <m:oMath xmlns:m="http://schemas.openxmlformats.org/officeDocument/2006/math">
                    <m:sSub>
                      <m:sSubPr>
                        <m:ctrlPr>
                          <a:rPr lang="zh-CN" altLang="en-US" sz="2800" i="1">
                            <a:solidFill>
                              <a:srgbClr val="FFFF00"/>
                            </a:solidFill>
                            <a:latin typeface="Cambria Math" panose="02040503050406030204" pitchFamily="18" charset="0"/>
                          </a:rPr>
                        </m:ctrlPr>
                      </m:sSubPr>
                      <m:e>
                        <m:r>
                          <a:rPr lang="zh-CN" altLang="en-US" sz="2800" i="1">
                            <a:solidFill>
                              <a:srgbClr val="FFFF00"/>
                            </a:solidFill>
                            <a:latin typeface="Cambria Math" panose="02040503050406030204" pitchFamily="18" charset="0"/>
                          </a:rPr>
                          <m:t>𝒦</m:t>
                        </m:r>
                      </m:e>
                      <m:sub>
                        <m:r>
                          <a:rPr lang="zh-CN" altLang="en-US" sz="2800" i="1">
                            <a:solidFill>
                              <a:srgbClr val="FFFF00"/>
                            </a:solidFill>
                            <a:latin typeface="Cambria Math" panose="02040503050406030204" pitchFamily="18" charset="0"/>
                          </a:rPr>
                          <m:t>∞</m:t>
                        </m:r>
                      </m:sub>
                    </m:sSub>
                  </m:oMath>
                </a14:m>
                <a:r>
                  <a:rPr lang="zh-CN" altLang="en-US" sz="2800" b="1" dirty="0">
                    <a:solidFill>
                      <a:srgbClr val="FFFF00"/>
                    </a:solidFill>
                    <a:sym typeface="Euclid Math One"/>
                  </a:rPr>
                  <a:t>类函数：</a:t>
                </a:r>
                <a:r>
                  <a:rPr lang="zh-CN" altLang="en-US" sz="2800" b="1" dirty="0">
                    <a:sym typeface="Euclid Math One"/>
                  </a:rPr>
                  <a:t>如果</a:t>
                </a:r>
                <a14:m>
                  <m:oMath xmlns:m="http://schemas.openxmlformats.org/officeDocument/2006/math">
                    <m:r>
                      <a:rPr lang="zh-CN" altLang="en-US" sz="2800" i="1" smtClean="0">
                        <a:solidFill>
                          <a:srgbClr val="FFFF00"/>
                        </a:solidFill>
                        <a:latin typeface="Cambria Math" panose="02040503050406030204" pitchFamily="18" charset="0"/>
                      </a:rPr>
                      <m:t>𝛼</m:t>
                    </m:r>
                  </m:oMath>
                </a14:m>
                <a:r>
                  <a:rPr lang="zh-CN" altLang="en-US" sz="2800" b="1" dirty="0">
                    <a:solidFill>
                      <a:srgbClr val="FFFF00"/>
                    </a:solidFill>
                    <a:sym typeface="Euclid Math One"/>
                  </a:rPr>
                  <a:t>是定义在</a:t>
                </a:r>
                <a14:m>
                  <m:oMath xmlns:m="http://schemas.openxmlformats.org/officeDocument/2006/math">
                    <m:r>
                      <a:rPr lang="zh-CN" altLang="en-US" sz="2800" i="1">
                        <a:solidFill>
                          <a:srgbClr val="FFFF00"/>
                        </a:solidFill>
                        <a:latin typeface="Cambria Math" panose="02040503050406030204" pitchFamily="18" charset="0"/>
                      </a:rPr>
                      <m:t>[0, </m:t>
                    </m:r>
                    <m:r>
                      <a:rPr lang="zh-CN" altLang="en-US" sz="2800" i="1">
                        <a:solidFill>
                          <a:srgbClr val="FFFF00"/>
                        </a:solidFill>
                        <a:latin typeface="Cambria Math" panose="02040503050406030204" pitchFamily="18" charset="0"/>
                      </a:rPr>
                      <m:t>𝑎</m:t>
                    </m:r>
                    <m:r>
                      <a:rPr lang="zh-CN" altLang="en-US" sz="2800" i="1">
                        <a:solidFill>
                          <a:srgbClr val="FFFF00"/>
                        </a:solidFill>
                        <a:latin typeface="Cambria Math" panose="02040503050406030204" pitchFamily="18" charset="0"/>
                      </a:rPr>
                      <m:t>)</m:t>
                    </m:r>
                  </m:oMath>
                </a14:m>
                <a:r>
                  <a:rPr lang="zh-CN" altLang="en-US" sz="2800" b="1" dirty="0">
                    <a:solidFill>
                      <a:srgbClr val="FFFF00"/>
                    </a:solidFill>
                    <a:sym typeface="Euclid Math One"/>
                  </a:rPr>
                  <a:t>上的</a:t>
                </a:r>
                <a14:m>
                  <m:oMath xmlns:m="http://schemas.openxmlformats.org/officeDocument/2006/math">
                    <m:r>
                      <a:rPr lang="zh-CN" altLang="en-US" sz="2800" i="1">
                        <a:solidFill>
                          <a:srgbClr val="FFFF00"/>
                        </a:solidFill>
                        <a:latin typeface="Cambria Math" panose="02040503050406030204" pitchFamily="18" charset="0"/>
                      </a:rPr>
                      <m:t>𝒦</m:t>
                    </m:r>
                  </m:oMath>
                </a14:m>
                <a:r>
                  <a:rPr lang="zh-CN" altLang="en-US" sz="2800" b="1" dirty="0">
                    <a:solidFill>
                      <a:srgbClr val="FFFF00"/>
                    </a:solidFill>
                    <a:sym typeface="Euclid Math One"/>
                  </a:rPr>
                  <a:t>类函数</a:t>
                </a:r>
                <a:r>
                  <a:rPr lang="zh-CN" altLang="en-US" sz="2800" b="1" dirty="0">
                    <a:sym typeface="Euclid Math One"/>
                  </a:rPr>
                  <a:t>，且</a:t>
                </a:r>
                <a:r>
                  <a:rPr lang="zh-CN" altLang="en-US" sz="2800" b="1" dirty="0">
                    <a:solidFill>
                      <a:srgbClr val="FFFF00"/>
                    </a:solidFill>
                    <a:sym typeface="Euclid Math One"/>
                  </a:rPr>
                  <a:t>当</a:t>
                </a:r>
                <a14:m>
                  <m:oMath xmlns:m="http://schemas.openxmlformats.org/officeDocument/2006/math">
                    <m:r>
                      <a:rPr lang="zh-CN" altLang="en-US" sz="2800" i="1" smtClean="0">
                        <a:solidFill>
                          <a:srgbClr val="FFFF00"/>
                        </a:solidFill>
                        <a:latin typeface="Cambria Math" panose="02040503050406030204" pitchFamily="18" charset="0"/>
                      </a:rPr>
                      <m:t>𝑟</m:t>
                    </m:r>
                    <m:r>
                      <a:rPr lang="zh-CN" altLang="en-US" sz="2800" i="1" smtClean="0">
                        <a:solidFill>
                          <a:srgbClr val="FFFF00"/>
                        </a:solidFill>
                        <a:latin typeface="Cambria Math" panose="02040503050406030204" pitchFamily="18" charset="0"/>
                      </a:rPr>
                      <m:t>→∞</m:t>
                    </m:r>
                  </m:oMath>
                </a14:m>
                <a:r>
                  <a:rPr lang="zh-CN" altLang="en-US" sz="2800" b="1" dirty="0">
                    <a:solidFill>
                      <a:srgbClr val="FFFF00"/>
                    </a:solidFill>
                    <a:sym typeface="Euclid Math One"/>
                  </a:rPr>
                  <a:t>时，</a:t>
                </a:r>
                <a14:m>
                  <m:oMath xmlns:m="http://schemas.openxmlformats.org/officeDocument/2006/math">
                    <m:r>
                      <a:rPr lang="zh-CN" altLang="en-US" sz="2800" i="1" smtClean="0">
                        <a:solidFill>
                          <a:srgbClr val="FFFF00"/>
                        </a:solidFill>
                        <a:latin typeface="Cambria Math" panose="02040503050406030204" pitchFamily="18" charset="0"/>
                      </a:rPr>
                      <m:t>𝛼</m:t>
                    </m:r>
                    <m:r>
                      <a:rPr lang="zh-CN" altLang="en-US" sz="2800" i="1" smtClean="0">
                        <a:solidFill>
                          <a:srgbClr val="FFFF00"/>
                        </a:solidFill>
                        <a:latin typeface="Cambria Math" panose="02040503050406030204" pitchFamily="18" charset="0"/>
                      </a:rPr>
                      <m:t>(</m:t>
                    </m:r>
                    <m:r>
                      <a:rPr lang="zh-CN" altLang="en-US" sz="2800" i="1" smtClean="0">
                        <a:solidFill>
                          <a:srgbClr val="FFFF00"/>
                        </a:solidFill>
                        <a:latin typeface="Cambria Math" panose="02040503050406030204" pitchFamily="18" charset="0"/>
                      </a:rPr>
                      <m:t>𝑟</m:t>
                    </m:r>
                    <m:r>
                      <a:rPr lang="zh-CN" altLang="en-US" sz="2800" i="1" smtClean="0">
                        <a:solidFill>
                          <a:srgbClr val="FFFF00"/>
                        </a:solidFill>
                        <a:latin typeface="Cambria Math" panose="02040503050406030204" pitchFamily="18" charset="0"/>
                      </a:rPr>
                      <m:t>)→∞</m:t>
                    </m:r>
                  </m:oMath>
                </a14:m>
                <a:r>
                  <a:rPr lang="zh-CN" altLang="en-US" sz="2800" b="1" dirty="0">
                    <a:solidFill>
                      <a:srgbClr val="FFFF00"/>
                    </a:solidFill>
                    <a:sym typeface="Euclid Math One"/>
                  </a:rPr>
                  <a:t> </a:t>
                </a:r>
                <a:r>
                  <a:rPr lang="zh-CN" altLang="en-US" sz="2800" b="1" dirty="0">
                    <a:sym typeface="Euclid Math One"/>
                  </a:rPr>
                  <a:t>。</a:t>
                </a:r>
                <a:endParaRPr lang="zh-CN" altLang="en-US" sz="2800" b="1" dirty="0"/>
              </a:p>
            </p:txBody>
          </p:sp>
        </mc:Choice>
        <mc:Fallback xmlns="">
          <p:sp>
            <p:nvSpPr>
              <p:cNvPr id="8" name="内容占位符 2"/>
              <p:cNvSpPr txBox="1">
                <a:spLocks noRot="1" noChangeAspect="1" noMove="1" noResize="1" noEditPoints="1" noAdjustHandles="1" noChangeArrowheads="1" noChangeShapeType="1" noTextEdit="1"/>
              </p:cNvSpPr>
              <p:nvPr/>
            </p:nvSpPr>
            <p:spPr>
              <a:xfrm>
                <a:off x="438472" y="1052736"/>
                <a:ext cx="8382000" cy="2808312"/>
              </a:xfrm>
              <a:prstGeom prst="rect">
                <a:avLst/>
              </a:prstGeom>
              <a:blipFill>
                <a:blip r:embed="rId4"/>
                <a:stretch>
                  <a:fillRect r="-5673" b="-435"/>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2" name="内容占位符 2"/>
              <p:cNvSpPr txBox="1">
                <a:spLocks/>
              </p:cNvSpPr>
              <p:nvPr/>
            </p:nvSpPr>
            <p:spPr>
              <a:xfrm>
                <a:off x="438472" y="3861048"/>
                <a:ext cx="8382000" cy="2831975"/>
              </a:xfrm>
              <a:prstGeom prst="rect">
                <a:avLst/>
              </a:prstGeom>
            </p:spPr>
            <p:txBody>
              <a:bodyPr vert="horz" lIns="54864" tIns="91440" rtlCol="0">
                <a:normAutofit/>
              </a:bodyPr>
              <a:lstStyle>
                <a:lvl1pPr marL="438912" indent="-320040" algn="l" rtl="0" eaLnBrk="1" latinLnBrk="0" hangingPunct="1">
                  <a:spcBef>
                    <a:spcPts val="0"/>
                  </a:spcBef>
                  <a:buClr>
                    <a:schemeClr val="accent1"/>
                  </a:buClr>
                  <a:buSzPct val="80000"/>
                  <a:buFont typeface="Wingdings 2"/>
                  <a:buChar char=""/>
                  <a:defRPr kumimoji="0" sz="3200" kern="1200">
                    <a:solidFill>
                      <a:schemeClr val="bg1"/>
                    </a:solidFill>
                    <a:latin typeface="Times New Roman" pitchFamily="18" charset="0"/>
                    <a:ea typeface="+mn-ea"/>
                    <a:cs typeface="Times New Roman" pitchFamily="18" charset="0"/>
                  </a:defRPr>
                </a:lvl1pPr>
                <a:lvl2pPr marL="731520" indent="-274320" algn="l" rtl="0" eaLnBrk="1" latinLnBrk="0" hangingPunct="1">
                  <a:spcBef>
                    <a:spcPct val="20000"/>
                  </a:spcBef>
                  <a:buClr>
                    <a:schemeClr val="accent2"/>
                  </a:buClr>
                  <a:buSzPct val="90000"/>
                  <a:buFont typeface="Wingdings"/>
                  <a:buChar char=""/>
                  <a:defRPr kumimoji="0" sz="2800" kern="1200">
                    <a:solidFill>
                      <a:schemeClr val="bg1"/>
                    </a:solidFill>
                    <a:latin typeface="Times New Roman" pitchFamily="18" charset="0"/>
                    <a:ea typeface="+mn-ea"/>
                    <a:cs typeface="Times New Roman" pitchFamily="18" charset="0"/>
                  </a:defRPr>
                </a:lvl2pPr>
                <a:lvl3pPr marL="996696" indent="-228600" algn="l" rtl="0" eaLnBrk="1" latinLnBrk="0" hangingPunct="1">
                  <a:spcBef>
                    <a:spcPct val="20000"/>
                  </a:spcBef>
                  <a:buClr>
                    <a:schemeClr val="accent3"/>
                  </a:buClr>
                  <a:buFont typeface="Arial"/>
                  <a:buChar char="▪"/>
                  <a:defRPr kumimoji="0" sz="2400" kern="1200">
                    <a:solidFill>
                      <a:schemeClr val="bg1"/>
                    </a:solidFill>
                    <a:latin typeface="Times New Roman" pitchFamily="18" charset="0"/>
                    <a:ea typeface="+mn-ea"/>
                    <a:cs typeface="Times New Roman" pitchFamily="18" charset="0"/>
                  </a:defRPr>
                </a:lvl3pPr>
                <a:lvl4pPr marL="1216152" indent="-182880" algn="l" rtl="0" eaLnBrk="1" latinLnBrk="0" hangingPunct="1">
                  <a:spcBef>
                    <a:spcPct val="20000"/>
                  </a:spcBef>
                  <a:buClr>
                    <a:schemeClr val="accent4"/>
                  </a:buClr>
                  <a:buFont typeface="Arial"/>
                  <a:buChar char="▪"/>
                  <a:defRPr kumimoji="0" sz="2000" kern="1200">
                    <a:solidFill>
                      <a:schemeClr val="bg1"/>
                    </a:solidFill>
                    <a:latin typeface="Times New Roman" pitchFamily="18" charset="0"/>
                    <a:ea typeface="+mn-ea"/>
                    <a:cs typeface="Times New Roman" pitchFamily="18" charset="0"/>
                  </a:defRPr>
                </a:lvl4pPr>
                <a:lvl5pPr marL="1426464" indent="-182880" algn="l" rtl="0" eaLnBrk="1" latinLnBrk="0" hangingPunct="1">
                  <a:spcBef>
                    <a:spcPct val="20000"/>
                  </a:spcBef>
                  <a:buClr>
                    <a:schemeClr val="accent5"/>
                  </a:buClr>
                  <a:buFont typeface="Wingdings 3"/>
                  <a:buChar char=""/>
                  <a:defRPr kumimoji="0" lang="en-US" sz="2000" kern="1200" smtClean="0">
                    <a:solidFill>
                      <a:schemeClr val="tx1"/>
                    </a:solidFill>
                    <a:latin typeface="Times New Roman" pitchFamily="18" charset="0"/>
                    <a:ea typeface="+mn-ea"/>
                    <a:cs typeface="Times New Roman" pitchFamily="18" charset="0"/>
                  </a:defRPr>
                </a:lvl5pPr>
                <a:lvl6pPr marL="1627632" indent="-182880" algn="l" rtl="0" eaLnBrk="1" latinLnBrk="0" hangingPunct="1">
                  <a:spcBef>
                    <a:spcPct val="20000"/>
                  </a:spcBef>
                  <a:buClr>
                    <a:schemeClr val="accent6"/>
                  </a:buClr>
                  <a:buSzPct val="100000"/>
                  <a:buFont typeface="Wingdings 2"/>
                  <a:buChar char=""/>
                  <a:defRPr kumimoji="0" sz="2000" kern="1200">
                    <a:solidFill>
                      <a:schemeClr val="tx1"/>
                    </a:solidFill>
                    <a:latin typeface="+mn-lt"/>
                    <a:ea typeface="+mn-ea"/>
                    <a:cs typeface="+mn-cs"/>
                  </a:defRPr>
                </a:lvl6pPr>
                <a:lvl7pPr marL="1828800" indent="-182880" algn="l" rtl="0" eaLnBrk="1" latinLnBrk="0" hangingPunct="1">
                  <a:spcBef>
                    <a:spcPct val="20000"/>
                  </a:spcBef>
                  <a:buClr>
                    <a:schemeClr val="accent1"/>
                  </a:buClr>
                  <a:buSzPct val="100000"/>
                  <a:buFont typeface="Wingdings 2"/>
                  <a:buChar char=""/>
                  <a:defRPr kumimoji="0" sz="1800" kern="1200">
                    <a:solidFill>
                      <a:schemeClr val="tx1"/>
                    </a:solidFill>
                    <a:latin typeface="+mn-lt"/>
                    <a:ea typeface="+mn-ea"/>
                    <a:cs typeface="+mn-cs"/>
                  </a:defRPr>
                </a:lvl7pPr>
                <a:lvl8pPr marL="2029968" indent="-182880" algn="l" rtl="0" eaLnBrk="1" latinLnBrk="0" hangingPunct="1">
                  <a:spcBef>
                    <a:spcPct val="20000"/>
                  </a:spcBef>
                  <a:buClr>
                    <a:schemeClr val="accent2"/>
                  </a:buClr>
                  <a:buFont typeface="Wingdings 2" pitchFamily="18" charset="2"/>
                  <a:buChar char=""/>
                  <a:defRPr kumimoji="0" sz="1800" kern="1200">
                    <a:solidFill>
                      <a:schemeClr val="tx1"/>
                    </a:solidFill>
                    <a:latin typeface="+mn-lt"/>
                    <a:ea typeface="+mn-ea"/>
                    <a:cs typeface="+mn-cs"/>
                  </a:defRPr>
                </a:lvl8pPr>
                <a:lvl9pPr marL="2231136" indent="-182880" algn="l" rtl="0" eaLnBrk="1" latinLnBrk="0" hangingPunct="1">
                  <a:spcBef>
                    <a:spcPct val="20000"/>
                  </a:spcBef>
                  <a:buClr>
                    <a:schemeClr val="accent3"/>
                  </a:buClr>
                  <a:buFont typeface="Wingdings 2" pitchFamily="18" charset="2"/>
                  <a:buChar char=""/>
                  <a:defRPr kumimoji="0" sz="1800" kern="1200" baseline="0">
                    <a:solidFill>
                      <a:schemeClr val="tx1"/>
                    </a:solidFill>
                    <a:latin typeface="+mn-lt"/>
                    <a:ea typeface="+mn-ea"/>
                    <a:cs typeface="+mn-cs"/>
                  </a:defRPr>
                </a:lvl9pPr>
                <a:extLst/>
              </a:lstStyle>
              <a:p>
                <a:pPr>
                  <a:lnSpc>
                    <a:spcPts val="4000"/>
                  </a:lnSpc>
                </a:pPr>
                <a:r>
                  <a:rPr lang="zh-CN" altLang="en-US" sz="2800" b="1" dirty="0"/>
                  <a:t>连续非负标量函数 </a:t>
                </a:r>
                <a14:m>
                  <m:oMath xmlns:m="http://schemas.openxmlformats.org/officeDocument/2006/math">
                    <m:r>
                      <a:rPr lang="zh-CN" altLang="en-US" sz="2800" i="1" smtClean="0">
                        <a:solidFill>
                          <a:schemeClr val="bg1"/>
                        </a:solidFill>
                        <a:latin typeface="Cambria Math" panose="02040503050406030204" pitchFamily="18" charset="0"/>
                      </a:rPr>
                      <m:t>𝛽</m:t>
                    </m:r>
                    <m:r>
                      <a:rPr lang="zh-CN" altLang="en-US" sz="2800" i="1" smtClean="0">
                        <a:solidFill>
                          <a:schemeClr val="bg1"/>
                        </a:solidFill>
                        <a:latin typeface="Cambria Math" panose="02040503050406030204" pitchFamily="18" charset="0"/>
                      </a:rPr>
                      <m:t>(</m:t>
                    </m:r>
                    <m:r>
                      <a:rPr lang="zh-CN" altLang="en-US" sz="2800" i="1" smtClean="0">
                        <a:solidFill>
                          <a:schemeClr val="bg1"/>
                        </a:solidFill>
                        <a:latin typeface="Cambria Math" panose="02040503050406030204" pitchFamily="18" charset="0"/>
                      </a:rPr>
                      <m:t>𝑟</m:t>
                    </m:r>
                    <m:r>
                      <a:rPr lang="zh-CN" altLang="en-US" sz="2800" i="1" smtClean="0">
                        <a:solidFill>
                          <a:schemeClr val="bg1"/>
                        </a:solidFill>
                        <a:latin typeface="Cambria Math" panose="02040503050406030204" pitchFamily="18" charset="0"/>
                      </a:rPr>
                      <m:t>,</m:t>
                    </m:r>
                    <m:r>
                      <a:rPr lang="zh-CN" altLang="en-US" sz="2800" i="1" smtClean="0">
                        <a:solidFill>
                          <a:schemeClr val="bg1"/>
                        </a:solidFill>
                        <a:latin typeface="Cambria Math" panose="02040503050406030204" pitchFamily="18" charset="0"/>
                      </a:rPr>
                      <m:t>𝑠</m:t>
                    </m:r>
                    <m:r>
                      <a:rPr lang="zh-CN" altLang="en-US" sz="2800" i="1" smtClean="0">
                        <a:solidFill>
                          <a:schemeClr val="bg1"/>
                        </a:solidFill>
                        <a:latin typeface="Cambria Math" panose="02040503050406030204" pitchFamily="18" charset="0"/>
                      </a:rPr>
                      <m:t>):[0, </m:t>
                    </m:r>
                    <m:r>
                      <a:rPr lang="zh-CN" altLang="en-US" sz="2800" i="1" smtClean="0">
                        <a:solidFill>
                          <a:schemeClr val="bg1"/>
                        </a:solidFill>
                        <a:latin typeface="Cambria Math" panose="02040503050406030204" pitchFamily="18" charset="0"/>
                      </a:rPr>
                      <m:t>𝑎</m:t>
                    </m:r>
                    <m:r>
                      <a:rPr lang="zh-CN" altLang="en-US" sz="2800" i="1" smtClean="0">
                        <a:solidFill>
                          <a:schemeClr val="bg1"/>
                        </a:solidFill>
                        <a:latin typeface="Cambria Math" panose="02040503050406030204" pitchFamily="18" charset="0"/>
                      </a:rPr>
                      <m:t>)×[0, ∞)→ [0, ∞)</m:t>
                    </m:r>
                  </m:oMath>
                </a14:m>
                <a:r>
                  <a:rPr lang="zh-CN" altLang="en-US" sz="2800" b="1" dirty="0"/>
                  <a:t>称为</a:t>
                </a:r>
                <a14:m>
                  <m:oMath xmlns:m="http://schemas.openxmlformats.org/officeDocument/2006/math">
                    <m:r>
                      <a:rPr lang="zh-CN" altLang="en-US" sz="2800" i="1">
                        <a:solidFill>
                          <a:srgbClr val="FFFF00"/>
                        </a:solidFill>
                        <a:latin typeface="Cambria Math" panose="02040503050406030204" pitchFamily="18" charset="0"/>
                      </a:rPr>
                      <m:t>𝒦</m:t>
                    </m:r>
                    <m:r>
                      <a:rPr lang="en-US" altLang="zh-CN" sz="2800" i="1">
                        <a:solidFill>
                          <a:srgbClr val="FFFF00"/>
                        </a:solidFill>
                        <a:latin typeface="Cambria Math" panose="02040503050406030204" pitchFamily="18" charset="0"/>
                      </a:rPr>
                      <m:t>𝐿</m:t>
                    </m:r>
                  </m:oMath>
                </a14:m>
                <a:r>
                  <a:rPr lang="zh-CN" altLang="en-US" sz="2800" b="1" dirty="0">
                    <a:solidFill>
                      <a:srgbClr val="FFFF00"/>
                    </a:solidFill>
                  </a:rPr>
                  <a:t>类函数，如果</a:t>
                </a:r>
                <a:endParaRPr lang="en-US" altLang="zh-CN" sz="2800" b="1" dirty="0"/>
              </a:p>
              <a:p>
                <a:pPr marL="633222" indent="-514350">
                  <a:lnSpc>
                    <a:spcPts val="4000"/>
                  </a:lnSpc>
                  <a:buFont typeface="Wingdings 2"/>
                  <a:buAutoNum type="arabicParenBoth"/>
                </a:pPr>
                <a:r>
                  <a:rPr lang="zh-CN" altLang="en-US" sz="2800" b="1" dirty="0"/>
                  <a:t>固定</a:t>
                </a:r>
                <a14:m>
                  <m:oMath xmlns:m="http://schemas.openxmlformats.org/officeDocument/2006/math">
                    <m:r>
                      <a:rPr lang="zh-CN" altLang="en-US" sz="2800" i="1">
                        <a:latin typeface="Cambria Math" panose="02040503050406030204" pitchFamily="18" charset="0"/>
                      </a:rPr>
                      <m:t>𝑠</m:t>
                    </m:r>
                  </m:oMath>
                </a14:m>
                <a:r>
                  <a:rPr lang="zh-CN" altLang="en-US" sz="2800" b="1" dirty="0"/>
                  <a:t>，仅视</a:t>
                </a:r>
                <a14:m>
                  <m:oMath xmlns:m="http://schemas.openxmlformats.org/officeDocument/2006/math">
                    <m:r>
                      <a:rPr lang="zh-CN" altLang="en-US" sz="2800" i="1">
                        <a:latin typeface="Cambria Math" panose="02040503050406030204" pitchFamily="18" charset="0"/>
                      </a:rPr>
                      <m:t>𝑟</m:t>
                    </m:r>
                  </m:oMath>
                </a14:m>
                <a:r>
                  <a:rPr lang="zh-CN" altLang="en-US" sz="2800" b="1" dirty="0"/>
                  <a:t>为变量时，</a:t>
                </a:r>
                <a14:m>
                  <m:oMath xmlns:m="http://schemas.openxmlformats.org/officeDocument/2006/math">
                    <m:r>
                      <a:rPr lang="zh-CN" altLang="en-US" sz="2800" i="1" smtClean="0">
                        <a:solidFill>
                          <a:schemeClr val="bg1"/>
                        </a:solidFill>
                        <a:latin typeface="Cambria Math" panose="02040503050406030204" pitchFamily="18" charset="0"/>
                      </a:rPr>
                      <m:t>𝛽</m:t>
                    </m:r>
                    <m:r>
                      <a:rPr lang="zh-CN" altLang="en-US" sz="2800" i="1" smtClean="0">
                        <a:solidFill>
                          <a:schemeClr val="bg1"/>
                        </a:solidFill>
                        <a:latin typeface="Cambria Math" panose="02040503050406030204" pitchFamily="18" charset="0"/>
                      </a:rPr>
                      <m:t>(</m:t>
                    </m:r>
                    <m:r>
                      <a:rPr lang="zh-CN" altLang="en-US" sz="2800" i="1" smtClean="0">
                        <a:solidFill>
                          <a:srgbClr val="FFFF00"/>
                        </a:solidFill>
                        <a:latin typeface="Cambria Math" panose="02040503050406030204" pitchFamily="18" charset="0"/>
                      </a:rPr>
                      <m:t>𝑟</m:t>
                    </m:r>
                    <m:r>
                      <a:rPr lang="zh-CN" altLang="en-US" sz="2800" i="1" smtClean="0">
                        <a:solidFill>
                          <a:schemeClr val="bg1"/>
                        </a:solidFill>
                        <a:latin typeface="Cambria Math" panose="02040503050406030204" pitchFamily="18" charset="0"/>
                      </a:rPr>
                      <m:t>,</m:t>
                    </m:r>
                    <m:r>
                      <a:rPr lang="zh-CN" altLang="en-US" sz="2800" i="1" smtClean="0">
                        <a:solidFill>
                          <a:schemeClr val="bg1"/>
                        </a:solidFill>
                        <a:latin typeface="Cambria Math" panose="02040503050406030204" pitchFamily="18" charset="0"/>
                      </a:rPr>
                      <m:t>𝑠</m:t>
                    </m:r>
                    <m:r>
                      <a:rPr lang="zh-CN" altLang="en-US" sz="2800" i="1" smtClean="0">
                        <a:solidFill>
                          <a:schemeClr val="bg1"/>
                        </a:solidFill>
                        <a:latin typeface="Cambria Math" panose="02040503050406030204" pitchFamily="18" charset="0"/>
                      </a:rPr>
                      <m:t>)</m:t>
                    </m:r>
                  </m:oMath>
                </a14:m>
                <a:r>
                  <a:rPr lang="zh-CN" altLang="en-US" sz="2800" b="1" dirty="0"/>
                  <a:t>是</a:t>
                </a:r>
                <a:r>
                  <a:rPr lang="en-US" altLang="zh-CN" sz="2800" b="1" dirty="0"/>
                  <a:t> </a:t>
                </a:r>
                <a14:m>
                  <m:oMath xmlns:m="http://schemas.openxmlformats.org/officeDocument/2006/math">
                    <m:r>
                      <a:rPr lang="zh-CN" altLang="en-US" sz="2800" i="1" smtClean="0">
                        <a:solidFill>
                          <a:schemeClr val="bg1"/>
                        </a:solidFill>
                        <a:latin typeface="Cambria Math" panose="02040503050406030204" pitchFamily="18" charset="0"/>
                      </a:rPr>
                      <m:t>𝒦</m:t>
                    </m:r>
                  </m:oMath>
                </a14:m>
                <a:r>
                  <a:rPr lang="zh-CN" altLang="en-US" sz="2800" b="1" dirty="0">
                    <a:sym typeface="Euclid Math One"/>
                  </a:rPr>
                  <a:t>类函数；</a:t>
                </a:r>
                <a:endParaRPr lang="en-US" altLang="zh-CN" sz="2800" b="1" dirty="0">
                  <a:sym typeface="Euclid Math One"/>
                </a:endParaRPr>
              </a:p>
              <a:p>
                <a:pPr marL="633222" indent="-514350">
                  <a:lnSpc>
                    <a:spcPts val="4000"/>
                  </a:lnSpc>
                  <a:buFont typeface="Wingdings 2"/>
                  <a:buAutoNum type="arabicParenBoth"/>
                </a:pPr>
                <a:r>
                  <a:rPr lang="zh-CN" altLang="en-US" sz="2800" b="1" dirty="0"/>
                  <a:t>固定</a:t>
                </a:r>
                <a14:m>
                  <m:oMath xmlns:m="http://schemas.openxmlformats.org/officeDocument/2006/math">
                    <m:r>
                      <a:rPr lang="zh-CN" altLang="en-US" sz="2800" i="1">
                        <a:latin typeface="Cambria Math" panose="02040503050406030204" pitchFamily="18" charset="0"/>
                      </a:rPr>
                      <m:t>𝑟</m:t>
                    </m:r>
                  </m:oMath>
                </a14:m>
                <a:r>
                  <a:rPr lang="zh-CN" altLang="en-US" sz="2800" b="1" dirty="0"/>
                  <a:t>，仅视</a:t>
                </a:r>
                <a14:m>
                  <m:oMath xmlns:m="http://schemas.openxmlformats.org/officeDocument/2006/math">
                    <m:r>
                      <a:rPr lang="zh-CN" altLang="en-US" sz="2800" i="1">
                        <a:latin typeface="Cambria Math" panose="02040503050406030204" pitchFamily="18" charset="0"/>
                      </a:rPr>
                      <m:t>𝑠</m:t>
                    </m:r>
                  </m:oMath>
                </a14:m>
                <a:r>
                  <a:rPr lang="zh-CN" altLang="en-US" sz="2800" b="1" dirty="0"/>
                  <a:t>为变量时</a:t>
                </a:r>
                <a:r>
                  <a:rPr lang="zh-CN" altLang="en-US" sz="2800" dirty="0"/>
                  <a:t>，</a:t>
                </a:r>
                <a14:m>
                  <m:oMath xmlns:m="http://schemas.openxmlformats.org/officeDocument/2006/math">
                    <m:r>
                      <a:rPr lang="zh-CN" altLang="en-US" sz="2800" i="1" smtClean="0">
                        <a:solidFill>
                          <a:schemeClr val="bg1"/>
                        </a:solidFill>
                        <a:latin typeface="Cambria Math" panose="02040503050406030204" pitchFamily="18" charset="0"/>
                      </a:rPr>
                      <m:t>𝛽</m:t>
                    </m:r>
                    <m:r>
                      <a:rPr lang="zh-CN" altLang="en-US" sz="2800" i="1" smtClean="0">
                        <a:solidFill>
                          <a:schemeClr val="bg1"/>
                        </a:solidFill>
                        <a:latin typeface="Cambria Math" panose="02040503050406030204" pitchFamily="18" charset="0"/>
                      </a:rPr>
                      <m:t>(</m:t>
                    </m:r>
                    <m:r>
                      <a:rPr lang="zh-CN" altLang="en-US" sz="2800" i="1" smtClean="0">
                        <a:solidFill>
                          <a:schemeClr val="bg1"/>
                        </a:solidFill>
                        <a:latin typeface="Cambria Math" panose="02040503050406030204" pitchFamily="18" charset="0"/>
                      </a:rPr>
                      <m:t>𝑟</m:t>
                    </m:r>
                    <m:r>
                      <a:rPr lang="zh-CN" altLang="en-US" sz="2800" i="1" smtClean="0">
                        <a:solidFill>
                          <a:schemeClr val="bg1"/>
                        </a:solidFill>
                        <a:latin typeface="Cambria Math" panose="02040503050406030204" pitchFamily="18" charset="0"/>
                      </a:rPr>
                      <m:t>,</m:t>
                    </m:r>
                    <m:r>
                      <a:rPr lang="zh-CN" altLang="en-US" sz="2800" i="1" smtClean="0">
                        <a:solidFill>
                          <a:srgbClr val="FFFF00"/>
                        </a:solidFill>
                        <a:latin typeface="Cambria Math" panose="02040503050406030204" pitchFamily="18" charset="0"/>
                      </a:rPr>
                      <m:t>𝑠</m:t>
                    </m:r>
                    <m:r>
                      <a:rPr lang="zh-CN" altLang="en-US" sz="2800" i="1" smtClean="0">
                        <a:solidFill>
                          <a:schemeClr val="bg1"/>
                        </a:solidFill>
                        <a:latin typeface="Cambria Math" panose="02040503050406030204" pitchFamily="18" charset="0"/>
                      </a:rPr>
                      <m:t>)</m:t>
                    </m:r>
                  </m:oMath>
                </a14:m>
                <a:r>
                  <a:rPr lang="zh-CN" altLang="en-US" sz="2800" b="1" dirty="0"/>
                  <a:t>是</a:t>
                </a:r>
                <a:r>
                  <a:rPr lang="en-US" altLang="zh-CN" sz="2800" i="1" dirty="0"/>
                  <a:t>s</a:t>
                </a:r>
                <a:r>
                  <a:rPr lang="zh-CN" altLang="en-US" sz="2800" b="1" dirty="0"/>
                  <a:t>的</a:t>
                </a:r>
                <a:r>
                  <a:rPr lang="zh-CN" altLang="en-US" sz="2800" b="1" dirty="0">
                    <a:solidFill>
                      <a:srgbClr val="FFFF00"/>
                    </a:solidFill>
                  </a:rPr>
                  <a:t>减函数</a:t>
                </a:r>
                <a:r>
                  <a:rPr lang="zh-CN" altLang="en-US" sz="2800" b="1" dirty="0"/>
                  <a:t>，且</a:t>
                </a:r>
                <a:br>
                  <a:rPr lang="en-US" altLang="zh-CN" sz="2800" b="1" dirty="0"/>
                </a:br>
                <a14:m>
                  <m:oMath xmlns:m="http://schemas.openxmlformats.org/officeDocument/2006/math">
                    <m:r>
                      <a:rPr lang="zh-CN" altLang="en-US" sz="2800" i="1" smtClean="0">
                        <a:solidFill>
                          <a:srgbClr val="FFFF00"/>
                        </a:solidFill>
                        <a:latin typeface="Cambria Math" panose="02040503050406030204" pitchFamily="18" charset="0"/>
                      </a:rPr>
                      <m:t>当</m:t>
                    </m:r>
                    <m:r>
                      <a:rPr lang="zh-CN" altLang="en-US" sz="2800" i="1">
                        <a:solidFill>
                          <a:srgbClr val="FFFF00"/>
                        </a:solidFill>
                        <a:latin typeface="Cambria Math" panose="02040503050406030204" pitchFamily="18" charset="0"/>
                      </a:rPr>
                      <m:t>𝑠</m:t>
                    </m:r>
                    <m:r>
                      <a:rPr lang="zh-CN" altLang="en-US" sz="2800" i="1">
                        <a:solidFill>
                          <a:srgbClr val="FFFF00"/>
                        </a:solidFill>
                        <a:latin typeface="Cambria Math" panose="02040503050406030204" pitchFamily="18" charset="0"/>
                      </a:rPr>
                      <m:t>→∞</m:t>
                    </m:r>
                    <m:r>
                      <a:rPr lang="zh-CN" altLang="en-US" sz="2800" i="1">
                        <a:solidFill>
                          <a:srgbClr val="FFFF00"/>
                        </a:solidFill>
                        <a:latin typeface="Cambria Math" panose="02040503050406030204" pitchFamily="18" charset="0"/>
                      </a:rPr>
                      <m:t>时，</m:t>
                    </m:r>
                    <m:r>
                      <a:rPr lang="zh-CN" altLang="en-US" sz="2800" i="1">
                        <a:solidFill>
                          <a:srgbClr val="FFFF00"/>
                        </a:solidFill>
                        <a:latin typeface="Cambria Math" panose="02040503050406030204" pitchFamily="18" charset="0"/>
                      </a:rPr>
                      <m:t>𝛽</m:t>
                    </m:r>
                    <m:r>
                      <a:rPr lang="zh-CN" altLang="en-US" sz="2800" i="1">
                        <a:solidFill>
                          <a:srgbClr val="FFFF00"/>
                        </a:solidFill>
                        <a:latin typeface="Cambria Math" panose="02040503050406030204" pitchFamily="18" charset="0"/>
                      </a:rPr>
                      <m:t>(</m:t>
                    </m:r>
                    <m:r>
                      <a:rPr lang="zh-CN" altLang="en-US" sz="2800" i="1">
                        <a:solidFill>
                          <a:srgbClr val="FFFF00"/>
                        </a:solidFill>
                        <a:latin typeface="Cambria Math" panose="02040503050406030204" pitchFamily="18" charset="0"/>
                      </a:rPr>
                      <m:t>𝑟</m:t>
                    </m:r>
                    <m:r>
                      <a:rPr lang="zh-CN" altLang="en-US" sz="2800" i="1">
                        <a:solidFill>
                          <a:srgbClr val="FFFF00"/>
                        </a:solidFill>
                        <a:latin typeface="Cambria Math" panose="02040503050406030204" pitchFamily="18" charset="0"/>
                      </a:rPr>
                      <m:t>,</m:t>
                    </m:r>
                    <m:r>
                      <a:rPr lang="zh-CN" altLang="en-US" sz="2800" i="1">
                        <a:solidFill>
                          <a:srgbClr val="FFFF00"/>
                        </a:solidFill>
                        <a:latin typeface="Cambria Math" panose="02040503050406030204" pitchFamily="18" charset="0"/>
                      </a:rPr>
                      <m:t>𝑠</m:t>
                    </m:r>
                    <m:r>
                      <a:rPr lang="zh-CN" altLang="en-US" sz="2800" i="1">
                        <a:solidFill>
                          <a:srgbClr val="FFFF00"/>
                        </a:solidFill>
                        <a:latin typeface="Cambria Math" panose="02040503050406030204" pitchFamily="18" charset="0"/>
                      </a:rPr>
                      <m:t>)→0  </m:t>
                    </m:r>
                  </m:oMath>
                </a14:m>
                <a:endParaRPr lang="zh-CN" altLang="en-US" sz="2800" b="1" dirty="0"/>
              </a:p>
            </p:txBody>
          </p:sp>
        </mc:Choice>
        <mc:Fallback xmlns="">
          <p:sp>
            <p:nvSpPr>
              <p:cNvPr id="12" name="内容占位符 2"/>
              <p:cNvSpPr txBox="1">
                <a:spLocks noRot="1" noChangeAspect="1" noMove="1" noResize="1" noEditPoints="1" noAdjustHandles="1" noChangeArrowheads="1" noChangeShapeType="1" noTextEdit="1"/>
              </p:cNvSpPr>
              <p:nvPr/>
            </p:nvSpPr>
            <p:spPr>
              <a:xfrm>
                <a:off x="438472" y="3861048"/>
                <a:ext cx="8382000" cy="2831975"/>
              </a:xfrm>
              <a:prstGeom prst="rect">
                <a:avLst/>
              </a:prstGeom>
              <a:blipFill>
                <a:blip r:embed="rId5"/>
                <a:stretch>
                  <a:fillRect r="-800"/>
                </a:stretch>
              </a:blipFill>
            </p:spPr>
            <p:txBody>
              <a:bodyPr/>
              <a:lstStyle/>
              <a:p>
                <a:r>
                  <a:rPr lang="zh-CN" altLang="en-US">
                    <a:noFill/>
                  </a:rPr>
                  <a:t> </a:t>
                </a:r>
              </a:p>
            </p:txBody>
          </p:sp>
        </mc:Fallback>
      </mc:AlternateContent>
      <p:sp>
        <p:nvSpPr>
          <p:cNvPr id="20" name="日期占位符 3"/>
          <p:cNvSpPr txBox="1">
            <a:spLocks/>
          </p:cNvSpPr>
          <p:nvPr/>
        </p:nvSpPr>
        <p:spPr>
          <a:xfrm>
            <a:off x="457200" y="6476999"/>
            <a:ext cx="2133600" cy="274320"/>
          </a:xfrm>
          <a:prstGeom prst="rect">
            <a:avLst/>
          </a:prstGeom>
        </p:spPr>
        <p:txBody>
          <a:bodyPr vert="horz" lIns="109728" rIns="45720" bIns="0" rtlCol="0" anchor="b"/>
          <a:lstStyle>
            <a:defPPr>
              <a:defRPr lang="zh-CN"/>
            </a:defPPr>
            <a:lvl1pPr marL="0" algn="l" defTabSz="914400" rtl="0" eaLnBrk="1" latinLnBrk="0" hangingPunct="1">
              <a:defRPr kumimoji="0" sz="1800" kern="1200">
                <a:solidFill>
                  <a:srgbClr val="FF0000"/>
                </a:solidFill>
                <a:latin typeface="Times New Roman" pitchFamily="18" charset="0"/>
                <a:ea typeface="+mn-ea"/>
                <a:cs typeface="Times New Roman" pitchFamily="18"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dirty="0"/>
          </a:p>
        </p:txBody>
      </p:sp>
    </p:spTree>
    <p:custDataLst>
      <p:tags r:id="rId1"/>
    </p:custDataLst>
    <p:extLst>
      <p:ext uri="{BB962C8B-B14F-4D97-AF65-F5344CB8AC3E}">
        <p14:creationId xmlns:p14="http://schemas.microsoft.com/office/powerpoint/2010/main" val="77413308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zh-CN" altLang="en-US" dirty="0"/>
              <a:t>一致稳定性：等价定义</a:t>
            </a:r>
          </a:p>
        </p:txBody>
      </p:sp>
      <p:sp>
        <p:nvSpPr>
          <p:cNvPr id="7" name="灯片编号占位符 6"/>
          <p:cNvSpPr>
            <a:spLocks noGrp="1"/>
          </p:cNvSpPr>
          <p:nvPr>
            <p:ph type="sldNum" sz="quarter" idx="12"/>
          </p:nvPr>
        </p:nvSpPr>
        <p:spPr/>
        <p:txBody>
          <a:bodyPr/>
          <a:lstStyle/>
          <a:p>
            <a:fld id="{58C210BB-F110-452C-89E7-9EA0A8D47DCE}" type="slidenum">
              <a:rPr lang="zh-CN" altLang="en-US" smtClean="0"/>
              <a:pPr/>
              <a:t>22</a:t>
            </a:fld>
            <a:endParaRPr lang="zh-CN" altLang="en-US" dirty="0"/>
          </a:p>
        </p:txBody>
      </p:sp>
      <mc:AlternateContent xmlns:mc="http://schemas.openxmlformats.org/markup-compatibility/2006" xmlns:a14="http://schemas.microsoft.com/office/drawing/2010/main">
        <mc:Choice Requires="a14">
          <p:sp>
            <p:nvSpPr>
              <p:cNvPr id="9" name="内容占位符 2"/>
              <p:cNvSpPr txBox="1">
                <a:spLocks/>
              </p:cNvSpPr>
              <p:nvPr/>
            </p:nvSpPr>
            <p:spPr>
              <a:xfrm>
                <a:off x="438472" y="1052735"/>
                <a:ext cx="8382000" cy="2928666"/>
              </a:xfrm>
              <a:prstGeom prst="rect">
                <a:avLst/>
              </a:prstGeom>
            </p:spPr>
            <p:txBody>
              <a:bodyPr vert="horz" lIns="54864" tIns="91440" rtlCol="0">
                <a:noAutofit/>
              </a:bodyPr>
              <a:lstStyle>
                <a:lvl1pPr marL="438912" indent="-320040" algn="l" rtl="0" eaLnBrk="1" latinLnBrk="0" hangingPunct="1">
                  <a:spcBef>
                    <a:spcPts val="0"/>
                  </a:spcBef>
                  <a:buClr>
                    <a:schemeClr val="accent1"/>
                  </a:buClr>
                  <a:buSzPct val="80000"/>
                  <a:buFont typeface="Wingdings 2"/>
                  <a:buChar char=""/>
                  <a:defRPr kumimoji="0" sz="3200" kern="1200">
                    <a:solidFill>
                      <a:schemeClr val="bg1"/>
                    </a:solidFill>
                    <a:latin typeface="Times New Roman" pitchFamily="18" charset="0"/>
                    <a:ea typeface="+mn-ea"/>
                    <a:cs typeface="Times New Roman" pitchFamily="18" charset="0"/>
                  </a:defRPr>
                </a:lvl1pPr>
                <a:lvl2pPr marL="731520" indent="-274320" algn="l" rtl="0" eaLnBrk="1" latinLnBrk="0" hangingPunct="1">
                  <a:spcBef>
                    <a:spcPct val="20000"/>
                  </a:spcBef>
                  <a:buClr>
                    <a:schemeClr val="accent2"/>
                  </a:buClr>
                  <a:buSzPct val="90000"/>
                  <a:buFont typeface="Wingdings"/>
                  <a:buChar char=""/>
                  <a:defRPr kumimoji="0" sz="2800" kern="1200">
                    <a:solidFill>
                      <a:schemeClr val="bg1"/>
                    </a:solidFill>
                    <a:latin typeface="Times New Roman" pitchFamily="18" charset="0"/>
                    <a:ea typeface="+mn-ea"/>
                    <a:cs typeface="Times New Roman" pitchFamily="18" charset="0"/>
                  </a:defRPr>
                </a:lvl2pPr>
                <a:lvl3pPr marL="996696" indent="-228600" algn="l" rtl="0" eaLnBrk="1" latinLnBrk="0" hangingPunct="1">
                  <a:spcBef>
                    <a:spcPct val="20000"/>
                  </a:spcBef>
                  <a:buClr>
                    <a:schemeClr val="accent3"/>
                  </a:buClr>
                  <a:buFont typeface="Arial"/>
                  <a:buChar char="▪"/>
                  <a:defRPr kumimoji="0" sz="2400" kern="1200">
                    <a:solidFill>
                      <a:schemeClr val="bg1"/>
                    </a:solidFill>
                    <a:latin typeface="Times New Roman" pitchFamily="18" charset="0"/>
                    <a:ea typeface="+mn-ea"/>
                    <a:cs typeface="Times New Roman" pitchFamily="18" charset="0"/>
                  </a:defRPr>
                </a:lvl3pPr>
                <a:lvl4pPr marL="1216152" indent="-182880" algn="l" rtl="0" eaLnBrk="1" latinLnBrk="0" hangingPunct="1">
                  <a:spcBef>
                    <a:spcPct val="20000"/>
                  </a:spcBef>
                  <a:buClr>
                    <a:schemeClr val="accent4"/>
                  </a:buClr>
                  <a:buFont typeface="Arial"/>
                  <a:buChar char="▪"/>
                  <a:defRPr kumimoji="0" sz="2000" kern="1200">
                    <a:solidFill>
                      <a:schemeClr val="bg1"/>
                    </a:solidFill>
                    <a:latin typeface="Times New Roman" pitchFamily="18" charset="0"/>
                    <a:ea typeface="+mn-ea"/>
                    <a:cs typeface="Times New Roman" pitchFamily="18" charset="0"/>
                  </a:defRPr>
                </a:lvl4pPr>
                <a:lvl5pPr marL="1426464" indent="-182880" algn="l" rtl="0" eaLnBrk="1" latinLnBrk="0" hangingPunct="1">
                  <a:spcBef>
                    <a:spcPct val="20000"/>
                  </a:spcBef>
                  <a:buClr>
                    <a:schemeClr val="accent5"/>
                  </a:buClr>
                  <a:buFont typeface="Wingdings 3"/>
                  <a:buChar char=""/>
                  <a:defRPr kumimoji="0" lang="en-US" sz="2000" kern="1200" smtClean="0">
                    <a:solidFill>
                      <a:schemeClr val="tx1"/>
                    </a:solidFill>
                    <a:latin typeface="Times New Roman" pitchFamily="18" charset="0"/>
                    <a:ea typeface="+mn-ea"/>
                    <a:cs typeface="Times New Roman" pitchFamily="18" charset="0"/>
                  </a:defRPr>
                </a:lvl5pPr>
                <a:lvl6pPr marL="1627632" indent="-182880" algn="l" rtl="0" eaLnBrk="1" latinLnBrk="0" hangingPunct="1">
                  <a:spcBef>
                    <a:spcPct val="20000"/>
                  </a:spcBef>
                  <a:buClr>
                    <a:schemeClr val="accent6"/>
                  </a:buClr>
                  <a:buSzPct val="100000"/>
                  <a:buFont typeface="Wingdings 2"/>
                  <a:buChar char=""/>
                  <a:defRPr kumimoji="0" sz="2000" kern="1200">
                    <a:solidFill>
                      <a:schemeClr val="tx1"/>
                    </a:solidFill>
                    <a:latin typeface="+mn-lt"/>
                    <a:ea typeface="+mn-ea"/>
                    <a:cs typeface="+mn-cs"/>
                  </a:defRPr>
                </a:lvl6pPr>
                <a:lvl7pPr marL="1828800" indent="-182880" algn="l" rtl="0" eaLnBrk="1" latinLnBrk="0" hangingPunct="1">
                  <a:spcBef>
                    <a:spcPct val="20000"/>
                  </a:spcBef>
                  <a:buClr>
                    <a:schemeClr val="accent1"/>
                  </a:buClr>
                  <a:buSzPct val="100000"/>
                  <a:buFont typeface="Wingdings 2"/>
                  <a:buChar char=""/>
                  <a:defRPr kumimoji="0" sz="1800" kern="1200">
                    <a:solidFill>
                      <a:schemeClr val="tx1"/>
                    </a:solidFill>
                    <a:latin typeface="+mn-lt"/>
                    <a:ea typeface="+mn-ea"/>
                    <a:cs typeface="+mn-cs"/>
                  </a:defRPr>
                </a:lvl7pPr>
                <a:lvl8pPr marL="2029968" indent="-182880" algn="l" rtl="0" eaLnBrk="1" latinLnBrk="0" hangingPunct="1">
                  <a:spcBef>
                    <a:spcPct val="20000"/>
                  </a:spcBef>
                  <a:buClr>
                    <a:schemeClr val="accent2"/>
                  </a:buClr>
                  <a:buFont typeface="Wingdings 2" pitchFamily="18" charset="2"/>
                  <a:buChar char=""/>
                  <a:defRPr kumimoji="0" sz="1800" kern="1200">
                    <a:solidFill>
                      <a:schemeClr val="tx1"/>
                    </a:solidFill>
                    <a:latin typeface="+mn-lt"/>
                    <a:ea typeface="+mn-ea"/>
                    <a:cs typeface="+mn-cs"/>
                  </a:defRPr>
                </a:lvl8pPr>
                <a:lvl9pPr marL="2231136" indent="-182880" algn="l" rtl="0" eaLnBrk="1" latinLnBrk="0" hangingPunct="1">
                  <a:spcBef>
                    <a:spcPct val="20000"/>
                  </a:spcBef>
                  <a:buClr>
                    <a:schemeClr val="accent3"/>
                  </a:buClr>
                  <a:buFont typeface="Wingdings 2" pitchFamily="18" charset="2"/>
                  <a:buChar char=""/>
                  <a:defRPr kumimoji="0" sz="1800" kern="1200" baseline="0">
                    <a:solidFill>
                      <a:schemeClr val="tx1"/>
                    </a:solidFill>
                    <a:latin typeface="+mn-lt"/>
                    <a:ea typeface="+mn-ea"/>
                    <a:cs typeface="+mn-cs"/>
                  </a:defRPr>
                </a:lvl9pPr>
                <a:extLst/>
              </a:lstStyle>
              <a:p>
                <a:pPr>
                  <a:lnSpc>
                    <a:spcPct val="130000"/>
                  </a:lnSpc>
                </a:pPr>
                <a:r>
                  <a:rPr lang="zh-CN" altLang="en-US" sz="2800" b="1" dirty="0"/>
                  <a:t>称系统 </a:t>
                </a:r>
                <a14:m>
                  <m:oMath xmlns:m="http://schemas.openxmlformats.org/officeDocument/2006/math">
                    <m:acc>
                      <m:accPr>
                        <m:chr m:val="̇"/>
                        <m:ctrlPr>
                          <a:rPr lang="zh-CN" altLang="en-US" sz="2800" i="1" smtClean="0">
                            <a:solidFill>
                              <a:schemeClr val="bg1"/>
                            </a:solidFill>
                            <a:latin typeface="Cambria Math" panose="02040503050406030204" pitchFamily="18" charset="0"/>
                          </a:rPr>
                        </m:ctrlPr>
                      </m:accPr>
                      <m:e>
                        <m:r>
                          <a:rPr lang="zh-CN" altLang="en-US" sz="2800" b="1" i="1">
                            <a:solidFill>
                              <a:schemeClr val="bg1"/>
                            </a:solidFill>
                            <a:latin typeface="Cambria Math" panose="02040503050406030204" pitchFamily="18" charset="0"/>
                          </a:rPr>
                          <m:t>𝒙</m:t>
                        </m:r>
                      </m:e>
                    </m:acc>
                    <m:r>
                      <a:rPr lang="zh-CN" altLang="en-US" sz="2800" i="1">
                        <a:solidFill>
                          <a:schemeClr val="bg1"/>
                        </a:solidFill>
                        <a:latin typeface="Cambria Math" panose="02040503050406030204" pitchFamily="18" charset="0"/>
                      </a:rPr>
                      <m:t>=</m:t>
                    </m:r>
                    <m:r>
                      <a:rPr lang="zh-CN" altLang="en-US" sz="2800" b="1" i="1">
                        <a:solidFill>
                          <a:schemeClr val="bg1"/>
                        </a:solidFill>
                        <a:latin typeface="Cambria Math" panose="02040503050406030204" pitchFamily="18" charset="0"/>
                      </a:rPr>
                      <m:t>𝒇</m:t>
                    </m:r>
                    <m:r>
                      <a:rPr lang="zh-CN" altLang="en-US" sz="2800" i="1">
                        <a:solidFill>
                          <a:schemeClr val="bg1"/>
                        </a:solidFill>
                        <a:latin typeface="Cambria Math" panose="02040503050406030204" pitchFamily="18" charset="0"/>
                      </a:rPr>
                      <m:t>(</m:t>
                    </m:r>
                    <m:r>
                      <a:rPr lang="zh-CN" altLang="en-US" sz="2800" b="1" i="1">
                        <a:solidFill>
                          <a:schemeClr val="bg1"/>
                        </a:solidFill>
                        <a:latin typeface="Cambria Math" panose="02040503050406030204" pitchFamily="18" charset="0"/>
                      </a:rPr>
                      <m:t>𝒙</m:t>
                    </m:r>
                    <m:r>
                      <a:rPr lang="zh-CN" altLang="en-US" sz="2800" i="1">
                        <a:solidFill>
                          <a:schemeClr val="bg1"/>
                        </a:solidFill>
                        <a:latin typeface="Cambria Math" panose="02040503050406030204" pitchFamily="18" charset="0"/>
                      </a:rPr>
                      <m:t>,</m:t>
                    </m:r>
                    <m:r>
                      <a:rPr lang="zh-CN" altLang="en-US" sz="2800" i="1">
                        <a:solidFill>
                          <a:schemeClr val="bg1"/>
                        </a:solidFill>
                        <a:latin typeface="Cambria Math" panose="02040503050406030204" pitchFamily="18" charset="0"/>
                      </a:rPr>
                      <m:t>𝑡</m:t>
                    </m:r>
                    <m:r>
                      <a:rPr lang="zh-CN" altLang="en-US" sz="2800" i="1">
                        <a:solidFill>
                          <a:schemeClr val="bg1"/>
                        </a:solidFill>
                        <a:latin typeface="Cambria Math" panose="02040503050406030204" pitchFamily="18" charset="0"/>
                      </a:rPr>
                      <m:t>)</m:t>
                    </m:r>
                  </m:oMath>
                </a14:m>
                <a:r>
                  <a:rPr lang="zh-CN" altLang="en-US" sz="2800" b="1" dirty="0">
                    <a:solidFill>
                      <a:schemeClr val="bg1"/>
                    </a:solidFill>
                  </a:rPr>
                  <a:t> </a:t>
                </a:r>
                <a:r>
                  <a:rPr lang="zh-CN" altLang="en-US" sz="2800" b="1" dirty="0"/>
                  <a:t>的平衡点 </a:t>
                </a:r>
                <a14:m>
                  <m:oMath xmlns:m="http://schemas.openxmlformats.org/officeDocument/2006/math">
                    <m:r>
                      <a:rPr lang="zh-CN" altLang="en-US" sz="2800" b="1" i="1" smtClean="0">
                        <a:solidFill>
                          <a:schemeClr val="bg1"/>
                        </a:solidFill>
                        <a:latin typeface="Cambria Math" panose="02040503050406030204" pitchFamily="18" charset="0"/>
                      </a:rPr>
                      <m:t>𝒙</m:t>
                    </m:r>
                    <m:r>
                      <a:rPr lang="zh-CN" altLang="en-US" sz="2800" i="1" smtClean="0">
                        <a:solidFill>
                          <a:schemeClr val="bg1"/>
                        </a:solidFill>
                        <a:latin typeface="Cambria Math" panose="02040503050406030204" pitchFamily="18" charset="0"/>
                      </a:rPr>
                      <m:t>=0</m:t>
                    </m:r>
                  </m:oMath>
                </a14:m>
                <a:r>
                  <a:rPr lang="zh-CN" altLang="en-US" sz="2800" b="1" dirty="0">
                    <a:solidFill>
                      <a:schemeClr val="bg1"/>
                    </a:solidFill>
                  </a:rPr>
                  <a:t> 局</a:t>
                </a:r>
                <a:r>
                  <a:rPr lang="zh-CN" altLang="en-US" sz="2800" b="1" dirty="0"/>
                  <a:t>部</a:t>
                </a:r>
                <a:r>
                  <a:rPr lang="zh-CN" altLang="en-US" sz="2800" b="1" dirty="0">
                    <a:solidFill>
                      <a:srgbClr val="FFFF00"/>
                    </a:solidFill>
                  </a:rPr>
                  <a:t>一致稳定</a:t>
                </a:r>
                <a:r>
                  <a:rPr lang="zh-CN" altLang="en-US" sz="2800" b="1" dirty="0"/>
                  <a:t>（</a:t>
                </a:r>
                <a:r>
                  <a:rPr lang="en-US" altLang="zh-CN" sz="2800" b="1" dirty="0"/>
                  <a:t>locally </a:t>
                </a:r>
                <a:r>
                  <a:rPr lang="en-US" altLang="zh-CN" sz="2800" b="1" dirty="0">
                    <a:solidFill>
                      <a:srgbClr val="FFFF00"/>
                    </a:solidFill>
                  </a:rPr>
                  <a:t>uniformly stable</a:t>
                </a:r>
                <a:r>
                  <a:rPr lang="zh-CN" altLang="en-US" sz="2800" b="1" dirty="0"/>
                  <a:t>），如果：</a:t>
                </a:r>
                <a:br>
                  <a:rPr lang="en-US" altLang="zh-CN" sz="2800" b="1" dirty="0"/>
                </a:br>
                <a:r>
                  <a:rPr lang="zh-CN" altLang="en-US" sz="2800" b="1" dirty="0"/>
                  <a:t>对任意 </a:t>
                </a:r>
                <a14:m>
                  <m:oMath xmlns:m="http://schemas.openxmlformats.org/officeDocument/2006/math">
                    <m:r>
                      <a:rPr lang="zh-CN" altLang="en-US" sz="2800" i="1" smtClean="0">
                        <a:solidFill>
                          <a:schemeClr val="bg1"/>
                        </a:solidFill>
                        <a:latin typeface="Cambria Math" panose="02040503050406030204" pitchFamily="18" charset="0"/>
                      </a:rPr>
                      <m:t>𝜀</m:t>
                    </m:r>
                    <m:r>
                      <a:rPr lang="zh-CN" altLang="en-US" sz="2800" i="1" smtClean="0">
                        <a:solidFill>
                          <a:schemeClr val="bg1"/>
                        </a:solidFill>
                        <a:latin typeface="Cambria Math" panose="02040503050406030204" pitchFamily="18" charset="0"/>
                      </a:rPr>
                      <m:t>&gt;0,  </m:t>
                    </m:r>
                    <m:sSub>
                      <m:sSubPr>
                        <m:ctrlPr>
                          <a:rPr lang="zh-CN" altLang="en-US" sz="2800" i="1">
                            <a:solidFill>
                              <a:schemeClr val="bg1"/>
                            </a:solidFill>
                            <a:latin typeface="Cambria Math" panose="02040503050406030204" pitchFamily="18" charset="0"/>
                          </a:rPr>
                        </m:ctrlPr>
                      </m:sSubPr>
                      <m:e>
                        <m:r>
                          <a:rPr lang="zh-CN" altLang="en-US" sz="2800" i="1">
                            <a:solidFill>
                              <a:schemeClr val="bg1"/>
                            </a:solidFill>
                            <a:latin typeface="Cambria Math" panose="02040503050406030204" pitchFamily="18" charset="0"/>
                          </a:rPr>
                          <m:t>𝑡</m:t>
                        </m:r>
                      </m:e>
                      <m:sub>
                        <m:r>
                          <a:rPr lang="zh-CN" altLang="en-US" sz="2800" i="1">
                            <a:solidFill>
                              <a:schemeClr val="bg1"/>
                            </a:solidFill>
                            <a:latin typeface="Cambria Math" panose="02040503050406030204" pitchFamily="18" charset="0"/>
                          </a:rPr>
                          <m:t>0</m:t>
                        </m:r>
                      </m:sub>
                    </m:sSub>
                    <m:r>
                      <a:rPr lang="zh-CN" altLang="en-US" sz="2800" i="1">
                        <a:solidFill>
                          <a:schemeClr val="bg1"/>
                        </a:solidFill>
                        <a:latin typeface="Cambria Math" panose="02040503050406030204" pitchFamily="18" charset="0"/>
                      </a:rPr>
                      <m:t>≥0</m:t>
                    </m:r>
                  </m:oMath>
                </a14:m>
                <a:r>
                  <a:rPr lang="zh-CN" altLang="en-US" sz="2800" b="1" dirty="0"/>
                  <a:t>，都存在</a:t>
                </a:r>
                <a:br>
                  <a:rPr lang="en-US" altLang="zh-CN" sz="2800" b="1" dirty="0"/>
                </a:br>
                <a:r>
                  <a:rPr lang="zh-CN" altLang="en-US" sz="2800" b="1" dirty="0"/>
                  <a:t>一个与</a:t>
                </a:r>
                <a:r>
                  <a:rPr lang="zh-CN" altLang="en-US" sz="2800" dirty="0">
                    <a:solidFill>
                      <a:srgbClr val="FFFF00"/>
                    </a:solidFill>
                  </a:rPr>
                  <a:t> </a:t>
                </a:r>
                <a14:m>
                  <m:oMath xmlns:m="http://schemas.openxmlformats.org/officeDocument/2006/math">
                    <m:sSub>
                      <m:sSubPr>
                        <m:ctrlPr>
                          <a:rPr lang="zh-CN" altLang="en-US" sz="2800" i="1">
                            <a:latin typeface="Cambria Math" panose="02040503050406030204" pitchFamily="18" charset="0"/>
                          </a:rPr>
                        </m:ctrlPr>
                      </m:sSubPr>
                      <m:e>
                        <m:r>
                          <a:rPr lang="zh-CN" altLang="en-US" sz="2800" i="1">
                            <a:latin typeface="Cambria Math" panose="02040503050406030204" pitchFamily="18" charset="0"/>
                          </a:rPr>
                          <m:t>𝑡</m:t>
                        </m:r>
                      </m:e>
                      <m:sub>
                        <m:r>
                          <a:rPr lang="zh-CN" altLang="en-US" sz="2800" i="1">
                            <a:latin typeface="Cambria Math" panose="02040503050406030204" pitchFamily="18" charset="0"/>
                          </a:rPr>
                          <m:t>0</m:t>
                        </m:r>
                      </m:sub>
                    </m:sSub>
                  </m:oMath>
                </a14:m>
                <a:r>
                  <a:rPr lang="zh-CN" altLang="en-US" sz="2800" b="1" dirty="0"/>
                  <a:t>无关的常数 </a:t>
                </a:r>
                <a14:m>
                  <m:oMath xmlns:m="http://schemas.openxmlformats.org/officeDocument/2006/math">
                    <m:r>
                      <a:rPr lang="zh-CN" altLang="en-US" sz="2800" i="1" smtClean="0">
                        <a:solidFill>
                          <a:schemeClr val="bg1"/>
                        </a:solidFill>
                        <a:latin typeface="Cambria Math" panose="02040503050406030204" pitchFamily="18" charset="0"/>
                      </a:rPr>
                      <m:t>𝛿</m:t>
                    </m:r>
                    <m:r>
                      <a:rPr lang="zh-CN" altLang="en-US" sz="2800" i="1" smtClean="0">
                        <a:solidFill>
                          <a:schemeClr val="bg1"/>
                        </a:solidFill>
                        <a:latin typeface="Cambria Math" panose="02040503050406030204" pitchFamily="18" charset="0"/>
                      </a:rPr>
                      <m:t>(</m:t>
                    </m:r>
                    <m:r>
                      <a:rPr lang="zh-CN" altLang="en-US" sz="2800" i="1" smtClean="0">
                        <a:solidFill>
                          <a:schemeClr val="bg1"/>
                        </a:solidFill>
                        <a:latin typeface="Cambria Math" panose="02040503050406030204" pitchFamily="18" charset="0"/>
                      </a:rPr>
                      <m:t>𝜀</m:t>
                    </m:r>
                    <m:r>
                      <a:rPr lang="zh-CN" altLang="en-US" sz="2800" i="1" smtClean="0">
                        <a:solidFill>
                          <a:schemeClr val="bg1"/>
                        </a:solidFill>
                        <a:latin typeface="Cambria Math" panose="02040503050406030204" pitchFamily="18" charset="0"/>
                      </a:rPr>
                      <m:t>)&gt;0</m:t>
                    </m:r>
                  </m:oMath>
                </a14:m>
                <a:r>
                  <a:rPr lang="zh-CN" altLang="en-US" sz="2800" dirty="0">
                    <a:solidFill>
                      <a:schemeClr val="bg1"/>
                    </a:solidFill>
                  </a:rPr>
                  <a:t> </a:t>
                </a:r>
                <a:r>
                  <a:rPr lang="zh-CN" altLang="en-US" sz="2800" b="1" dirty="0"/>
                  <a:t>，使得</a:t>
                </a:r>
                <a:br>
                  <a:rPr lang="en-US" altLang="zh-CN" sz="2800" b="1" dirty="0"/>
                </a:br>
                <a14:m>
                  <m:oMath xmlns:m="http://schemas.openxmlformats.org/officeDocument/2006/math">
                    <m:d>
                      <m:dPr>
                        <m:begChr m:val="‖"/>
                        <m:endChr m:val="‖"/>
                        <m:ctrlPr>
                          <a:rPr lang="zh-CN" altLang="en-US" sz="2800" i="1" smtClean="0">
                            <a:solidFill>
                              <a:srgbClr val="FFFF00"/>
                            </a:solidFill>
                            <a:latin typeface="Cambria Math" panose="02040503050406030204" pitchFamily="18" charset="0"/>
                          </a:rPr>
                        </m:ctrlPr>
                      </m:dPr>
                      <m:e>
                        <m:r>
                          <a:rPr lang="zh-CN" altLang="en-US" sz="2800" b="1" i="1">
                            <a:solidFill>
                              <a:srgbClr val="FFFF00"/>
                            </a:solidFill>
                            <a:latin typeface="Cambria Math" panose="02040503050406030204" pitchFamily="18" charset="0"/>
                          </a:rPr>
                          <m:t>𝒙</m:t>
                        </m:r>
                        <m:r>
                          <a:rPr lang="zh-CN" altLang="en-US" sz="2800" i="1">
                            <a:solidFill>
                              <a:srgbClr val="FFFF00"/>
                            </a:solidFill>
                            <a:latin typeface="Cambria Math" panose="02040503050406030204" pitchFamily="18" charset="0"/>
                          </a:rPr>
                          <m:t>(</m:t>
                        </m:r>
                        <m:r>
                          <a:rPr lang="zh-CN" altLang="en-US" sz="2800" i="1">
                            <a:solidFill>
                              <a:srgbClr val="FFFF00"/>
                            </a:solidFill>
                            <a:latin typeface="Cambria Math" panose="02040503050406030204" pitchFamily="18" charset="0"/>
                          </a:rPr>
                          <m:t>𝑡</m:t>
                        </m:r>
                        <m:r>
                          <a:rPr lang="zh-CN" altLang="en-US" sz="2800" i="0">
                            <a:solidFill>
                              <a:srgbClr val="FFFF00"/>
                            </a:solidFill>
                            <a:latin typeface="Cambria Math" panose="02040503050406030204" pitchFamily="18" charset="0"/>
                          </a:rPr>
                          <m:t>,</m:t>
                        </m:r>
                        <m:sSub>
                          <m:sSubPr>
                            <m:ctrlPr>
                              <a:rPr lang="zh-CN" altLang="en-US" sz="2800" i="1">
                                <a:solidFill>
                                  <a:srgbClr val="FFFF00"/>
                                </a:solidFill>
                                <a:latin typeface="Cambria Math" panose="02040503050406030204" pitchFamily="18" charset="0"/>
                              </a:rPr>
                            </m:ctrlPr>
                          </m:sSubPr>
                          <m:e>
                            <m:r>
                              <a:rPr lang="zh-CN" altLang="en-US" sz="2800" i="1">
                                <a:solidFill>
                                  <a:srgbClr val="FFFF00"/>
                                </a:solidFill>
                                <a:latin typeface="Cambria Math" panose="02040503050406030204" pitchFamily="18" charset="0"/>
                              </a:rPr>
                              <m:t>𝑡</m:t>
                            </m:r>
                          </m:e>
                          <m:sub>
                            <m:r>
                              <a:rPr lang="zh-CN" altLang="en-US" sz="2800" i="1">
                                <a:solidFill>
                                  <a:srgbClr val="FFFF00"/>
                                </a:solidFill>
                                <a:latin typeface="Cambria Math" panose="02040503050406030204" pitchFamily="18" charset="0"/>
                              </a:rPr>
                              <m:t>0</m:t>
                            </m:r>
                          </m:sub>
                        </m:sSub>
                        <m:r>
                          <a:rPr lang="zh-CN" altLang="en-US" sz="2800" i="1">
                            <a:solidFill>
                              <a:srgbClr val="FFFF00"/>
                            </a:solidFill>
                            <a:latin typeface="Cambria Math" panose="02040503050406030204" pitchFamily="18" charset="0"/>
                          </a:rPr>
                          <m:t>,</m:t>
                        </m:r>
                        <m:sSub>
                          <m:sSubPr>
                            <m:ctrlPr>
                              <a:rPr lang="zh-CN" altLang="en-US" sz="2800" i="1">
                                <a:solidFill>
                                  <a:srgbClr val="FFFF00"/>
                                </a:solidFill>
                                <a:latin typeface="Cambria Math" panose="02040503050406030204" pitchFamily="18" charset="0"/>
                              </a:rPr>
                            </m:ctrlPr>
                          </m:sSubPr>
                          <m:e>
                            <m:r>
                              <a:rPr lang="zh-CN" altLang="en-US" sz="2800" b="1" i="1">
                                <a:solidFill>
                                  <a:srgbClr val="FFFF00"/>
                                </a:solidFill>
                                <a:latin typeface="Cambria Math" panose="02040503050406030204" pitchFamily="18" charset="0"/>
                              </a:rPr>
                              <m:t>𝒙</m:t>
                            </m:r>
                          </m:e>
                          <m:sub>
                            <m:r>
                              <a:rPr lang="zh-CN" altLang="en-US" sz="2800" i="1">
                                <a:solidFill>
                                  <a:srgbClr val="FFFF00"/>
                                </a:solidFill>
                                <a:latin typeface="Cambria Math" panose="02040503050406030204" pitchFamily="18" charset="0"/>
                              </a:rPr>
                              <m:t>0</m:t>
                            </m:r>
                          </m:sub>
                        </m:sSub>
                        <m:r>
                          <a:rPr lang="zh-CN" altLang="en-US" sz="2800" i="1">
                            <a:solidFill>
                              <a:srgbClr val="FFFF00"/>
                            </a:solidFill>
                            <a:latin typeface="Cambria Math" panose="02040503050406030204" pitchFamily="18" charset="0"/>
                          </a:rPr>
                          <m:t>)</m:t>
                        </m:r>
                      </m:e>
                    </m:d>
                    <m:r>
                      <a:rPr lang="zh-CN" altLang="en-US" sz="2800" i="1">
                        <a:solidFill>
                          <a:srgbClr val="FFFF00"/>
                        </a:solidFill>
                        <a:latin typeface="Cambria Math" panose="02040503050406030204" pitchFamily="18" charset="0"/>
                      </a:rPr>
                      <m:t>&lt;</m:t>
                    </m:r>
                    <m:r>
                      <a:rPr lang="zh-CN" altLang="en-US" sz="2800" i="1">
                        <a:solidFill>
                          <a:srgbClr val="FFFF00"/>
                        </a:solidFill>
                        <a:latin typeface="Cambria Math" panose="02040503050406030204" pitchFamily="18" charset="0"/>
                      </a:rPr>
                      <m:t>𝜀</m:t>
                    </m:r>
                    <m:r>
                      <a:rPr lang="zh-CN" altLang="en-US" sz="2800" i="1">
                        <a:solidFill>
                          <a:srgbClr val="FFFF00"/>
                        </a:solidFill>
                        <a:latin typeface="Cambria Math" panose="02040503050406030204" pitchFamily="18" charset="0"/>
                      </a:rPr>
                      <m:t>,​​​​                   ∀</m:t>
                    </m:r>
                    <m:r>
                      <a:rPr lang="zh-CN" altLang="en-US" sz="2800" i="1">
                        <a:solidFill>
                          <a:srgbClr val="FFFF00"/>
                        </a:solidFill>
                        <a:latin typeface="Cambria Math" panose="02040503050406030204" pitchFamily="18" charset="0"/>
                      </a:rPr>
                      <m:t>𝑡</m:t>
                    </m:r>
                    <m:r>
                      <a:rPr lang="zh-CN" altLang="en-US" sz="2800" i="1">
                        <a:solidFill>
                          <a:srgbClr val="FFFF00"/>
                        </a:solidFill>
                        <a:latin typeface="Cambria Math" panose="02040503050406030204" pitchFamily="18" charset="0"/>
                      </a:rPr>
                      <m:t>≥</m:t>
                    </m:r>
                    <m:sSub>
                      <m:sSubPr>
                        <m:ctrlPr>
                          <a:rPr lang="zh-CN" altLang="en-US" sz="2800" i="1">
                            <a:solidFill>
                              <a:srgbClr val="FFFF00"/>
                            </a:solidFill>
                            <a:latin typeface="Cambria Math" panose="02040503050406030204" pitchFamily="18" charset="0"/>
                          </a:rPr>
                        </m:ctrlPr>
                      </m:sSubPr>
                      <m:e>
                        <m:r>
                          <a:rPr lang="zh-CN" altLang="en-US" sz="2800" i="1">
                            <a:solidFill>
                              <a:srgbClr val="FFFF00"/>
                            </a:solidFill>
                            <a:latin typeface="Cambria Math" panose="02040503050406030204" pitchFamily="18" charset="0"/>
                          </a:rPr>
                          <m:t>𝑡</m:t>
                        </m:r>
                      </m:e>
                      <m:sub>
                        <m:r>
                          <a:rPr lang="zh-CN" altLang="en-US" sz="2800" i="1">
                            <a:solidFill>
                              <a:srgbClr val="FFFF00"/>
                            </a:solidFill>
                            <a:latin typeface="Cambria Math" panose="02040503050406030204" pitchFamily="18" charset="0"/>
                          </a:rPr>
                          <m:t>0</m:t>
                        </m:r>
                      </m:sub>
                    </m:sSub>
                    <m:r>
                      <a:rPr lang="zh-CN" altLang="en-US" sz="2800" i="1">
                        <a:solidFill>
                          <a:srgbClr val="FFFF00"/>
                        </a:solidFill>
                        <a:latin typeface="Cambria Math" panose="02040503050406030204" pitchFamily="18" charset="0"/>
                      </a:rPr>
                      <m:t>, ∀</m:t>
                    </m:r>
                    <m:d>
                      <m:dPr>
                        <m:begChr m:val="‖"/>
                        <m:endChr m:val="‖"/>
                        <m:ctrlPr>
                          <a:rPr lang="zh-CN" altLang="en-US" sz="2800" i="1">
                            <a:solidFill>
                              <a:srgbClr val="FFFF00"/>
                            </a:solidFill>
                            <a:latin typeface="Cambria Math" panose="02040503050406030204" pitchFamily="18" charset="0"/>
                          </a:rPr>
                        </m:ctrlPr>
                      </m:dPr>
                      <m:e>
                        <m:r>
                          <a:rPr lang="zh-CN" altLang="en-US" sz="2800" b="1" i="1">
                            <a:solidFill>
                              <a:srgbClr val="FFFF00"/>
                            </a:solidFill>
                            <a:latin typeface="Cambria Math" panose="02040503050406030204" pitchFamily="18" charset="0"/>
                          </a:rPr>
                          <m:t>𝒙</m:t>
                        </m:r>
                        <m:r>
                          <a:rPr lang="zh-CN" altLang="en-US" sz="2800" i="1">
                            <a:solidFill>
                              <a:srgbClr val="FFFF00"/>
                            </a:solidFill>
                            <a:latin typeface="Cambria Math" panose="02040503050406030204" pitchFamily="18" charset="0"/>
                          </a:rPr>
                          <m:t>(</m:t>
                        </m:r>
                        <m:sSub>
                          <m:sSubPr>
                            <m:ctrlPr>
                              <a:rPr lang="zh-CN" altLang="en-US" sz="2800" i="1">
                                <a:solidFill>
                                  <a:srgbClr val="FFFF00"/>
                                </a:solidFill>
                                <a:latin typeface="Cambria Math" panose="02040503050406030204" pitchFamily="18" charset="0"/>
                              </a:rPr>
                            </m:ctrlPr>
                          </m:sSubPr>
                          <m:e>
                            <m:r>
                              <a:rPr lang="zh-CN" altLang="en-US" sz="2800" i="1">
                                <a:solidFill>
                                  <a:srgbClr val="FFFF00"/>
                                </a:solidFill>
                                <a:latin typeface="Cambria Math" panose="02040503050406030204" pitchFamily="18" charset="0"/>
                              </a:rPr>
                              <m:t>𝑡</m:t>
                            </m:r>
                          </m:e>
                          <m:sub>
                            <m:r>
                              <a:rPr lang="zh-CN" altLang="en-US" sz="2800" i="1">
                                <a:solidFill>
                                  <a:srgbClr val="FFFF00"/>
                                </a:solidFill>
                                <a:latin typeface="Cambria Math" panose="02040503050406030204" pitchFamily="18" charset="0"/>
                              </a:rPr>
                              <m:t>0</m:t>
                            </m:r>
                          </m:sub>
                        </m:sSub>
                        <m:r>
                          <a:rPr lang="zh-CN" altLang="en-US" sz="2800" i="1">
                            <a:solidFill>
                              <a:srgbClr val="FFFF00"/>
                            </a:solidFill>
                            <a:latin typeface="Cambria Math" panose="02040503050406030204" pitchFamily="18" charset="0"/>
                          </a:rPr>
                          <m:t>)</m:t>
                        </m:r>
                      </m:e>
                    </m:d>
                    <m:r>
                      <a:rPr lang="zh-CN" altLang="en-US" sz="2800" i="1">
                        <a:solidFill>
                          <a:srgbClr val="FFFF00"/>
                        </a:solidFill>
                        <a:latin typeface="Cambria Math" panose="02040503050406030204" pitchFamily="18" charset="0"/>
                      </a:rPr>
                      <m:t>&lt;</m:t>
                    </m:r>
                    <m:r>
                      <a:rPr lang="zh-CN" altLang="en-US" sz="2800" i="1">
                        <a:solidFill>
                          <a:srgbClr val="FFFF00"/>
                        </a:solidFill>
                        <a:latin typeface="Cambria Math" panose="02040503050406030204" pitchFamily="18" charset="0"/>
                      </a:rPr>
                      <m:t>𝛿</m:t>
                    </m:r>
                  </m:oMath>
                </a14:m>
                <a:endParaRPr lang="en-US" altLang="zh-CN" sz="2800" b="1" dirty="0"/>
              </a:p>
            </p:txBody>
          </p:sp>
        </mc:Choice>
        <mc:Fallback xmlns="">
          <p:sp>
            <p:nvSpPr>
              <p:cNvPr id="9" name="内容占位符 2"/>
              <p:cNvSpPr txBox="1">
                <a:spLocks noRot="1" noChangeAspect="1" noMove="1" noResize="1" noEditPoints="1" noAdjustHandles="1" noChangeArrowheads="1" noChangeShapeType="1" noTextEdit="1"/>
              </p:cNvSpPr>
              <p:nvPr/>
            </p:nvSpPr>
            <p:spPr>
              <a:xfrm>
                <a:off x="438472" y="1052735"/>
                <a:ext cx="8382000" cy="2928666"/>
              </a:xfrm>
              <a:prstGeom prst="rect">
                <a:avLst/>
              </a:prstGeom>
              <a:blipFill>
                <a:blip r:embed="rId4"/>
                <a:stretch>
                  <a:fillRect/>
                </a:stretch>
              </a:blipFill>
            </p:spPr>
            <p:txBody>
              <a:bodyPr/>
              <a:lstStyle/>
              <a:p>
                <a:r>
                  <a:rPr lang="zh-CN" altLang="en-US">
                    <a:noFill/>
                  </a:rPr>
                  <a:t> </a:t>
                </a:r>
              </a:p>
            </p:txBody>
          </p:sp>
        </mc:Fallback>
      </mc:AlternateContent>
      <p:sp>
        <p:nvSpPr>
          <p:cNvPr id="23" name="日期占位符 3"/>
          <p:cNvSpPr txBox="1">
            <a:spLocks/>
          </p:cNvSpPr>
          <p:nvPr/>
        </p:nvSpPr>
        <p:spPr>
          <a:xfrm>
            <a:off x="457200" y="6476999"/>
            <a:ext cx="2133600" cy="274320"/>
          </a:xfrm>
          <a:prstGeom prst="rect">
            <a:avLst/>
          </a:prstGeom>
        </p:spPr>
        <p:txBody>
          <a:bodyPr vert="horz" lIns="109728" rIns="45720" bIns="0" rtlCol="0" anchor="b"/>
          <a:lstStyle>
            <a:defPPr>
              <a:defRPr lang="zh-CN"/>
            </a:defPPr>
            <a:lvl1pPr marL="0" algn="l" defTabSz="914400" rtl="0" eaLnBrk="1" latinLnBrk="0" hangingPunct="1">
              <a:defRPr kumimoji="0" sz="1800" kern="1200">
                <a:solidFill>
                  <a:srgbClr val="FF0000"/>
                </a:solidFill>
                <a:latin typeface="Times New Roman" pitchFamily="18" charset="0"/>
                <a:ea typeface="+mn-ea"/>
                <a:cs typeface="Times New Roman" pitchFamily="18"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dirty="0"/>
          </a:p>
        </p:txBody>
      </p:sp>
      <mc:AlternateContent xmlns:mc="http://schemas.openxmlformats.org/markup-compatibility/2006" xmlns:a14="http://schemas.microsoft.com/office/drawing/2010/main">
        <mc:Choice Requires="a14">
          <p:sp>
            <p:nvSpPr>
              <p:cNvPr id="25" name="内容占位符 2"/>
              <p:cNvSpPr txBox="1">
                <a:spLocks/>
              </p:cNvSpPr>
              <p:nvPr/>
            </p:nvSpPr>
            <p:spPr>
              <a:xfrm>
                <a:off x="438472" y="4041814"/>
                <a:ext cx="8499788" cy="2664296"/>
              </a:xfrm>
              <a:prstGeom prst="rect">
                <a:avLst/>
              </a:prstGeom>
            </p:spPr>
            <p:txBody>
              <a:bodyPr vert="horz" lIns="54864" tIns="91440" rtlCol="0">
                <a:noAutofit/>
              </a:bodyPr>
              <a:lstStyle>
                <a:lvl1pPr marL="438912" indent="-320040" algn="l" rtl="0" eaLnBrk="1" latinLnBrk="0" hangingPunct="1">
                  <a:spcBef>
                    <a:spcPts val="0"/>
                  </a:spcBef>
                  <a:buClr>
                    <a:schemeClr val="accent1"/>
                  </a:buClr>
                  <a:buSzPct val="80000"/>
                  <a:buFont typeface="Wingdings 2"/>
                  <a:buChar char=""/>
                  <a:defRPr kumimoji="0" sz="3200" kern="1200">
                    <a:solidFill>
                      <a:schemeClr val="bg1"/>
                    </a:solidFill>
                    <a:latin typeface="Times New Roman" pitchFamily="18" charset="0"/>
                    <a:ea typeface="+mn-ea"/>
                    <a:cs typeface="Times New Roman" pitchFamily="18" charset="0"/>
                  </a:defRPr>
                </a:lvl1pPr>
                <a:lvl2pPr marL="731520" indent="-274320" algn="l" rtl="0" eaLnBrk="1" latinLnBrk="0" hangingPunct="1">
                  <a:spcBef>
                    <a:spcPct val="20000"/>
                  </a:spcBef>
                  <a:buClr>
                    <a:schemeClr val="accent2"/>
                  </a:buClr>
                  <a:buSzPct val="90000"/>
                  <a:buFont typeface="Wingdings"/>
                  <a:buChar char=""/>
                  <a:defRPr kumimoji="0" sz="2800" kern="1200">
                    <a:solidFill>
                      <a:schemeClr val="bg1"/>
                    </a:solidFill>
                    <a:latin typeface="Times New Roman" pitchFamily="18" charset="0"/>
                    <a:ea typeface="+mn-ea"/>
                    <a:cs typeface="Times New Roman" pitchFamily="18" charset="0"/>
                  </a:defRPr>
                </a:lvl2pPr>
                <a:lvl3pPr marL="996696" indent="-228600" algn="l" rtl="0" eaLnBrk="1" latinLnBrk="0" hangingPunct="1">
                  <a:spcBef>
                    <a:spcPct val="20000"/>
                  </a:spcBef>
                  <a:buClr>
                    <a:schemeClr val="accent3"/>
                  </a:buClr>
                  <a:buFont typeface="Arial"/>
                  <a:buChar char="▪"/>
                  <a:defRPr kumimoji="0" sz="2400" kern="1200">
                    <a:solidFill>
                      <a:schemeClr val="bg1"/>
                    </a:solidFill>
                    <a:latin typeface="Times New Roman" pitchFamily="18" charset="0"/>
                    <a:ea typeface="+mn-ea"/>
                    <a:cs typeface="Times New Roman" pitchFamily="18" charset="0"/>
                  </a:defRPr>
                </a:lvl3pPr>
                <a:lvl4pPr marL="1216152" indent="-182880" algn="l" rtl="0" eaLnBrk="1" latinLnBrk="0" hangingPunct="1">
                  <a:spcBef>
                    <a:spcPct val="20000"/>
                  </a:spcBef>
                  <a:buClr>
                    <a:schemeClr val="accent4"/>
                  </a:buClr>
                  <a:buFont typeface="Arial"/>
                  <a:buChar char="▪"/>
                  <a:defRPr kumimoji="0" sz="2000" kern="1200">
                    <a:solidFill>
                      <a:schemeClr val="bg1"/>
                    </a:solidFill>
                    <a:latin typeface="Times New Roman" pitchFamily="18" charset="0"/>
                    <a:ea typeface="+mn-ea"/>
                    <a:cs typeface="Times New Roman" pitchFamily="18" charset="0"/>
                  </a:defRPr>
                </a:lvl4pPr>
                <a:lvl5pPr marL="1426464" indent="-182880" algn="l" rtl="0" eaLnBrk="1" latinLnBrk="0" hangingPunct="1">
                  <a:spcBef>
                    <a:spcPct val="20000"/>
                  </a:spcBef>
                  <a:buClr>
                    <a:schemeClr val="accent5"/>
                  </a:buClr>
                  <a:buFont typeface="Wingdings 3"/>
                  <a:buChar char=""/>
                  <a:defRPr kumimoji="0" lang="en-US" sz="2000" kern="1200" smtClean="0">
                    <a:solidFill>
                      <a:schemeClr val="tx1"/>
                    </a:solidFill>
                    <a:latin typeface="Times New Roman" pitchFamily="18" charset="0"/>
                    <a:ea typeface="+mn-ea"/>
                    <a:cs typeface="Times New Roman" pitchFamily="18" charset="0"/>
                  </a:defRPr>
                </a:lvl5pPr>
                <a:lvl6pPr marL="1627632" indent="-182880" algn="l" rtl="0" eaLnBrk="1" latinLnBrk="0" hangingPunct="1">
                  <a:spcBef>
                    <a:spcPct val="20000"/>
                  </a:spcBef>
                  <a:buClr>
                    <a:schemeClr val="accent6"/>
                  </a:buClr>
                  <a:buSzPct val="100000"/>
                  <a:buFont typeface="Wingdings 2"/>
                  <a:buChar char=""/>
                  <a:defRPr kumimoji="0" sz="2000" kern="1200">
                    <a:solidFill>
                      <a:schemeClr val="tx1"/>
                    </a:solidFill>
                    <a:latin typeface="+mn-lt"/>
                    <a:ea typeface="+mn-ea"/>
                    <a:cs typeface="+mn-cs"/>
                  </a:defRPr>
                </a:lvl6pPr>
                <a:lvl7pPr marL="1828800" indent="-182880" algn="l" rtl="0" eaLnBrk="1" latinLnBrk="0" hangingPunct="1">
                  <a:spcBef>
                    <a:spcPct val="20000"/>
                  </a:spcBef>
                  <a:buClr>
                    <a:schemeClr val="accent1"/>
                  </a:buClr>
                  <a:buSzPct val="100000"/>
                  <a:buFont typeface="Wingdings 2"/>
                  <a:buChar char=""/>
                  <a:defRPr kumimoji="0" sz="1800" kern="1200">
                    <a:solidFill>
                      <a:schemeClr val="tx1"/>
                    </a:solidFill>
                    <a:latin typeface="+mn-lt"/>
                    <a:ea typeface="+mn-ea"/>
                    <a:cs typeface="+mn-cs"/>
                  </a:defRPr>
                </a:lvl7pPr>
                <a:lvl8pPr marL="2029968" indent="-182880" algn="l" rtl="0" eaLnBrk="1" latinLnBrk="0" hangingPunct="1">
                  <a:spcBef>
                    <a:spcPct val="20000"/>
                  </a:spcBef>
                  <a:buClr>
                    <a:schemeClr val="accent2"/>
                  </a:buClr>
                  <a:buFont typeface="Wingdings 2" pitchFamily="18" charset="2"/>
                  <a:buChar char=""/>
                  <a:defRPr kumimoji="0" sz="1800" kern="1200">
                    <a:solidFill>
                      <a:schemeClr val="tx1"/>
                    </a:solidFill>
                    <a:latin typeface="+mn-lt"/>
                    <a:ea typeface="+mn-ea"/>
                    <a:cs typeface="+mn-cs"/>
                  </a:defRPr>
                </a:lvl8pPr>
                <a:lvl9pPr marL="2231136" indent="-182880" algn="l" rtl="0" eaLnBrk="1" latinLnBrk="0" hangingPunct="1">
                  <a:spcBef>
                    <a:spcPct val="20000"/>
                  </a:spcBef>
                  <a:buClr>
                    <a:schemeClr val="accent3"/>
                  </a:buClr>
                  <a:buFont typeface="Wingdings 2" pitchFamily="18" charset="2"/>
                  <a:buChar char=""/>
                  <a:defRPr kumimoji="0" sz="1800" kern="1200" baseline="0">
                    <a:solidFill>
                      <a:schemeClr val="tx1"/>
                    </a:solidFill>
                    <a:latin typeface="+mn-lt"/>
                    <a:ea typeface="+mn-ea"/>
                    <a:cs typeface="+mn-cs"/>
                  </a:defRPr>
                </a:lvl9pPr>
                <a:extLst/>
              </a:lstStyle>
              <a:p>
                <a:pPr>
                  <a:lnSpc>
                    <a:spcPct val="130000"/>
                  </a:lnSpc>
                </a:pPr>
                <a:r>
                  <a:rPr lang="zh-CN" altLang="en-US" sz="2800" b="1" dirty="0"/>
                  <a:t>称系统 </a:t>
                </a:r>
                <a14:m>
                  <m:oMath xmlns:m="http://schemas.openxmlformats.org/officeDocument/2006/math">
                    <m:acc>
                      <m:accPr>
                        <m:chr m:val="̇"/>
                        <m:ctrlPr>
                          <a:rPr lang="zh-CN" altLang="en-US" sz="2800" i="1" smtClean="0">
                            <a:solidFill>
                              <a:schemeClr val="bg1"/>
                            </a:solidFill>
                            <a:latin typeface="Cambria Math" panose="02040503050406030204" pitchFamily="18" charset="0"/>
                          </a:rPr>
                        </m:ctrlPr>
                      </m:accPr>
                      <m:e>
                        <m:r>
                          <a:rPr lang="zh-CN" altLang="en-US" sz="2800" b="1" i="1">
                            <a:solidFill>
                              <a:schemeClr val="bg1"/>
                            </a:solidFill>
                            <a:latin typeface="Cambria Math" panose="02040503050406030204" pitchFamily="18" charset="0"/>
                          </a:rPr>
                          <m:t>𝒙</m:t>
                        </m:r>
                      </m:e>
                    </m:acc>
                    <m:r>
                      <a:rPr lang="zh-CN" altLang="en-US" sz="2800" i="1">
                        <a:solidFill>
                          <a:schemeClr val="bg1"/>
                        </a:solidFill>
                        <a:latin typeface="Cambria Math" panose="02040503050406030204" pitchFamily="18" charset="0"/>
                      </a:rPr>
                      <m:t>=</m:t>
                    </m:r>
                    <m:r>
                      <a:rPr lang="zh-CN" altLang="en-US" sz="2800" b="1" i="1">
                        <a:solidFill>
                          <a:schemeClr val="bg1"/>
                        </a:solidFill>
                        <a:latin typeface="Cambria Math" panose="02040503050406030204" pitchFamily="18" charset="0"/>
                      </a:rPr>
                      <m:t>𝒇</m:t>
                    </m:r>
                    <m:r>
                      <a:rPr lang="zh-CN" altLang="en-US" sz="2800" i="1">
                        <a:solidFill>
                          <a:schemeClr val="bg1"/>
                        </a:solidFill>
                        <a:latin typeface="Cambria Math" panose="02040503050406030204" pitchFamily="18" charset="0"/>
                      </a:rPr>
                      <m:t>(</m:t>
                    </m:r>
                    <m:r>
                      <a:rPr lang="zh-CN" altLang="en-US" sz="2800" b="1" i="1">
                        <a:solidFill>
                          <a:schemeClr val="bg1"/>
                        </a:solidFill>
                        <a:latin typeface="Cambria Math" panose="02040503050406030204" pitchFamily="18" charset="0"/>
                      </a:rPr>
                      <m:t>𝒙</m:t>
                    </m:r>
                    <m:r>
                      <a:rPr lang="zh-CN" altLang="en-US" sz="2800" i="1">
                        <a:solidFill>
                          <a:schemeClr val="bg1"/>
                        </a:solidFill>
                        <a:latin typeface="Cambria Math" panose="02040503050406030204" pitchFamily="18" charset="0"/>
                      </a:rPr>
                      <m:t>,</m:t>
                    </m:r>
                    <m:r>
                      <a:rPr lang="zh-CN" altLang="en-US" sz="2800" i="1">
                        <a:solidFill>
                          <a:schemeClr val="bg1"/>
                        </a:solidFill>
                        <a:latin typeface="Cambria Math" panose="02040503050406030204" pitchFamily="18" charset="0"/>
                      </a:rPr>
                      <m:t>𝑡</m:t>
                    </m:r>
                    <m:r>
                      <a:rPr lang="zh-CN" altLang="en-US" sz="2800" i="1">
                        <a:solidFill>
                          <a:schemeClr val="bg1"/>
                        </a:solidFill>
                        <a:latin typeface="Cambria Math" panose="02040503050406030204" pitchFamily="18" charset="0"/>
                      </a:rPr>
                      <m:t>)</m:t>
                    </m:r>
                  </m:oMath>
                </a14:m>
                <a:r>
                  <a:rPr lang="zh-CN" altLang="en-US" sz="2800" b="1" dirty="0">
                    <a:solidFill>
                      <a:schemeClr val="bg1"/>
                    </a:solidFill>
                  </a:rPr>
                  <a:t> </a:t>
                </a:r>
                <a:r>
                  <a:rPr lang="zh-CN" altLang="en-US" sz="2800" b="1" dirty="0"/>
                  <a:t>的平衡点 </a:t>
                </a:r>
                <a14:m>
                  <m:oMath xmlns:m="http://schemas.openxmlformats.org/officeDocument/2006/math">
                    <m:r>
                      <a:rPr lang="zh-CN" altLang="en-US" sz="2800" b="1" i="1" smtClean="0">
                        <a:solidFill>
                          <a:schemeClr val="bg1"/>
                        </a:solidFill>
                        <a:latin typeface="Cambria Math" panose="02040503050406030204" pitchFamily="18" charset="0"/>
                      </a:rPr>
                      <m:t>𝒙</m:t>
                    </m:r>
                    <m:r>
                      <a:rPr lang="zh-CN" altLang="en-US" sz="2800" i="1" smtClean="0">
                        <a:solidFill>
                          <a:schemeClr val="bg1"/>
                        </a:solidFill>
                        <a:latin typeface="Cambria Math" panose="02040503050406030204" pitchFamily="18" charset="0"/>
                      </a:rPr>
                      <m:t>=0</m:t>
                    </m:r>
                  </m:oMath>
                </a14:m>
                <a:r>
                  <a:rPr lang="zh-CN" altLang="en-US" sz="2800" b="1" dirty="0">
                    <a:solidFill>
                      <a:schemeClr val="bg1"/>
                    </a:solidFill>
                  </a:rPr>
                  <a:t> 局</a:t>
                </a:r>
                <a:r>
                  <a:rPr lang="zh-CN" altLang="en-US" sz="2800" b="1" dirty="0"/>
                  <a:t>部</a:t>
                </a:r>
                <a:r>
                  <a:rPr lang="zh-CN" altLang="en-US" sz="2800" b="1" dirty="0">
                    <a:solidFill>
                      <a:srgbClr val="FFFF00"/>
                    </a:solidFill>
                  </a:rPr>
                  <a:t>一致稳定</a:t>
                </a:r>
                <a:r>
                  <a:rPr lang="zh-CN" altLang="en-US" sz="2800" b="1" dirty="0"/>
                  <a:t>，</a:t>
                </a:r>
                <a:br>
                  <a:rPr lang="en-US" altLang="zh-CN" sz="2800" b="1" dirty="0"/>
                </a:br>
                <a:r>
                  <a:rPr lang="zh-CN" altLang="en-US" sz="2800" b="1" dirty="0"/>
                  <a:t>如果：存在一个</a:t>
                </a:r>
                <a14:m>
                  <m:oMath xmlns:m="http://schemas.openxmlformats.org/officeDocument/2006/math">
                    <m:r>
                      <a:rPr lang="zh-CN" altLang="en-US" sz="2800" i="1" smtClean="0">
                        <a:solidFill>
                          <a:srgbClr val="FFFF00"/>
                        </a:solidFill>
                        <a:latin typeface="Cambria Math" panose="02040503050406030204" pitchFamily="18" charset="0"/>
                      </a:rPr>
                      <m:t>𝒦</m:t>
                    </m:r>
                  </m:oMath>
                </a14:m>
                <a:r>
                  <a:rPr lang="zh-CN" altLang="en-US" sz="2800" b="1" dirty="0">
                    <a:solidFill>
                      <a:srgbClr val="FFFF00"/>
                    </a:solidFill>
                  </a:rPr>
                  <a:t>类函数 </a:t>
                </a:r>
                <a14:m>
                  <m:oMath xmlns:m="http://schemas.openxmlformats.org/officeDocument/2006/math">
                    <m:r>
                      <a:rPr lang="zh-CN" altLang="en-US" sz="2800" i="1">
                        <a:solidFill>
                          <a:srgbClr val="FFFF00"/>
                        </a:solidFill>
                        <a:latin typeface="Cambria Math" panose="02040503050406030204" pitchFamily="18" charset="0"/>
                      </a:rPr>
                      <m:t>𝛼</m:t>
                    </m:r>
                    <m:r>
                      <a:rPr lang="zh-CN" altLang="en-US" sz="2800" i="1">
                        <a:solidFill>
                          <a:srgbClr val="FFFF00"/>
                        </a:solidFill>
                        <a:latin typeface="Cambria Math" panose="02040503050406030204" pitchFamily="18" charset="0"/>
                      </a:rPr>
                      <m:t>(⋅)</m:t>
                    </m:r>
                  </m:oMath>
                </a14:m>
                <a:r>
                  <a:rPr lang="zh-CN" altLang="en-US" sz="2800" b="1" dirty="0">
                    <a:solidFill>
                      <a:srgbClr val="FFFF00"/>
                    </a:solidFill>
                  </a:rPr>
                  <a:t> </a:t>
                </a:r>
                <a:r>
                  <a:rPr lang="zh-CN" altLang="en-US" sz="2800" b="1" dirty="0"/>
                  <a:t>和</a:t>
                </a:r>
                <a:br>
                  <a:rPr lang="en-US" altLang="zh-CN" sz="2800" b="1" dirty="0"/>
                </a:br>
                <a:r>
                  <a:rPr lang="zh-CN" altLang="en-US" sz="2800" b="1" dirty="0"/>
                  <a:t>一个与</a:t>
                </a:r>
                <a:r>
                  <a:rPr lang="zh-CN" altLang="en-US" sz="2800" dirty="0">
                    <a:solidFill>
                      <a:srgbClr val="FFFF00"/>
                    </a:solidFill>
                  </a:rPr>
                  <a:t> </a:t>
                </a:r>
                <a14:m>
                  <m:oMath xmlns:m="http://schemas.openxmlformats.org/officeDocument/2006/math">
                    <m:sSub>
                      <m:sSubPr>
                        <m:ctrlPr>
                          <a:rPr lang="zh-CN" altLang="en-US" sz="2800" i="1" smtClean="0">
                            <a:solidFill>
                              <a:schemeClr val="bg1"/>
                            </a:solidFill>
                            <a:latin typeface="Cambria Math" panose="02040503050406030204" pitchFamily="18" charset="0"/>
                          </a:rPr>
                        </m:ctrlPr>
                      </m:sSubPr>
                      <m:e>
                        <m:r>
                          <a:rPr lang="zh-CN" altLang="en-US" sz="2800" i="1">
                            <a:solidFill>
                              <a:schemeClr val="bg1"/>
                            </a:solidFill>
                            <a:latin typeface="Cambria Math" panose="02040503050406030204" pitchFamily="18" charset="0"/>
                          </a:rPr>
                          <m:t>𝑡</m:t>
                        </m:r>
                      </m:e>
                      <m:sub>
                        <m:r>
                          <a:rPr lang="zh-CN" altLang="en-US" sz="2800" i="1">
                            <a:solidFill>
                              <a:schemeClr val="bg1"/>
                            </a:solidFill>
                            <a:latin typeface="Cambria Math" panose="02040503050406030204" pitchFamily="18" charset="0"/>
                          </a:rPr>
                          <m:t>0</m:t>
                        </m:r>
                      </m:sub>
                    </m:sSub>
                  </m:oMath>
                </a14:m>
                <a:r>
                  <a:rPr lang="zh-CN" altLang="en-US" sz="2800" b="1" dirty="0"/>
                  <a:t>无关的常数</a:t>
                </a:r>
                <a:r>
                  <a:rPr lang="zh-CN" altLang="en-US" sz="2800" b="1" dirty="0">
                    <a:solidFill>
                      <a:schemeClr val="bg1"/>
                    </a:solidFill>
                  </a:rPr>
                  <a:t> </a:t>
                </a:r>
                <a14:m>
                  <m:oMath xmlns:m="http://schemas.openxmlformats.org/officeDocument/2006/math">
                    <m:r>
                      <a:rPr lang="zh-CN" altLang="en-US" sz="2800" i="1">
                        <a:solidFill>
                          <a:schemeClr val="bg1"/>
                        </a:solidFill>
                        <a:latin typeface="Cambria Math" panose="02040503050406030204" pitchFamily="18" charset="0"/>
                      </a:rPr>
                      <m:t>𝛿</m:t>
                    </m:r>
                    <m:r>
                      <a:rPr lang="zh-CN" altLang="en-US" sz="2800" i="1">
                        <a:latin typeface="Cambria Math" panose="02040503050406030204" pitchFamily="18" charset="0"/>
                      </a:rPr>
                      <m:t>&gt;0</m:t>
                    </m:r>
                  </m:oMath>
                </a14:m>
                <a:r>
                  <a:rPr lang="zh-CN" altLang="en-US" sz="2800" b="1" dirty="0"/>
                  <a:t>     ，使得</a:t>
                </a:r>
                <a:br>
                  <a:rPr lang="en-US" altLang="zh-CN" sz="2800" i="1" dirty="0">
                    <a:solidFill>
                      <a:srgbClr val="00FFFF"/>
                    </a:solidFill>
                    <a:latin typeface="Cambria Math" panose="02040503050406030204" pitchFamily="18" charset="0"/>
                  </a:rPr>
                </a:br>
                <a14:m>
                  <m:oMath xmlns:m="http://schemas.openxmlformats.org/officeDocument/2006/math">
                    <m:d>
                      <m:dPr>
                        <m:begChr m:val="‖"/>
                        <m:endChr m:val="‖"/>
                        <m:ctrlPr>
                          <a:rPr lang="zh-CN" altLang="en-US" sz="2800" i="1" smtClean="0">
                            <a:solidFill>
                              <a:srgbClr val="FFFF00"/>
                            </a:solidFill>
                            <a:latin typeface="Cambria Math" panose="02040503050406030204" pitchFamily="18" charset="0"/>
                          </a:rPr>
                        </m:ctrlPr>
                      </m:dPr>
                      <m:e>
                        <m:r>
                          <a:rPr lang="zh-CN" altLang="en-US" sz="2800" b="1" i="1">
                            <a:solidFill>
                              <a:srgbClr val="FFFF00"/>
                            </a:solidFill>
                            <a:latin typeface="Cambria Math" panose="02040503050406030204" pitchFamily="18" charset="0"/>
                          </a:rPr>
                          <m:t>𝒙</m:t>
                        </m:r>
                        <m:r>
                          <a:rPr lang="zh-CN" altLang="en-US" sz="2800" i="1">
                            <a:solidFill>
                              <a:srgbClr val="FFFF00"/>
                            </a:solidFill>
                            <a:latin typeface="Cambria Math" panose="02040503050406030204" pitchFamily="18" charset="0"/>
                          </a:rPr>
                          <m:t>(</m:t>
                        </m:r>
                        <m:r>
                          <a:rPr lang="zh-CN" altLang="en-US" sz="2800" i="1">
                            <a:solidFill>
                              <a:srgbClr val="FFFF00"/>
                            </a:solidFill>
                            <a:latin typeface="Cambria Math" panose="02040503050406030204" pitchFamily="18" charset="0"/>
                          </a:rPr>
                          <m:t>𝑡</m:t>
                        </m:r>
                        <m:r>
                          <a:rPr lang="zh-CN" altLang="en-US" sz="2800">
                            <a:solidFill>
                              <a:srgbClr val="FFFF00"/>
                            </a:solidFill>
                            <a:latin typeface="Cambria Math" panose="02040503050406030204" pitchFamily="18" charset="0"/>
                          </a:rPr>
                          <m:t>,</m:t>
                        </m:r>
                        <m:sSub>
                          <m:sSubPr>
                            <m:ctrlPr>
                              <a:rPr lang="zh-CN" altLang="en-US" sz="2800" i="1">
                                <a:solidFill>
                                  <a:srgbClr val="FFFF00"/>
                                </a:solidFill>
                                <a:latin typeface="Cambria Math" panose="02040503050406030204" pitchFamily="18" charset="0"/>
                              </a:rPr>
                            </m:ctrlPr>
                          </m:sSubPr>
                          <m:e>
                            <m:r>
                              <a:rPr lang="zh-CN" altLang="en-US" sz="2800" i="1">
                                <a:solidFill>
                                  <a:srgbClr val="FFFF00"/>
                                </a:solidFill>
                                <a:latin typeface="Cambria Math" panose="02040503050406030204" pitchFamily="18" charset="0"/>
                              </a:rPr>
                              <m:t>𝑡</m:t>
                            </m:r>
                          </m:e>
                          <m:sub>
                            <m:r>
                              <a:rPr lang="zh-CN" altLang="en-US" sz="2800" i="1">
                                <a:solidFill>
                                  <a:srgbClr val="FFFF00"/>
                                </a:solidFill>
                                <a:latin typeface="Cambria Math" panose="02040503050406030204" pitchFamily="18" charset="0"/>
                              </a:rPr>
                              <m:t>0</m:t>
                            </m:r>
                          </m:sub>
                        </m:sSub>
                        <m:r>
                          <a:rPr lang="zh-CN" altLang="en-US" sz="2800" i="1">
                            <a:solidFill>
                              <a:srgbClr val="FFFF00"/>
                            </a:solidFill>
                            <a:latin typeface="Cambria Math" panose="02040503050406030204" pitchFamily="18" charset="0"/>
                          </a:rPr>
                          <m:t>,</m:t>
                        </m:r>
                        <m:sSub>
                          <m:sSubPr>
                            <m:ctrlPr>
                              <a:rPr lang="zh-CN" altLang="en-US" sz="2800" i="1">
                                <a:solidFill>
                                  <a:srgbClr val="FFFF00"/>
                                </a:solidFill>
                                <a:latin typeface="Cambria Math" panose="02040503050406030204" pitchFamily="18" charset="0"/>
                              </a:rPr>
                            </m:ctrlPr>
                          </m:sSubPr>
                          <m:e>
                            <m:r>
                              <a:rPr lang="zh-CN" altLang="en-US" sz="2800" b="1" i="1">
                                <a:solidFill>
                                  <a:srgbClr val="FFFF00"/>
                                </a:solidFill>
                                <a:latin typeface="Cambria Math" panose="02040503050406030204" pitchFamily="18" charset="0"/>
                              </a:rPr>
                              <m:t>𝒙</m:t>
                            </m:r>
                          </m:e>
                          <m:sub>
                            <m:r>
                              <a:rPr lang="zh-CN" altLang="en-US" sz="2800" i="1">
                                <a:solidFill>
                                  <a:srgbClr val="FFFF00"/>
                                </a:solidFill>
                                <a:latin typeface="Cambria Math" panose="02040503050406030204" pitchFamily="18" charset="0"/>
                              </a:rPr>
                              <m:t>0</m:t>
                            </m:r>
                          </m:sub>
                        </m:sSub>
                        <m:r>
                          <a:rPr lang="zh-CN" altLang="en-US" sz="2800" i="1">
                            <a:solidFill>
                              <a:srgbClr val="FFFF00"/>
                            </a:solidFill>
                            <a:latin typeface="Cambria Math" panose="02040503050406030204" pitchFamily="18" charset="0"/>
                          </a:rPr>
                          <m:t>)</m:t>
                        </m:r>
                      </m:e>
                    </m:d>
                    <m:r>
                      <a:rPr lang="zh-CN" altLang="en-US" sz="2800" i="1">
                        <a:solidFill>
                          <a:srgbClr val="FFFF00"/>
                        </a:solidFill>
                        <a:latin typeface="Cambria Math" panose="02040503050406030204" pitchFamily="18" charset="0"/>
                      </a:rPr>
                      <m:t>&lt;</m:t>
                    </m:r>
                    <m:r>
                      <a:rPr lang="zh-CN" altLang="en-US" sz="2800" i="1">
                        <a:solidFill>
                          <a:srgbClr val="FFFF00"/>
                        </a:solidFill>
                        <a:latin typeface="Cambria Math" panose="02040503050406030204" pitchFamily="18" charset="0"/>
                      </a:rPr>
                      <m:t>𝛼</m:t>
                    </m:r>
                    <m:r>
                      <a:rPr lang="zh-CN" altLang="en-US" sz="2800" i="1">
                        <a:solidFill>
                          <a:srgbClr val="FFFF00"/>
                        </a:solidFill>
                        <a:latin typeface="Cambria Math" panose="02040503050406030204" pitchFamily="18" charset="0"/>
                      </a:rPr>
                      <m:t>(</m:t>
                    </m:r>
                    <m:d>
                      <m:dPr>
                        <m:begChr m:val="‖"/>
                        <m:endChr m:val="‖"/>
                        <m:ctrlPr>
                          <a:rPr lang="zh-CN" altLang="en-US" sz="2800" i="1">
                            <a:solidFill>
                              <a:srgbClr val="FFFF00"/>
                            </a:solidFill>
                            <a:latin typeface="Cambria Math" panose="02040503050406030204" pitchFamily="18" charset="0"/>
                          </a:rPr>
                        </m:ctrlPr>
                      </m:dPr>
                      <m:e>
                        <m:r>
                          <a:rPr lang="zh-CN" altLang="en-US" sz="2800" b="1" i="1">
                            <a:solidFill>
                              <a:srgbClr val="FFFF00"/>
                            </a:solidFill>
                            <a:latin typeface="Cambria Math" panose="02040503050406030204" pitchFamily="18" charset="0"/>
                          </a:rPr>
                          <m:t>𝒙</m:t>
                        </m:r>
                        <m:r>
                          <a:rPr lang="zh-CN" altLang="en-US" sz="2800" i="1">
                            <a:solidFill>
                              <a:srgbClr val="FFFF00"/>
                            </a:solidFill>
                            <a:latin typeface="Cambria Math" panose="02040503050406030204" pitchFamily="18" charset="0"/>
                          </a:rPr>
                          <m:t>(</m:t>
                        </m:r>
                        <m:sSub>
                          <m:sSubPr>
                            <m:ctrlPr>
                              <a:rPr lang="zh-CN" altLang="en-US" sz="2800" i="1">
                                <a:solidFill>
                                  <a:srgbClr val="FFFF00"/>
                                </a:solidFill>
                                <a:latin typeface="Cambria Math" panose="02040503050406030204" pitchFamily="18" charset="0"/>
                              </a:rPr>
                            </m:ctrlPr>
                          </m:sSubPr>
                          <m:e>
                            <m:r>
                              <a:rPr lang="zh-CN" altLang="en-US" sz="2800" i="1">
                                <a:solidFill>
                                  <a:srgbClr val="FFFF00"/>
                                </a:solidFill>
                                <a:latin typeface="Cambria Math" panose="02040503050406030204" pitchFamily="18" charset="0"/>
                              </a:rPr>
                              <m:t>𝑡</m:t>
                            </m:r>
                          </m:e>
                          <m:sub>
                            <m:r>
                              <a:rPr lang="zh-CN" altLang="en-US" sz="2800" i="1">
                                <a:solidFill>
                                  <a:srgbClr val="FFFF00"/>
                                </a:solidFill>
                                <a:latin typeface="Cambria Math" panose="02040503050406030204" pitchFamily="18" charset="0"/>
                              </a:rPr>
                              <m:t>0</m:t>
                            </m:r>
                          </m:sub>
                        </m:sSub>
                        <m:r>
                          <a:rPr lang="zh-CN" altLang="en-US" sz="2800" i="1">
                            <a:solidFill>
                              <a:srgbClr val="FFFF00"/>
                            </a:solidFill>
                            <a:latin typeface="Cambria Math" panose="02040503050406030204" pitchFamily="18" charset="0"/>
                          </a:rPr>
                          <m:t>)</m:t>
                        </m:r>
                      </m:e>
                    </m:d>
                    <m:r>
                      <a:rPr lang="zh-CN" altLang="en-US" sz="2800" i="1">
                        <a:solidFill>
                          <a:srgbClr val="FFFF00"/>
                        </a:solidFill>
                        <a:latin typeface="Cambria Math" panose="02040503050406030204" pitchFamily="18" charset="0"/>
                      </a:rPr>
                      <m:t>),​ ∀</m:t>
                    </m:r>
                    <m:r>
                      <a:rPr lang="zh-CN" altLang="en-US" sz="2800" i="1">
                        <a:solidFill>
                          <a:srgbClr val="FFFF00"/>
                        </a:solidFill>
                        <a:latin typeface="Cambria Math" panose="02040503050406030204" pitchFamily="18" charset="0"/>
                      </a:rPr>
                      <m:t>𝑡</m:t>
                    </m:r>
                    <m:r>
                      <a:rPr lang="zh-CN" altLang="en-US" sz="2800" i="1">
                        <a:solidFill>
                          <a:srgbClr val="FFFF00"/>
                        </a:solidFill>
                        <a:latin typeface="Cambria Math" panose="02040503050406030204" pitchFamily="18" charset="0"/>
                      </a:rPr>
                      <m:t>≥</m:t>
                    </m:r>
                    <m:sSub>
                      <m:sSubPr>
                        <m:ctrlPr>
                          <a:rPr lang="zh-CN" altLang="en-US" sz="2800" i="1">
                            <a:solidFill>
                              <a:srgbClr val="FFFF00"/>
                            </a:solidFill>
                            <a:latin typeface="Cambria Math" panose="02040503050406030204" pitchFamily="18" charset="0"/>
                          </a:rPr>
                        </m:ctrlPr>
                      </m:sSubPr>
                      <m:e>
                        <m:r>
                          <a:rPr lang="zh-CN" altLang="en-US" sz="2800" i="1">
                            <a:solidFill>
                              <a:srgbClr val="FFFF00"/>
                            </a:solidFill>
                            <a:latin typeface="Cambria Math" panose="02040503050406030204" pitchFamily="18" charset="0"/>
                          </a:rPr>
                          <m:t>𝑡</m:t>
                        </m:r>
                      </m:e>
                      <m:sub>
                        <m:r>
                          <a:rPr lang="zh-CN" altLang="en-US" sz="2800" i="1">
                            <a:solidFill>
                              <a:srgbClr val="FFFF00"/>
                            </a:solidFill>
                            <a:latin typeface="Cambria Math" panose="02040503050406030204" pitchFamily="18" charset="0"/>
                          </a:rPr>
                          <m:t>0</m:t>
                        </m:r>
                      </m:sub>
                    </m:sSub>
                    <m:r>
                      <a:rPr lang="zh-CN" altLang="en-US" sz="2800" i="1">
                        <a:solidFill>
                          <a:srgbClr val="FFFF00"/>
                        </a:solidFill>
                        <a:latin typeface="Cambria Math" panose="02040503050406030204" pitchFamily="18" charset="0"/>
                      </a:rPr>
                      <m:t>, ∀</m:t>
                    </m:r>
                    <m:d>
                      <m:dPr>
                        <m:begChr m:val="‖"/>
                        <m:endChr m:val="‖"/>
                        <m:ctrlPr>
                          <a:rPr lang="zh-CN" altLang="en-US" sz="2800" i="1">
                            <a:solidFill>
                              <a:srgbClr val="FFFF00"/>
                            </a:solidFill>
                            <a:latin typeface="Cambria Math" panose="02040503050406030204" pitchFamily="18" charset="0"/>
                          </a:rPr>
                        </m:ctrlPr>
                      </m:dPr>
                      <m:e>
                        <m:r>
                          <a:rPr lang="zh-CN" altLang="en-US" sz="2800" b="1" i="1">
                            <a:solidFill>
                              <a:srgbClr val="FFFF00"/>
                            </a:solidFill>
                            <a:latin typeface="Cambria Math" panose="02040503050406030204" pitchFamily="18" charset="0"/>
                          </a:rPr>
                          <m:t>𝒙</m:t>
                        </m:r>
                        <m:r>
                          <a:rPr lang="zh-CN" altLang="en-US" sz="2800" i="1">
                            <a:solidFill>
                              <a:srgbClr val="FFFF00"/>
                            </a:solidFill>
                            <a:latin typeface="Cambria Math" panose="02040503050406030204" pitchFamily="18" charset="0"/>
                          </a:rPr>
                          <m:t>(</m:t>
                        </m:r>
                        <m:sSub>
                          <m:sSubPr>
                            <m:ctrlPr>
                              <a:rPr lang="zh-CN" altLang="en-US" sz="2800" i="1">
                                <a:solidFill>
                                  <a:srgbClr val="FFFF00"/>
                                </a:solidFill>
                                <a:latin typeface="Cambria Math" panose="02040503050406030204" pitchFamily="18" charset="0"/>
                              </a:rPr>
                            </m:ctrlPr>
                          </m:sSubPr>
                          <m:e>
                            <m:r>
                              <a:rPr lang="zh-CN" altLang="en-US" sz="2800" i="1">
                                <a:solidFill>
                                  <a:srgbClr val="FFFF00"/>
                                </a:solidFill>
                                <a:latin typeface="Cambria Math" panose="02040503050406030204" pitchFamily="18" charset="0"/>
                              </a:rPr>
                              <m:t>𝑡</m:t>
                            </m:r>
                          </m:e>
                          <m:sub>
                            <m:r>
                              <a:rPr lang="zh-CN" altLang="en-US" sz="2800" i="1">
                                <a:solidFill>
                                  <a:srgbClr val="FFFF00"/>
                                </a:solidFill>
                                <a:latin typeface="Cambria Math" panose="02040503050406030204" pitchFamily="18" charset="0"/>
                              </a:rPr>
                              <m:t>0</m:t>
                            </m:r>
                          </m:sub>
                        </m:sSub>
                        <m:r>
                          <a:rPr lang="zh-CN" altLang="en-US" sz="2800" i="1">
                            <a:solidFill>
                              <a:srgbClr val="FFFF00"/>
                            </a:solidFill>
                            <a:latin typeface="Cambria Math" panose="02040503050406030204" pitchFamily="18" charset="0"/>
                          </a:rPr>
                          <m:t>)</m:t>
                        </m:r>
                      </m:e>
                    </m:d>
                    <m:r>
                      <a:rPr lang="zh-CN" altLang="en-US" sz="2800" i="1">
                        <a:solidFill>
                          <a:srgbClr val="FFFF00"/>
                        </a:solidFill>
                        <a:latin typeface="Cambria Math" panose="02040503050406030204" pitchFamily="18" charset="0"/>
                      </a:rPr>
                      <m:t>&lt;</m:t>
                    </m:r>
                    <m:r>
                      <a:rPr lang="zh-CN" altLang="en-US" sz="2800" i="1">
                        <a:solidFill>
                          <a:srgbClr val="FFFF00"/>
                        </a:solidFill>
                        <a:latin typeface="Cambria Math" panose="02040503050406030204" pitchFamily="18" charset="0"/>
                      </a:rPr>
                      <m:t>𝛿</m:t>
                    </m:r>
                  </m:oMath>
                </a14:m>
                <a:endParaRPr lang="en-US" altLang="zh-CN" sz="2800" b="1" dirty="0"/>
              </a:p>
            </p:txBody>
          </p:sp>
        </mc:Choice>
        <mc:Fallback xmlns="">
          <p:sp>
            <p:nvSpPr>
              <p:cNvPr id="25" name="内容占位符 2"/>
              <p:cNvSpPr txBox="1">
                <a:spLocks noRot="1" noChangeAspect="1" noMove="1" noResize="1" noEditPoints="1" noAdjustHandles="1" noChangeArrowheads="1" noChangeShapeType="1" noTextEdit="1"/>
              </p:cNvSpPr>
              <p:nvPr/>
            </p:nvSpPr>
            <p:spPr>
              <a:xfrm>
                <a:off x="438472" y="4041814"/>
                <a:ext cx="8499788" cy="2664296"/>
              </a:xfrm>
              <a:prstGeom prst="rect">
                <a:avLst/>
              </a:prstGeom>
              <a:blipFill>
                <a:blip r:embed="rId5"/>
                <a:stretch>
                  <a:fillRect r="-861"/>
                </a:stretch>
              </a:blipFill>
            </p:spPr>
            <p:txBody>
              <a:bodyPr/>
              <a:lstStyle/>
              <a:p>
                <a:r>
                  <a:rPr lang="zh-CN" altLang="en-US">
                    <a:noFill/>
                  </a:rPr>
                  <a:t> </a:t>
                </a:r>
              </a:p>
            </p:txBody>
          </p:sp>
        </mc:Fallback>
      </mc:AlternateContent>
    </p:spTree>
    <p:custDataLst>
      <p:tags r:id="rId1"/>
    </p:custDataLst>
    <p:extLst>
      <p:ext uri="{BB962C8B-B14F-4D97-AF65-F5344CB8AC3E}">
        <p14:creationId xmlns:p14="http://schemas.microsoft.com/office/powerpoint/2010/main" val="100057753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zh-CN" altLang="en-US" dirty="0"/>
              <a:t>一致稳定性：等价定义</a:t>
            </a:r>
          </a:p>
        </p:txBody>
      </p:sp>
      <p:sp>
        <p:nvSpPr>
          <p:cNvPr id="7" name="灯片编号占位符 6"/>
          <p:cNvSpPr>
            <a:spLocks noGrp="1"/>
          </p:cNvSpPr>
          <p:nvPr>
            <p:ph type="sldNum" sz="quarter" idx="12"/>
          </p:nvPr>
        </p:nvSpPr>
        <p:spPr/>
        <p:txBody>
          <a:bodyPr/>
          <a:lstStyle/>
          <a:p>
            <a:fld id="{58C210BB-F110-452C-89E7-9EA0A8D47DCE}" type="slidenum">
              <a:rPr lang="zh-CN" altLang="en-US" smtClean="0"/>
              <a:pPr/>
              <a:t>23</a:t>
            </a:fld>
            <a:endParaRPr lang="zh-CN" altLang="en-US" dirty="0"/>
          </a:p>
        </p:txBody>
      </p:sp>
      <mc:AlternateContent xmlns:mc="http://schemas.openxmlformats.org/markup-compatibility/2006" xmlns:a14="http://schemas.microsoft.com/office/drawing/2010/main">
        <mc:Choice Requires="a14">
          <p:sp>
            <p:nvSpPr>
              <p:cNvPr id="20" name="内容占位符 2"/>
              <p:cNvSpPr txBox="1">
                <a:spLocks/>
              </p:cNvSpPr>
              <p:nvPr/>
            </p:nvSpPr>
            <p:spPr>
              <a:xfrm>
                <a:off x="438472" y="1052735"/>
                <a:ext cx="8814048" cy="2818381"/>
              </a:xfrm>
              <a:prstGeom prst="rect">
                <a:avLst/>
              </a:prstGeom>
            </p:spPr>
            <p:txBody>
              <a:bodyPr vert="horz" lIns="54864" tIns="91440" rtlCol="0">
                <a:normAutofit/>
              </a:bodyPr>
              <a:lstStyle>
                <a:lvl1pPr marL="438912" indent="-320040" algn="l" rtl="0" eaLnBrk="1" latinLnBrk="0" hangingPunct="1">
                  <a:spcBef>
                    <a:spcPts val="0"/>
                  </a:spcBef>
                  <a:buClr>
                    <a:schemeClr val="accent1"/>
                  </a:buClr>
                  <a:buSzPct val="80000"/>
                  <a:buFont typeface="Wingdings 2"/>
                  <a:buChar char=""/>
                  <a:defRPr kumimoji="0" sz="3200" kern="1200">
                    <a:solidFill>
                      <a:schemeClr val="bg1"/>
                    </a:solidFill>
                    <a:latin typeface="Times New Roman" pitchFamily="18" charset="0"/>
                    <a:ea typeface="+mn-ea"/>
                    <a:cs typeface="Times New Roman" pitchFamily="18" charset="0"/>
                  </a:defRPr>
                </a:lvl1pPr>
                <a:lvl2pPr marL="731520" indent="-274320" algn="l" rtl="0" eaLnBrk="1" latinLnBrk="0" hangingPunct="1">
                  <a:spcBef>
                    <a:spcPct val="20000"/>
                  </a:spcBef>
                  <a:buClr>
                    <a:schemeClr val="accent2"/>
                  </a:buClr>
                  <a:buSzPct val="90000"/>
                  <a:buFont typeface="Wingdings"/>
                  <a:buChar char=""/>
                  <a:defRPr kumimoji="0" sz="2800" kern="1200">
                    <a:solidFill>
                      <a:schemeClr val="bg1"/>
                    </a:solidFill>
                    <a:latin typeface="Times New Roman" pitchFamily="18" charset="0"/>
                    <a:ea typeface="+mn-ea"/>
                    <a:cs typeface="Times New Roman" pitchFamily="18" charset="0"/>
                  </a:defRPr>
                </a:lvl2pPr>
                <a:lvl3pPr marL="996696" indent="-228600" algn="l" rtl="0" eaLnBrk="1" latinLnBrk="0" hangingPunct="1">
                  <a:spcBef>
                    <a:spcPct val="20000"/>
                  </a:spcBef>
                  <a:buClr>
                    <a:schemeClr val="accent3"/>
                  </a:buClr>
                  <a:buFont typeface="Arial"/>
                  <a:buChar char="▪"/>
                  <a:defRPr kumimoji="0" sz="2400" kern="1200">
                    <a:solidFill>
                      <a:schemeClr val="bg1"/>
                    </a:solidFill>
                    <a:latin typeface="Times New Roman" pitchFamily="18" charset="0"/>
                    <a:ea typeface="+mn-ea"/>
                    <a:cs typeface="Times New Roman" pitchFamily="18" charset="0"/>
                  </a:defRPr>
                </a:lvl3pPr>
                <a:lvl4pPr marL="1216152" indent="-182880" algn="l" rtl="0" eaLnBrk="1" latinLnBrk="0" hangingPunct="1">
                  <a:spcBef>
                    <a:spcPct val="20000"/>
                  </a:spcBef>
                  <a:buClr>
                    <a:schemeClr val="accent4"/>
                  </a:buClr>
                  <a:buFont typeface="Arial"/>
                  <a:buChar char="▪"/>
                  <a:defRPr kumimoji="0" sz="2000" kern="1200">
                    <a:solidFill>
                      <a:schemeClr val="bg1"/>
                    </a:solidFill>
                    <a:latin typeface="Times New Roman" pitchFamily="18" charset="0"/>
                    <a:ea typeface="+mn-ea"/>
                    <a:cs typeface="Times New Roman" pitchFamily="18" charset="0"/>
                  </a:defRPr>
                </a:lvl4pPr>
                <a:lvl5pPr marL="1426464" indent="-182880" algn="l" rtl="0" eaLnBrk="1" latinLnBrk="0" hangingPunct="1">
                  <a:spcBef>
                    <a:spcPct val="20000"/>
                  </a:spcBef>
                  <a:buClr>
                    <a:schemeClr val="accent5"/>
                  </a:buClr>
                  <a:buFont typeface="Wingdings 3"/>
                  <a:buChar char=""/>
                  <a:defRPr kumimoji="0" lang="en-US" sz="2000" kern="1200" smtClean="0">
                    <a:solidFill>
                      <a:schemeClr val="tx1"/>
                    </a:solidFill>
                    <a:latin typeface="Times New Roman" pitchFamily="18" charset="0"/>
                    <a:ea typeface="+mn-ea"/>
                    <a:cs typeface="Times New Roman" pitchFamily="18" charset="0"/>
                  </a:defRPr>
                </a:lvl5pPr>
                <a:lvl6pPr marL="1627632" indent="-182880" algn="l" rtl="0" eaLnBrk="1" latinLnBrk="0" hangingPunct="1">
                  <a:spcBef>
                    <a:spcPct val="20000"/>
                  </a:spcBef>
                  <a:buClr>
                    <a:schemeClr val="accent6"/>
                  </a:buClr>
                  <a:buSzPct val="100000"/>
                  <a:buFont typeface="Wingdings 2"/>
                  <a:buChar char=""/>
                  <a:defRPr kumimoji="0" sz="2000" kern="1200">
                    <a:solidFill>
                      <a:schemeClr val="tx1"/>
                    </a:solidFill>
                    <a:latin typeface="+mn-lt"/>
                    <a:ea typeface="+mn-ea"/>
                    <a:cs typeface="+mn-cs"/>
                  </a:defRPr>
                </a:lvl6pPr>
                <a:lvl7pPr marL="1828800" indent="-182880" algn="l" rtl="0" eaLnBrk="1" latinLnBrk="0" hangingPunct="1">
                  <a:spcBef>
                    <a:spcPct val="20000"/>
                  </a:spcBef>
                  <a:buClr>
                    <a:schemeClr val="accent1"/>
                  </a:buClr>
                  <a:buSzPct val="100000"/>
                  <a:buFont typeface="Wingdings 2"/>
                  <a:buChar char=""/>
                  <a:defRPr kumimoji="0" sz="1800" kern="1200">
                    <a:solidFill>
                      <a:schemeClr val="tx1"/>
                    </a:solidFill>
                    <a:latin typeface="+mn-lt"/>
                    <a:ea typeface="+mn-ea"/>
                    <a:cs typeface="+mn-cs"/>
                  </a:defRPr>
                </a:lvl7pPr>
                <a:lvl8pPr marL="2029968" indent="-182880" algn="l" rtl="0" eaLnBrk="1" latinLnBrk="0" hangingPunct="1">
                  <a:spcBef>
                    <a:spcPct val="20000"/>
                  </a:spcBef>
                  <a:buClr>
                    <a:schemeClr val="accent2"/>
                  </a:buClr>
                  <a:buFont typeface="Wingdings 2" pitchFamily="18" charset="2"/>
                  <a:buChar char=""/>
                  <a:defRPr kumimoji="0" sz="1800" kern="1200">
                    <a:solidFill>
                      <a:schemeClr val="tx1"/>
                    </a:solidFill>
                    <a:latin typeface="+mn-lt"/>
                    <a:ea typeface="+mn-ea"/>
                    <a:cs typeface="+mn-cs"/>
                  </a:defRPr>
                </a:lvl8pPr>
                <a:lvl9pPr marL="2231136" indent="-182880" algn="l" rtl="0" eaLnBrk="1" latinLnBrk="0" hangingPunct="1">
                  <a:spcBef>
                    <a:spcPct val="20000"/>
                  </a:spcBef>
                  <a:buClr>
                    <a:schemeClr val="accent3"/>
                  </a:buClr>
                  <a:buFont typeface="Wingdings 2" pitchFamily="18" charset="2"/>
                  <a:buChar char=""/>
                  <a:defRPr kumimoji="0" sz="1800" kern="1200" baseline="0">
                    <a:solidFill>
                      <a:schemeClr val="tx1"/>
                    </a:solidFill>
                    <a:latin typeface="+mn-lt"/>
                    <a:ea typeface="+mn-ea"/>
                    <a:cs typeface="+mn-cs"/>
                  </a:defRPr>
                </a:lvl9pPr>
                <a:extLst/>
              </a:lstStyle>
              <a:p>
                <a:pPr>
                  <a:lnSpc>
                    <a:spcPct val="150000"/>
                  </a:lnSpc>
                </a:pPr>
                <a:r>
                  <a:rPr lang="zh-CN" altLang="en-US" sz="2800" b="1" dirty="0"/>
                  <a:t>称系统 </a:t>
                </a:r>
                <a14:m>
                  <m:oMath xmlns:m="http://schemas.openxmlformats.org/officeDocument/2006/math">
                    <m:acc>
                      <m:accPr>
                        <m:chr m:val="̇"/>
                        <m:ctrlPr>
                          <a:rPr lang="zh-CN" altLang="en-US" sz="2800" i="1">
                            <a:latin typeface="Cambria Math" panose="02040503050406030204" pitchFamily="18" charset="0"/>
                          </a:rPr>
                        </m:ctrlPr>
                      </m:accPr>
                      <m:e>
                        <m:r>
                          <a:rPr lang="zh-CN" altLang="en-US" sz="2800" b="1" i="1">
                            <a:latin typeface="Cambria Math" panose="02040503050406030204" pitchFamily="18" charset="0"/>
                          </a:rPr>
                          <m:t>𝒙</m:t>
                        </m:r>
                      </m:e>
                    </m:acc>
                    <m:r>
                      <a:rPr lang="zh-CN" altLang="en-US" sz="2800" i="1">
                        <a:latin typeface="Cambria Math" panose="02040503050406030204" pitchFamily="18" charset="0"/>
                      </a:rPr>
                      <m:t>=</m:t>
                    </m:r>
                    <m:r>
                      <a:rPr lang="zh-CN" altLang="en-US" sz="2800" b="1" i="1">
                        <a:latin typeface="Cambria Math" panose="02040503050406030204" pitchFamily="18" charset="0"/>
                      </a:rPr>
                      <m:t>𝒇</m:t>
                    </m:r>
                    <m:r>
                      <a:rPr lang="zh-CN" altLang="en-US" sz="2800" i="1">
                        <a:latin typeface="Cambria Math" panose="02040503050406030204" pitchFamily="18" charset="0"/>
                      </a:rPr>
                      <m:t>(</m:t>
                    </m:r>
                    <m:r>
                      <a:rPr lang="zh-CN" altLang="en-US" sz="2800" b="1" i="1">
                        <a:latin typeface="Cambria Math" panose="02040503050406030204" pitchFamily="18" charset="0"/>
                      </a:rPr>
                      <m:t>𝒙</m:t>
                    </m:r>
                    <m:r>
                      <a:rPr lang="zh-CN" altLang="en-US" sz="2800" i="1">
                        <a:latin typeface="Cambria Math" panose="02040503050406030204" pitchFamily="18" charset="0"/>
                      </a:rPr>
                      <m:t>,</m:t>
                    </m:r>
                    <m:r>
                      <a:rPr lang="zh-CN" altLang="en-US" sz="2800" i="1">
                        <a:latin typeface="Cambria Math" panose="02040503050406030204" pitchFamily="18" charset="0"/>
                      </a:rPr>
                      <m:t>𝑡</m:t>
                    </m:r>
                    <m:r>
                      <a:rPr lang="zh-CN" altLang="en-US" sz="2800" i="1">
                        <a:latin typeface="Cambria Math" panose="02040503050406030204" pitchFamily="18" charset="0"/>
                      </a:rPr>
                      <m:t>)</m:t>
                    </m:r>
                  </m:oMath>
                </a14:m>
                <a:r>
                  <a:rPr lang="zh-CN" altLang="en-US" sz="2800" b="1" dirty="0"/>
                  <a:t> 的平衡点 </a:t>
                </a:r>
                <a14:m>
                  <m:oMath xmlns:m="http://schemas.openxmlformats.org/officeDocument/2006/math">
                    <m:r>
                      <a:rPr lang="zh-CN" altLang="en-US" sz="2800" b="1" i="1">
                        <a:latin typeface="Cambria Math" panose="02040503050406030204" pitchFamily="18" charset="0"/>
                      </a:rPr>
                      <m:t>𝒙</m:t>
                    </m:r>
                    <m:r>
                      <a:rPr lang="zh-CN" altLang="en-US" sz="2800" i="1">
                        <a:latin typeface="Cambria Math" panose="02040503050406030204" pitchFamily="18" charset="0"/>
                      </a:rPr>
                      <m:t>=0</m:t>
                    </m:r>
                  </m:oMath>
                </a14:m>
                <a:r>
                  <a:rPr lang="zh-CN" altLang="en-US" sz="2800" b="1" dirty="0"/>
                  <a:t> 局部</a:t>
                </a:r>
                <a:r>
                  <a:rPr lang="zh-CN" altLang="en-US" sz="2800" b="1" dirty="0">
                    <a:solidFill>
                      <a:srgbClr val="FFFF00"/>
                    </a:solidFill>
                  </a:rPr>
                  <a:t>一致稳定</a:t>
                </a:r>
                <a:r>
                  <a:rPr lang="zh-CN" altLang="en-US" sz="2800" b="1" dirty="0"/>
                  <a:t>，</a:t>
                </a:r>
                <a:br>
                  <a:rPr lang="en-US" altLang="zh-CN" sz="2800" b="1" dirty="0"/>
                </a:br>
                <a:r>
                  <a:rPr lang="zh-CN" altLang="en-US" sz="2800" b="1" dirty="0"/>
                  <a:t>如果：存在一个 </a:t>
                </a:r>
                <a14:m>
                  <m:oMath xmlns:m="http://schemas.openxmlformats.org/officeDocument/2006/math">
                    <m:r>
                      <a:rPr lang="zh-CN" altLang="en-US" sz="2800" i="1">
                        <a:solidFill>
                          <a:srgbClr val="FFFF00"/>
                        </a:solidFill>
                        <a:latin typeface="Cambria Math" panose="02040503050406030204" pitchFamily="18" charset="0"/>
                      </a:rPr>
                      <m:t>𝒦</m:t>
                    </m:r>
                  </m:oMath>
                </a14:m>
                <a:r>
                  <a:rPr lang="zh-CN" altLang="en-US" sz="2800" b="1" dirty="0">
                    <a:solidFill>
                      <a:srgbClr val="FFFF00"/>
                    </a:solidFill>
                  </a:rPr>
                  <a:t>类函数 </a:t>
                </a:r>
                <a14:m>
                  <m:oMath xmlns:m="http://schemas.openxmlformats.org/officeDocument/2006/math">
                    <m:r>
                      <a:rPr lang="zh-CN" altLang="en-US" sz="2800" i="1">
                        <a:solidFill>
                          <a:srgbClr val="FFFF00"/>
                        </a:solidFill>
                        <a:latin typeface="Cambria Math" panose="02040503050406030204" pitchFamily="18" charset="0"/>
                      </a:rPr>
                      <m:t>𝛼</m:t>
                    </m:r>
                    <m:r>
                      <a:rPr lang="zh-CN" altLang="en-US" sz="2800" i="1">
                        <a:solidFill>
                          <a:srgbClr val="FFFF00"/>
                        </a:solidFill>
                        <a:latin typeface="Cambria Math" panose="02040503050406030204" pitchFamily="18" charset="0"/>
                      </a:rPr>
                      <m:t>(⋅)</m:t>
                    </m:r>
                  </m:oMath>
                </a14:m>
                <a:r>
                  <a:rPr lang="zh-CN" altLang="en-US" sz="2800" b="1" dirty="0">
                    <a:solidFill>
                      <a:srgbClr val="FFFF00"/>
                    </a:solidFill>
                  </a:rPr>
                  <a:t> </a:t>
                </a:r>
                <a:r>
                  <a:rPr lang="zh-CN" altLang="en-US" sz="2800" b="1" dirty="0"/>
                  <a:t>和</a:t>
                </a:r>
                <a:br>
                  <a:rPr lang="en-US" altLang="zh-CN" sz="2800" b="1" dirty="0"/>
                </a:br>
                <a:r>
                  <a:rPr lang="zh-CN" altLang="en-US" sz="2800" b="1" dirty="0"/>
                  <a:t>一个与</a:t>
                </a:r>
                <a:r>
                  <a:rPr lang="zh-CN" altLang="en-US" sz="2800" dirty="0">
                    <a:solidFill>
                      <a:srgbClr val="FFFF00"/>
                    </a:solidFill>
                  </a:rPr>
                  <a:t> </a:t>
                </a:r>
                <a14:m>
                  <m:oMath xmlns:m="http://schemas.openxmlformats.org/officeDocument/2006/math">
                    <m:sSub>
                      <m:sSubPr>
                        <m:ctrlPr>
                          <a:rPr lang="zh-CN" altLang="en-US" sz="2800" i="1">
                            <a:latin typeface="Cambria Math" panose="02040503050406030204" pitchFamily="18" charset="0"/>
                          </a:rPr>
                        </m:ctrlPr>
                      </m:sSubPr>
                      <m:e>
                        <m:r>
                          <a:rPr lang="zh-CN" altLang="en-US" sz="2800" i="1">
                            <a:latin typeface="Cambria Math" panose="02040503050406030204" pitchFamily="18" charset="0"/>
                          </a:rPr>
                          <m:t>𝑡</m:t>
                        </m:r>
                      </m:e>
                      <m:sub>
                        <m:r>
                          <a:rPr lang="zh-CN" altLang="en-US" sz="2800" i="1">
                            <a:latin typeface="Cambria Math" panose="02040503050406030204" pitchFamily="18" charset="0"/>
                          </a:rPr>
                          <m:t>0</m:t>
                        </m:r>
                      </m:sub>
                    </m:sSub>
                  </m:oMath>
                </a14:m>
                <a:r>
                  <a:rPr lang="zh-CN" altLang="en-US" sz="2800" b="1" dirty="0"/>
                  <a:t>无关的常数 </a:t>
                </a:r>
                <a14:m>
                  <m:oMath xmlns:m="http://schemas.openxmlformats.org/officeDocument/2006/math">
                    <m:r>
                      <a:rPr lang="zh-CN" altLang="en-US" sz="2800" i="1">
                        <a:latin typeface="Cambria Math" panose="02040503050406030204" pitchFamily="18" charset="0"/>
                      </a:rPr>
                      <m:t>𝛿</m:t>
                    </m:r>
                    <m:r>
                      <a:rPr lang="zh-CN" altLang="en-US" sz="2800" i="1">
                        <a:latin typeface="Cambria Math" panose="02040503050406030204" pitchFamily="18" charset="0"/>
                      </a:rPr>
                      <m:t>&gt;0</m:t>
                    </m:r>
                  </m:oMath>
                </a14:m>
                <a:r>
                  <a:rPr lang="zh-CN" altLang="en-US" sz="2800" b="1" dirty="0"/>
                  <a:t>，使得</a:t>
                </a:r>
                <a:br>
                  <a:rPr lang="en-US" altLang="zh-CN" sz="2800" i="1" dirty="0">
                    <a:solidFill>
                      <a:srgbClr val="00FFFF"/>
                    </a:solidFill>
                    <a:latin typeface="Cambria Math" panose="02040503050406030204" pitchFamily="18" charset="0"/>
                  </a:rPr>
                </a:br>
                <a14:m>
                  <m:oMath xmlns:m="http://schemas.openxmlformats.org/officeDocument/2006/math">
                    <m:d>
                      <m:dPr>
                        <m:begChr m:val="‖"/>
                        <m:endChr m:val="‖"/>
                        <m:ctrlPr>
                          <a:rPr lang="zh-CN" altLang="en-US" sz="2800" i="1">
                            <a:solidFill>
                              <a:srgbClr val="FFFF00"/>
                            </a:solidFill>
                            <a:latin typeface="Cambria Math" panose="02040503050406030204" pitchFamily="18" charset="0"/>
                          </a:rPr>
                        </m:ctrlPr>
                      </m:dPr>
                      <m:e>
                        <m:r>
                          <a:rPr lang="zh-CN" altLang="en-US" sz="2800" b="1" i="1">
                            <a:solidFill>
                              <a:srgbClr val="FFFF00"/>
                            </a:solidFill>
                            <a:latin typeface="Cambria Math" panose="02040503050406030204" pitchFamily="18" charset="0"/>
                          </a:rPr>
                          <m:t>𝒙</m:t>
                        </m:r>
                        <m:r>
                          <a:rPr lang="zh-CN" altLang="en-US" sz="2800" i="1">
                            <a:solidFill>
                              <a:srgbClr val="FFFF00"/>
                            </a:solidFill>
                            <a:latin typeface="Cambria Math" panose="02040503050406030204" pitchFamily="18" charset="0"/>
                          </a:rPr>
                          <m:t>(</m:t>
                        </m:r>
                        <m:r>
                          <a:rPr lang="zh-CN" altLang="en-US" sz="2800" i="1">
                            <a:solidFill>
                              <a:srgbClr val="FFFF00"/>
                            </a:solidFill>
                            <a:latin typeface="Cambria Math" panose="02040503050406030204" pitchFamily="18" charset="0"/>
                          </a:rPr>
                          <m:t>𝑡</m:t>
                        </m:r>
                        <m:r>
                          <a:rPr lang="zh-CN" altLang="en-US" sz="2800">
                            <a:solidFill>
                              <a:srgbClr val="FFFF00"/>
                            </a:solidFill>
                            <a:latin typeface="Cambria Math" panose="02040503050406030204" pitchFamily="18" charset="0"/>
                          </a:rPr>
                          <m:t>,</m:t>
                        </m:r>
                        <m:sSub>
                          <m:sSubPr>
                            <m:ctrlPr>
                              <a:rPr lang="zh-CN" altLang="en-US" sz="2800" i="1">
                                <a:solidFill>
                                  <a:srgbClr val="FFFF00"/>
                                </a:solidFill>
                                <a:latin typeface="Cambria Math" panose="02040503050406030204" pitchFamily="18" charset="0"/>
                              </a:rPr>
                            </m:ctrlPr>
                          </m:sSubPr>
                          <m:e>
                            <m:r>
                              <a:rPr lang="zh-CN" altLang="en-US" sz="2800" i="1">
                                <a:solidFill>
                                  <a:srgbClr val="FFFF00"/>
                                </a:solidFill>
                                <a:latin typeface="Cambria Math" panose="02040503050406030204" pitchFamily="18" charset="0"/>
                              </a:rPr>
                              <m:t>𝑡</m:t>
                            </m:r>
                          </m:e>
                          <m:sub>
                            <m:r>
                              <a:rPr lang="zh-CN" altLang="en-US" sz="2800" i="1">
                                <a:solidFill>
                                  <a:srgbClr val="FFFF00"/>
                                </a:solidFill>
                                <a:latin typeface="Cambria Math" panose="02040503050406030204" pitchFamily="18" charset="0"/>
                              </a:rPr>
                              <m:t>0</m:t>
                            </m:r>
                          </m:sub>
                        </m:sSub>
                        <m:r>
                          <a:rPr lang="zh-CN" altLang="en-US" sz="2800" i="1">
                            <a:solidFill>
                              <a:srgbClr val="FFFF00"/>
                            </a:solidFill>
                            <a:latin typeface="Cambria Math" panose="02040503050406030204" pitchFamily="18" charset="0"/>
                          </a:rPr>
                          <m:t>,</m:t>
                        </m:r>
                        <m:sSub>
                          <m:sSubPr>
                            <m:ctrlPr>
                              <a:rPr lang="zh-CN" altLang="en-US" sz="2800" i="1">
                                <a:solidFill>
                                  <a:srgbClr val="FFFF00"/>
                                </a:solidFill>
                                <a:latin typeface="Cambria Math" panose="02040503050406030204" pitchFamily="18" charset="0"/>
                              </a:rPr>
                            </m:ctrlPr>
                          </m:sSubPr>
                          <m:e>
                            <m:r>
                              <a:rPr lang="zh-CN" altLang="en-US" sz="2800" b="1" i="1">
                                <a:solidFill>
                                  <a:srgbClr val="FFFF00"/>
                                </a:solidFill>
                                <a:latin typeface="Cambria Math" panose="02040503050406030204" pitchFamily="18" charset="0"/>
                              </a:rPr>
                              <m:t>𝒙</m:t>
                            </m:r>
                          </m:e>
                          <m:sub>
                            <m:r>
                              <a:rPr lang="zh-CN" altLang="en-US" sz="2800" i="1">
                                <a:solidFill>
                                  <a:srgbClr val="FFFF00"/>
                                </a:solidFill>
                                <a:latin typeface="Cambria Math" panose="02040503050406030204" pitchFamily="18" charset="0"/>
                              </a:rPr>
                              <m:t>0</m:t>
                            </m:r>
                          </m:sub>
                        </m:sSub>
                        <m:r>
                          <a:rPr lang="zh-CN" altLang="en-US" sz="2800" i="1">
                            <a:solidFill>
                              <a:srgbClr val="FFFF00"/>
                            </a:solidFill>
                            <a:latin typeface="Cambria Math" panose="02040503050406030204" pitchFamily="18" charset="0"/>
                          </a:rPr>
                          <m:t>)</m:t>
                        </m:r>
                      </m:e>
                    </m:d>
                    <m:r>
                      <a:rPr lang="zh-CN" altLang="en-US" sz="2800" i="1">
                        <a:solidFill>
                          <a:srgbClr val="FFFF00"/>
                        </a:solidFill>
                        <a:latin typeface="Cambria Math" panose="02040503050406030204" pitchFamily="18" charset="0"/>
                      </a:rPr>
                      <m:t>&lt;</m:t>
                    </m:r>
                    <m:r>
                      <a:rPr lang="zh-CN" altLang="en-US" sz="2800" i="1">
                        <a:solidFill>
                          <a:srgbClr val="FFFF00"/>
                        </a:solidFill>
                        <a:latin typeface="Cambria Math" panose="02040503050406030204" pitchFamily="18" charset="0"/>
                      </a:rPr>
                      <m:t>𝛼</m:t>
                    </m:r>
                    <m:r>
                      <a:rPr lang="zh-CN" altLang="en-US" sz="2800" i="1">
                        <a:solidFill>
                          <a:srgbClr val="FFFF00"/>
                        </a:solidFill>
                        <a:latin typeface="Cambria Math" panose="02040503050406030204" pitchFamily="18" charset="0"/>
                      </a:rPr>
                      <m:t>(</m:t>
                    </m:r>
                    <m:d>
                      <m:dPr>
                        <m:begChr m:val="‖"/>
                        <m:endChr m:val="‖"/>
                        <m:ctrlPr>
                          <a:rPr lang="zh-CN" altLang="en-US" sz="2800" i="1">
                            <a:solidFill>
                              <a:srgbClr val="FFFF00"/>
                            </a:solidFill>
                            <a:latin typeface="Cambria Math" panose="02040503050406030204" pitchFamily="18" charset="0"/>
                          </a:rPr>
                        </m:ctrlPr>
                      </m:dPr>
                      <m:e>
                        <m:r>
                          <a:rPr lang="zh-CN" altLang="en-US" sz="2800" b="1" i="1">
                            <a:solidFill>
                              <a:srgbClr val="FFFF00"/>
                            </a:solidFill>
                            <a:latin typeface="Cambria Math" panose="02040503050406030204" pitchFamily="18" charset="0"/>
                          </a:rPr>
                          <m:t>𝒙</m:t>
                        </m:r>
                        <m:r>
                          <a:rPr lang="zh-CN" altLang="en-US" sz="2800" i="1">
                            <a:solidFill>
                              <a:srgbClr val="FFFF00"/>
                            </a:solidFill>
                            <a:latin typeface="Cambria Math" panose="02040503050406030204" pitchFamily="18" charset="0"/>
                          </a:rPr>
                          <m:t>(</m:t>
                        </m:r>
                        <m:sSub>
                          <m:sSubPr>
                            <m:ctrlPr>
                              <a:rPr lang="zh-CN" altLang="en-US" sz="2800" i="1">
                                <a:solidFill>
                                  <a:srgbClr val="FFFF00"/>
                                </a:solidFill>
                                <a:latin typeface="Cambria Math" panose="02040503050406030204" pitchFamily="18" charset="0"/>
                              </a:rPr>
                            </m:ctrlPr>
                          </m:sSubPr>
                          <m:e>
                            <m:r>
                              <a:rPr lang="zh-CN" altLang="en-US" sz="2800" i="1">
                                <a:solidFill>
                                  <a:srgbClr val="FFFF00"/>
                                </a:solidFill>
                                <a:latin typeface="Cambria Math" panose="02040503050406030204" pitchFamily="18" charset="0"/>
                              </a:rPr>
                              <m:t>𝑡</m:t>
                            </m:r>
                          </m:e>
                          <m:sub>
                            <m:r>
                              <a:rPr lang="zh-CN" altLang="en-US" sz="2800" i="1">
                                <a:solidFill>
                                  <a:srgbClr val="FFFF00"/>
                                </a:solidFill>
                                <a:latin typeface="Cambria Math" panose="02040503050406030204" pitchFamily="18" charset="0"/>
                              </a:rPr>
                              <m:t>0</m:t>
                            </m:r>
                          </m:sub>
                        </m:sSub>
                        <m:r>
                          <a:rPr lang="zh-CN" altLang="en-US" sz="2800" i="1">
                            <a:solidFill>
                              <a:srgbClr val="FFFF00"/>
                            </a:solidFill>
                            <a:latin typeface="Cambria Math" panose="02040503050406030204" pitchFamily="18" charset="0"/>
                          </a:rPr>
                          <m:t>)</m:t>
                        </m:r>
                      </m:e>
                    </m:d>
                    <m:r>
                      <a:rPr lang="zh-CN" altLang="en-US" sz="2800" i="1">
                        <a:solidFill>
                          <a:srgbClr val="FFFF00"/>
                        </a:solidFill>
                        <a:latin typeface="Cambria Math" panose="02040503050406030204" pitchFamily="18" charset="0"/>
                      </a:rPr>
                      <m:t>),​ ∀</m:t>
                    </m:r>
                    <m:r>
                      <a:rPr lang="zh-CN" altLang="en-US" sz="2800" i="1">
                        <a:solidFill>
                          <a:srgbClr val="FFFF00"/>
                        </a:solidFill>
                        <a:latin typeface="Cambria Math" panose="02040503050406030204" pitchFamily="18" charset="0"/>
                      </a:rPr>
                      <m:t>𝑡</m:t>
                    </m:r>
                    <m:r>
                      <a:rPr lang="zh-CN" altLang="en-US" sz="2800" i="1">
                        <a:solidFill>
                          <a:srgbClr val="FFFF00"/>
                        </a:solidFill>
                        <a:latin typeface="Cambria Math" panose="02040503050406030204" pitchFamily="18" charset="0"/>
                      </a:rPr>
                      <m:t>≥</m:t>
                    </m:r>
                    <m:sSub>
                      <m:sSubPr>
                        <m:ctrlPr>
                          <a:rPr lang="zh-CN" altLang="en-US" sz="2800" i="1">
                            <a:solidFill>
                              <a:srgbClr val="FFFF00"/>
                            </a:solidFill>
                            <a:latin typeface="Cambria Math" panose="02040503050406030204" pitchFamily="18" charset="0"/>
                          </a:rPr>
                        </m:ctrlPr>
                      </m:sSubPr>
                      <m:e>
                        <m:r>
                          <a:rPr lang="zh-CN" altLang="en-US" sz="2800" i="1">
                            <a:solidFill>
                              <a:srgbClr val="FFFF00"/>
                            </a:solidFill>
                            <a:latin typeface="Cambria Math" panose="02040503050406030204" pitchFamily="18" charset="0"/>
                          </a:rPr>
                          <m:t>𝑡</m:t>
                        </m:r>
                      </m:e>
                      <m:sub>
                        <m:r>
                          <a:rPr lang="zh-CN" altLang="en-US" sz="2800" i="1">
                            <a:solidFill>
                              <a:srgbClr val="FFFF00"/>
                            </a:solidFill>
                            <a:latin typeface="Cambria Math" panose="02040503050406030204" pitchFamily="18" charset="0"/>
                          </a:rPr>
                          <m:t>0</m:t>
                        </m:r>
                      </m:sub>
                    </m:sSub>
                    <m:r>
                      <a:rPr lang="zh-CN" altLang="en-US" sz="2800" i="1">
                        <a:solidFill>
                          <a:srgbClr val="FFFF00"/>
                        </a:solidFill>
                        <a:latin typeface="Cambria Math" panose="02040503050406030204" pitchFamily="18" charset="0"/>
                      </a:rPr>
                      <m:t>, ∀</m:t>
                    </m:r>
                    <m:d>
                      <m:dPr>
                        <m:begChr m:val="‖"/>
                        <m:endChr m:val="‖"/>
                        <m:ctrlPr>
                          <a:rPr lang="zh-CN" altLang="en-US" sz="2800" i="1">
                            <a:solidFill>
                              <a:srgbClr val="FFFF00"/>
                            </a:solidFill>
                            <a:latin typeface="Cambria Math" panose="02040503050406030204" pitchFamily="18" charset="0"/>
                          </a:rPr>
                        </m:ctrlPr>
                      </m:dPr>
                      <m:e>
                        <m:r>
                          <a:rPr lang="zh-CN" altLang="en-US" sz="2800" b="1" i="1">
                            <a:solidFill>
                              <a:srgbClr val="FFFF00"/>
                            </a:solidFill>
                            <a:latin typeface="Cambria Math" panose="02040503050406030204" pitchFamily="18" charset="0"/>
                          </a:rPr>
                          <m:t>𝒙</m:t>
                        </m:r>
                        <m:r>
                          <a:rPr lang="zh-CN" altLang="en-US" sz="2800" i="1">
                            <a:solidFill>
                              <a:srgbClr val="FFFF00"/>
                            </a:solidFill>
                            <a:latin typeface="Cambria Math" panose="02040503050406030204" pitchFamily="18" charset="0"/>
                          </a:rPr>
                          <m:t>(</m:t>
                        </m:r>
                        <m:sSub>
                          <m:sSubPr>
                            <m:ctrlPr>
                              <a:rPr lang="zh-CN" altLang="en-US" sz="2800" i="1">
                                <a:solidFill>
                                  <a:srgbClr val="FFFF00"/>
                                </a:solidFill>
                                <a:latin typeface="Cambria Math" panose="02040503050406030204" pitchFamily="18" charset="0"/>
                              </a:rPr>
                            </m:ctrlPr>
                          </m:sSubPr>
                          <m:e>
                            <m:r>
                              <a:rPr lang="zh-CN" altLang="en-US" sz="2800" i="1">
                                <a:solidFill>
                                  <a:srgbClr val="FFFF00"/>
                                </a:solidFill>
                                <a:latin typeface="Cambria Math" panose="02040503050406030204" pitchFamily="18" charset="0"/>
                              </a:rPr>
                              <m:t>𝑡</m:t>
                            </m:r>
                          </m:e>
                          <m:sub>
                            <m:r>
                              <a:rPr lang="zh-CN" altLang="en-US" sz="2800" i="1">
                                <a:solidFill>
                                  <a:srgbClr val="FFFF00"/>
                                </a:solidFill>
                                <a:latin typeface="Cambria Math" panose="02040503050406030204" pitchFamily="18" charset="0"/>
                              </a:rPr>
                              <m:t>0</m:t>
                            </m:r>
                          </m:sub>
                        </m:sSub>
                        <m:r>
                          <a:rPr lang="zh-CN" altLang="en-US" sz="2800" i="1">
                            <a:solidFill>
                              <a:srgbClr val="FFFF00"/>
                            </a:solidFill>
                            <a:latin typeface="Cambria Math" panose="02040503050406030204" pitchFamily="18" charset="0"/>
                          </a:rPr>
                          <m:t>)</m:t>
                        </m:r>
                      </m:e>
                    </m:d>
                    <m:r>
                      <a:rPr lang="zh-CN" altLang="en-US" sz="2800" i="1">
                        <a:solidFill>
                          <a:srgbClr val="FFFF00"/>
                        </a:solidFill>
                        <a:latin typeface="Cambria Math" panose="02040503050406030204" pitchFamily="18" charset="0"/>
                      </a:rPr>
                      <m:t>&lt;</m:t>
                    </m:r>
                    <m:r>
                      <a:rPr lang="zh-CN" altLang="en-US" sz="2800" i="1">
                        <a:solidFill>
                          <a:srgbClr val="FFFF00"/>
                        </a:solidFill>
                        <a:latin typeface="Cambria Math" panose="02040503050406030204" pitchFamily="18" charset="0"/>
                      </a:rPr>
                      <m:t>𝛿</m:t>
                    </m:r>
                  </m:oMath>
                </a14:m>
                <a:endParaRPr lang="en-US" altLang="zh-CN" sz="2800" b="1" dirty="0"/>
              </a:p>
            </p:txBody>
          </p:sp>
        </mc:Choice>
        <mc:Fallback xmlns="">
          <p:sp>
            <p:nvSpPr>
              <p:cNvPr id="20" name="内容占位符 2"/>
              <p:cNvSpPr txBox="1">
                <a:spLocks noRot="1" noChangeAspect="1" noMove="1" noResize="1" noEditPoints="1" noAdjustHandles="1" noChangeArrowheads="1" noChangeShapeType="1" noTextEdit="1"/>
              </p:cNvSpPr>
              <p:nvPr/>
            </p:nvSpPr>
            <p:spPr>
              <a:xfrm>
                <a:off x="438472" y="1052735"/>
                <a:ext cx="8814048" cy="2818381"/>
              </a:xfrm>
              <a:prstGeom prst="rect">
                <a:avLst/>
              </a:prstGeom>
              <a:blipFill>
                <a:blip r:embed="rId4"/>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2" name="内容占位符 2"/>
              <p:cNvSpPr txBox="1">
                <a:spLocks/>
              </p:cNvSpPr>
              <p:nvPr/>
            </p:nvSpPr>
            <p:spPr>
              <a:xfrm>
                <a:off x="438472" y="3952628"/>
                <a:ext cx="8382000" cy="2428700"/>
              </a:xfrm>
              <a:prstGeom prst="rect">
                <a:avLst/>
              </a:prstGeom>
            </p:spPr>
            <p:txBody>
              <a:bodyPr vert="horz" lIns="54864" tIns="91440" rtlCol="0">
                <a:normAutofit/>
              </a:bodyPr>
              <a:lstStyle>
                <a:lvl1pPr marL="438912" indent="-320040" algn="l" rtl="0" eaLnBrk="1" latinLnBrk="0" hangingPunct="1">
                  <a:spcBef>
                    <a:spcPts val="0"/>
                  </a:spcBef>
                  <a:buClr>
                    <a:schemeClr val="accent1"/>
                  </a:buClr>
                  <a:buSzPct val="80000"/>
                  <a:buFont typeface="Wingdings 2"/>
                  <a:buChar char=""/>
                  <a:defRPr kumimoji="0" sz="3200" kern="1200">
                    <a:solidFill>
                      <a:schemeClr val="bg1"/>
                    </a:solidFill>
                    <a:latin typeface="Times New Roman" pitchFamily="18" charset="0"/>
                    <a:ea typeface="+mn-ea"/>
                    <a:cs typeface="Times New Roman" pitchFamily="18" charset="0"/>
                  </a:defRPr>
                </a:lvl1pPr>
                <a:lvl2pPr marL="731520" indent="-274320" algn="l" rtl="0" eaLnBrk="1" latinLnBrk="0" hangingPunct="1">
                  <a:spcBef>
                    <a:spcPct val="20000"/>
                  </a:spcBef>
                  <a:buClr>
                    <a:schemeClr val="accent2"/>
                  </a:buClr>
                  <a:buSzPct val="90000"/>
                  <a:buFont typeface="Wingdings"/>
                  <a:buChar char=""/>
                  <a:defRPr kumimoji="0" sz="2800" kern="1200">
                    <a:solidFill>
                      <a:schemeClr val="bg1"/>
                    </a:solidFill>
                    <a:latin typeface="Times New Roman" pitchFamily="18" charset="0"/>
                    <a:ea typeface="+mn-ea"/>
                    <a:cs typeface="Times New Roman" pitchFamily="18" charset="0"/>
                  </a:defRPr>
                </a:lvl2pPr>
                <a:lvl3pPr marL="996696" indent="-228600" algn="l" rtl="0" eaLnBrk="1" latinLnBrk="0" hangingPunct="1">
                  <a:spcBef>
                    <a:spcPct val="20000"/>
                  </a:spcBef>
                  <a:buClr>
                    <a:schemeClr val="accent3"/>
                  </a:buClr>
                  <a:buFont typeface="Arial"/>
                  <a:buChar char="▪"/>
                  <a:defRPr kumimoji="0" sz="2400" kern="1200">
                    <a:solidFill>
                      <a:schemeClr val="bg1"/>
                    </a:solidFill>
                    <a:latin typeface="Times New Roman" pitchFamily="18" charset="0"/>
                    <a:ea typeface="+mn-ea"/>
                    <a:cs typeface="Times New Roman" pitchFamily="18" charset="0"/>
                  </a:defRPr>
                </a:lvl3pPr>
                <a:lvl4pPr marL="1216152" indent="-182880" algn="l" rtl="0" eaLnBrk="1" latinLnBrk="0" hangingPunct="1">
                  <a:spcBef>
                    <a:spcPct val="20000"/>
                  </a:spcBef>
                  <a:buClr>
                    <a:schemeClr val="accent4"/>
                  </a:buClr>
                  <a:buFont typeface="Arial"/>
                  <a:buChar char="▪"/>
                  <a:defRPr kumimoji="0" sz="2000" kern="1200">
                    <a:solidFill>
                      <a:schemeClr val="bg1"/>
                    </a:solidFill>
                    <a:latin typeface="Times New Roman" pitchFamily="18" charset="0"/>
                    <a:ea typeface="+mn-ea"/>
                    <a:cs typeface="Times New Roman" pitchFamily="18" charset="0"/>
                  </a:defRPr>
                </a:lvl4pPr>
                <a:lvl5pPr marL="1426464" indent="-182880" algn="l" rtl="0" eaLnBrk="1" latinLnBrk="0" hangingPunct="1">
                  <a:spcBef>
                    <a:spcPct val="20000"/>
                  </a:spcBef>
                  <a:buClr>
                    <a:schemeClr val="accent5"/>
                  </a:buClr>
                  <a:buFont typeface="Wingdings 3"/>
                  <a:buChar char=""/>
                  <a:defRPr kumimoji="0" lang="en-US" sz="2000" kern="1200" smtClean="0">
                    <a:solidFill>
                      <a:schemeClr val="tx1"/>
                    </a:solidFill>
                    <a:latin typeface="Times New Roman" pitchFamily="18" charset="0"/>
                    <a:ea typeface="+mn-ea"/>
                    <a:cs typeface="Times New Roman" pitchFamily="18" charset="0"/>
                  </a:defRPr>
                </a:lvl5pPr>
                <a:lvl6pPr marL="1627632" indent="-182880" algn="l" rtl="0" eaLnBrk="1" latinLnBrk="0" hangingPunct="1">
                  <a:spcBef>
                    <a:spcPct val="20000"/>
                  </a:spcBef>
                  <a:buClr>
                    <a:schemeClr val="accent6"/>
                  </a:buClr>
                  <a:buSzPct val="100000"/>
                  <a:buFont typeface="Wingdings 2"/>
                  <a:buChar char=""/>
                  <a:defRPr kumimoji="0" sz="2000" kern="1200">
                    <a:solidFill>
                      <a:schemeClr val="tx1"/>
                    </a:solidFill>
                    <a:latin typeface="+mn-lt"/>
                    <a:ea typeface="+mn-ea"/>
                    <a:cs typeface="+mn-cs"/>
                  </a:defRPr>
                </a:lvl6pPr>
                <a:lvl7pPr marL="1828800" indent="-182880" algn="l" rtl="0" eaLnBrk="1" latinLnBrk="0" hangingPunct="1">
                  <a:spcBef>
                    <a:spcPct val="20000"/>
                  </a:spcBef>
                  <a:buClr>
                    <a:schemeClr val="accent1"/>
                  </a:buClr>
                  <a:buSzPct val="100000"/>
                  <a:buFont typeface="Wingdings 2"/>
                  <a:buChar char=""/>
                  <a:defRPr kumimoji="0" sz="1800" kern="1200">
                    <a:solidFill>
                      <a:schemeClr val="tx1"/>
                    </a:solidFill>
                    <a:latin typeface="+mn-lt"/>
                    <a:ea typeface="+mn-ea"/>
                    <a:cs typeface="+mn-cs"/>
                  </a:defRPr>
                </a:lvl7pPr>
                <a:lvl8pPr marL="2029968" indent="-182880" algn="l" rtl="0" eaLnBrk="1" latinLnBrk="0" hangingPunct="1">
                  <a:spcBef>
                    <a:spcPct val="20000"/>
                  </a:spcBef>
                  <a:buClr>
                    <a:schemeClr val="accent2"/>
                  </a:buClr>
                  <a:buFont typeface="Wingdings 2" pitchFamily="18" charset="2"/>
                  <a:buChar char=""/>
                  <a:defRPr kumimoji="0" sz="1800" kern="1200">
                    <a:solidFill>
                      <a:schemeClr val="tx1"/>
                    </a:solidFill>
                    <a:latin typeface="+mn-lt"/>
                    <a:ea typeface="+mn-ea"/>
                    <a:cs typeface="+mn-cs"/>
                  </a:defRPr>
                </a:lvl8pPr>
                <a:lvl9pPr marL="2231136" indent="-182880" algn="l" rtl="0" eaLnBrk="1" latinLnBrk="0" hangingPunct="1">
                  <a:spcBef>
                    <a:spcPct val="20000"/>
                  </a:spcBef>
                  <a:buClr>
                    <a:schemeClr val="accent3"/>
                  </a:buClr>
                  <a:buFont typeface="Wingdings 2" pitchFamily="18" charset="2"/>
                  <a:buChar char=""/>
                  <a:defRPr kumimoji="0" sz="1800" kern="1200" baseline="0">
                    <a:solidFill>
                      <a:schemeClr val="tx1"/>
                    </a:solidFill>
                    <a:latin typeface="+mn-lt"/>
                    <a:ea typeface="+mn-ea"/>
                    <a:cs typeface="+mn-cs"/>
                  </a:defRPr>
                </a:lvl9pPr>
                <a:extLst/>
              </a:lstStyle>
              <a:p>
                <a:pPr>
                  <a:lnSpc>
                    <a:spcPct val="150000"/>
                  </a:lnSpc>
                </a:pPr>
                <a:r>
                  <a:rPr lang="zh-CN" altLang="en-US" sz="2800" b="1" dirty="0"/>
                  <a:t>称系统 </a:t>
                </a:r>
                <a14:m>
                  <m:oMath xmlns:m="http://schemas.openxmlformats.org/officeDocument/2006/math">
                    <m:acc>
                      <m:accPr>
                        <m:chr m:val="̇"/>
                        <m:ctrlPr>
                          <a:rPr lang="zh-CN" altLang="en-US" sz="2800" i="1">
                            <a:latin typeface="Cambria Math" panose="02040503050406030204" pitchFamily="18" charset="0"/>
                          </a:rPr>
                        </m:ctrlPr>
                      </m:accPr>
                      <m:e>
                        <m:r>
                          <a:rPr lang="zh-CN" altLang="en-US" sz="2800" b="1" i="1">
                            <a:latin typeface="Cambria Math" panose="02040503050406030204" pitchFamily="18" charset="0"/>
                          </a:rPr>
                          <m:t>𝒙</m:t>
                        </m:r>
                      </m:e>
                    </m:acc>
                    <m:r>
                      <a:rPr lang="zh-CN" altLang="en-US" sz="2800" i="1">
                        <a:latin typeface="Cambria Math" panose="02040503050406030204" pitchFamily="18" charset="0"/>
                      </a:rPr>
                      <m:t>=</m:t>
                    </m:r>
                    <m:r>
                      <a:rPr lang="zh-CN" altLang="en-US" sz="2800" b="1" i="1">
                        <a:latin typeface="Cambria Math" panose="02040503050406030204" pitchFamily="18" charset="0"/>
                      </a:rPr>
                      <m:t>𝒇</m:t>
                    </m:r>
                    <m:r>
                      <a:rPr lang="zh-CN" altLang="en-US" sz="2800" i="1">
                        <a:latin typeface="Cambria Math" panose="02040503050406030204" pitchFamily="18" charset="0"/>
                      </a:rPr>
                      <m:t>(</m:t>
                    </m:r>
                    <m:r>
                      <a:rPr lang="zh-CN" altLang="en-US" sz="2800" b="1" i="1">
                        <a:latin typeface="Cambria Math" panose="02040503050406030204" pitchFamily="18" charset="0"/>
                      </a:rPr>
                      <m:t>𝒙</m:t>
                    </m:r>
                    <m:r>
                      <a:rPr lang="zh-CN" altLang="en-US" sz="2800" i="1">
                        <a:latin typeface="Cambria Math" panose="02040503050406030204" pitchFamily="18" charset="0"/>
                      </a:rPr>
                      <m:t>,</m:t>
                    </m:r>
                    <m:r>
                      <a:rPr lang="zh-CN" altLang="en-US" sz="2800" i="1">
                        <a:latin typeface="Cambria Math" panose="02040503050406030204" pitchFamily="18" charset="0"/>
                      </a:rPr>
                      <m:t>𝑡</m:t>
                    </m:r>
                    <m:r>
                      <a:rPr lang="zh-CN" altLang="en-US" sz="2800" i="1">
                        <a:latin typeface="Cambria Math" panose="02040503050406030204" pitchFamily="18" charset="0"/>
                      </a:rPr>
                      <m:t>)</m:t>
                    </m:r>
                  </m:oMath>
                </a14:m>
                <a:r>
                  <a:rPr lang="zh-CN" altLang="en-US" sz="2800" b="1" dirty="0"/>
                  <a:t> 的平衡点 </a:t>
                </a:r>
                <a14:m>
                  <m:oMath xmlns:m="http://schemas.openxmlformats.org/officeDocument/2006/math">
                    <m:r>
                      <a:rPr lang="zh-CN" altLang="en-US" sz="2800" b="1" i="1">
                        <a:latin typeface="Cambria Math" panose="02040503050406030204" pitchFamily="18" charset="0"/>
                      </a:rPr>
                      <m:t>𝒙</m:t>
                    </m:r>
                    <m:r>
                      <a:rPr lang="zh-CN" altLang="en-US" sz="2800" i="1">
                        <a:latin typeface="Cambria Math" panose="02040503050406030204" pitchFamily="18" charset="0"/>
                      </a:rPr>
                      <m:t>=0</m:t>
                    </m:r>
                  </m:oMath>
                </a14:m>
                <a:r>
                  <a:rPr lang="zh-CN" altLang="en-US" sz="2800" b="1" dirty="0">
                    <a:solidFill>
                      <a:srgbClr val="FFFF00"/>
                    </a:solidFill>
                  </a:rPr>
                  <a:t>全局一致稳定</a:t>
                </a:r>
                <a:r>
                  <a:rPr lang="zh-CN" altLang="en-US" sz="2800" b="1" dirty="0"/>
                  <a:t>，如果存在一个 </a:t>
                </a:r>
                <a14:m>
                  <m:oMath xmlns:m="http://schemas.openxmlformats.org/officeDocument/2006/math">
                    <m:sSub>
                      <m:sSubPr>
                        <m:ctrlPr>
                          <a:rPr lang="zh-CN" altLang="en-US" sz="2800" i="1" smtClean="0">
                            <a:solidFill>
                              <a:srgbClr val="FFFF00"/>
                            </a:solidFill>
                            <a:latin typeface="Cambria Math" panose="02040503050406030204" pitchFamily="18" charset="0"/>
                          </a:rPr>
                        </m:ctrlPr>
                      </m:sSubPr>
                      <m:e>
                        <m:r>
                          <a:rPr lang="zh-CN" altLang="en-US" sz="2800" i="1">
                            <a:solidFill>
                              <a:srgbClr val="FFFF00"/>
                            </a:solidFill>
                            <a:latin typeface="Cambria Math" panose="02040503050406030204" pitchFamily="18" charset="0"/>
                          </a:rPr>
                          <m:t>𝒦</m:t>
                        </m:r>
                      </m:e>
                      <m:sub>
                        <m:r>
                          <a:rPr lang="zh-CN" altLang="en-US" sz="2800" i="1">
                            <a:solidFill>
                              <a:srgbClr val="FFFF00"/>
                            </a:solidFill>
                            <a:latin typeface="Cambria Math" panose="02040503050406030204" pitchFamily="18" charset="0"/>
                          </a:rPr>
                          <m:t>∞</m:t>
                        </m:r>
                      </m:sub>
                    </m:sSub>
                  </m:oMath>
                </a14:m>
                <a:r>
                  <a:rPr lang="zh-CN" altLang="en-US" sz="2800" b="1" dirty="0">
                    <a:solidFill>
                      <a:srgbClr val="FFFF00"/>
                    </a:solidFill>
                    <a:sym typeface="Euclid Math One"/>
                  </a:rPr>
                  <a:t>类函数 </a:t>
                </a:r>
                <a14:m>
                  <m:oMath xmlns:m="http://schemas.openxmlformats.org/officeDocument/2006/math">
                    <m:r>
                      <a:rPr lang="zh-CN" altLang="en-US" sz="2800" i="1">
                        <a:solidFill>
                          <a:srgbClr val="FFFF00"/>
                        </a:solidFill>
                        <a:latin typeface="Cambria Math" panose="02040503050406030204" pitchFamily="18" charset="0"/>
                      </a:rPr>
                      <m:t>𝛾</m:t>
                    </m:r>
                    <m:r>
                      <a:rPr lang="zh-CN" altLang="en-US" sz="2800" i="1">
                        <a:solidFill>
                          <a:srgbClr val="FFFF00"/>
                        </a:solidFill>
                        <a:latin typeface="Cambria Math" panose="02040503050406030204" pitchFamily="18" charset="0"/>
                      </a:rPr>
                      <m:t>(⋅)</m:t>
                    </m:r>
                  </m:oMath>
                </a14:m>
                <a:r>
                  <a:rPr lang="zh-CN" altLang="en-US" sz="2800" b="1" dirty="0">
                    <a:solidFill>
                      <a:srgbClr val="FFFF00"/>
                    </a:solidFill>
                  </a:rPr>
                  <a:t> </a:t>
                </a:r>
                <a:r>
                  <a:rPr lang="zh-CN" altLang="en-US" sz="2800" b="1" dirty="0"/>
                  <a:t>使得</a:t>
                </a:r>
                <a:br>
                  <a:rPr lang="en-US" altLang="zh-CN" sz="2800" i="1" dirty="0">
                    <a:solidFill>
                      <a:srgbClr val="00FFFF"/>
                    </a:solidFill>
                    <a:latin typeface="Cambria Math" panose="02040503050406030204" pitchFamily="18" charset="0"/>
                  </a:rPr>
                </a:br>
                <a14:m>
                  <m:oMath xmlns:m="http://schemas.openxmlformats.org/officeDocument/2006/math">
                    <m:d>
                      <m:dPr>
                        <m:begChr m:val="‖"/>
                        <m:endChr m:val="‖"/>
                        <m:ctrlPr>
                          <a:rPr lang="zh-CN" altLang="en-US" sz="2800" i="1" smtClean="0">
                            <a:solidFill>
                              <a:srgbClr val="FFFF00"/>
                            </a:solidFill>
                            <a:latin typeface="Cambria Math" panose="02040503050406030204" pitchFamily="18" charset="0"/>
                          </a:rPr>
                        </m:ctrlPr>
                      </m:dPr>
                      <m:e>
                        <m:r>
                          <a:rPr lang="zh-CN" altLang="en-US" sz="2800" b="1" i="1">
                            <a:solidFill>
                              <a:srgbClr val="FFFF00"/>
                            </a:solidFill>
                            <a:latin typeface="Cambria Math" panose="02040503050406030204" pitchFamily="18" charset="0"/>
                          </a:rPr>
                          <m:t>𝒙</m:t>
                        </m:r>
                        <m:r>
                          <a:rPr lang="zh-CN" altLang="en-US" sz="2800" i="1">
                            <a:solidFill>
                              <a:srgbClr val="FFFF00"/>
                            </a:solidFill>
                            <a:latin typeface="Cambria Math" panose="02040503050406030204" pitchFamily="18" charset="0"/>
                          </a:rPr>
                          <m:t>(</m:t>
                        </m:r>
                        <m:r>
                          <a:rPr lang="zh-CN" altLang="en-US" sz="2800" i="1">
                            <a:solidFill>
                              <a:srgbClr val="FFFF00"/>
                            </a:solidFill>
                            <a:latin typeface="Cambria Math" panose="02040503050406030204" pitchFamily="18" charset="0"/>
                          </a:rPr>
                          <m:t>𝑡</m:t>
                        </m:r>
                        <m:r>
                          <a:rPr lang="zh-CN" altLang="en-US" sz="2800">
                            <a:solidFill>
                              <a:srgbClr val="FFFF00"/>
                            </a:solidFill>
                            <a:latin typeface="Cambria Math" panose="02040503050406030204" pitchFamily="18" charset="0"/>
                          </a:rPr>
                          <m:t>,</m:t>
                        </m:r>
                        <m:sSub>
                          <m:sSubPr>
                            <m:ctrlPr>
                              <a:rPr lang="zh-CN" altLang="en-US" sz="2800" i="1">
                                <a:solidFill>
                                  <a:srgbClr val="FFFF00"/>
                                </a:solidFill>
                                <a:latin typeface="Cambria Math" panose="02040503050406030204" pitchFamily="18" charset="0"/>
                              </a:rPr>
                            </m:ctrlPr>
                          </m:sSubPr>
                          <m:e>
                            <m:r>
                              <a:rPr lang="zh-CN" altLang="en-US" sz="2800" i="1">
                                <a:solidFill>
                                  <a:srgbClr val="FFFF00"/>
                                </a:solidFill>
                                <a:latin typeface="Cambria Math" panose="02040503050406030204" pitchFamily="18" charset="0"/>
                              </a:rPr>
                              <m:t>𝑡</m:t>
                            </m:r>
                          </m:e>
                          <m:sub>
                            <m:r>
                              <a:rPr lang="zh-CN" altLang="en-US" sz="2800" i="1">
                                <a:solidFill>
                                  <a:srgbClr val="FFFF00"/>
                                </a:solidFill>
                                <a:latin typeface="Cambria Math" panose="02040503050406030204" pitchFamily="18" charset="0"/>
                              </a:rPr>
                              <m:t>0</m:t>
                            </m:r>
                          </m:sub>
                        </m:sSub>
                        <m:r>
                          <a:rPr lang="zh-CN" altLang="en-US" sz="2800" i="1">
                            <a:solidFill>
                              <a:srgbClr val="FFFF00"/>
                            </a:solidFill>
                            <a:latin typeface="Cambria Math" panose="02040503050406030204" pitchFamily="18" charset="0"/>
                          </a:rPr>
                          <m:t>,</m:t>
                        </m:r>
                        <m:sSub>
                          <m:sSubPr>
                            <m:ctrlPr>
                              <a:rPr lang="zh-CN" altLang="en-US" sz="2800" i="1">
                                <a:solidFill>
                                  <a:srgbClr val="FFFF00"/>
                                </a:solidFill>
                                <a:latin typeface="Cambria Math" panose="02040503050406030204" pitchFamily="18" charset="0"/>
                              </a:rPr>
                            </m:ctrlPr>
                          </m:sSubPr>
                          <m:e>
                            <m:r>
                              <a:rPr lang="zh-CN" altLang="en-US" sz="2800" b="1" i="1">
                                <a:solidFill>
                                  <a:srgbClr val="FFFF00"/>
                                </a:solidFill>
                                <a:latin typeface="Cambria Math" panose="02040503050406030204" pitchFamily="18" charset="0"/>
                              </a:rPr>
                              <m:t>𝒙</m:t>
                            </m:r>
                          </m:e>
                          <m:sub>
                            <m:r>
                              <a:rPr lang="zh-CN" altLang="en-US" sz="2800" i="1">
                                <a:solidFill>
                                  <a:srgbClr val="FFFF00"/>
                                </a:solidFill>
                                <a:latin typeface="Cambria Math" panose="02040503050406030204" pitchFamily="18" charset="0"/>
                              </a:rPr>
                              <m:t>0</m:t>
                            </m:r>
                          </m:sub>
                        </m:sSub>
                        <m:r>
                          <a:rPr lang="zh-CN" altLang="en-US" sz="2800" i="1">
                            <a:solidFill>
                              <a:srgbClr val="FFFF00"/>
                            </a:solidFill>
                            <a:latin typeface="Cambria Math" panose="02040503050406030204" pitchFamily="18" charset="0"/>
                          </a:rPr>
                          <m:t>)</m:t>
                        </m:r>
                      </m:e>
                    </m:d>
                    <m:r>
                      <a:rPr lang="zh-CN" altLang="en-US" sz="2800" i="1">
                        <a:solidFill>
                          <a:srgbClr val="FFFF00"/>
                        </a:solidFill>
                        <a:latin typeface="Cambria Math" panose="02040503050406030204" pitchFamily="18" charset="0"/>
                      </a:rPr>
                      <m:t>&lt;</m:t>
                    </m:r>
                    <m:r>
                      <a:rPr lang="zh-CN" altLang="en-US" sz="2800" i="1">
                        <a:solidFill>
                          <a:srgbClr val="FFFF00"/>
                        </a:solidFill>
                        <a:latin typeface="Cambria Math" panose="02040503050406030204" pitchFamily="18" charset="0"/>
                      </a:rPr>
                      <m:t>𝛾</m:t>
                    </m:r>
                    <m:r>
                      <a:rPr lang="zh-CN" altLang="en-US" sz="2800" i="1">
                        <a:solidFill>
                          <a:srgbClr val="FFFF00"/>
                        </a:solidFill>
                        <a:latin typeface="Cambria Math" panose="02040503050406030204" pitchFamily="18" charset="0"/>
                      </a:rPr>
                      <m:t>(</m:t>
                    </m:r>
                    <m:d>
                      <m:dPr>
                        <m:begChr m:val="‖"/>
                        <m:endChr m:val="‖"/>
                        <m:ctrlPr>
                          <a:rPr lang="zh-CN" altLang="en-US" sz="2800" i="1">
                            <a:solidFill>
                              <a:srgbClr val="FFFF00"/>
                            </a:solidFill>
                            <a:latin typeface="Cambria Math" panose="02040503050406030204" pitchFamily="18" charset="0"/>
                          </a:rPr>
                        </m:ctrlPr>
                      </m:dPr>
                      <m:e>
                        <m:r>
                          <a:rPr lang="zh-CN" altLang="en-US" sz="2800" b="1" i="1">
                            <a:solidFill>
                              <a:srgbClr val="FFFF00"/>
                            </a:solidFill>
                            <a:latin typeface="Cambria Math" panose="02040503050406030204" pitchFamily="18" charset="0"/>
                          </a:rPr>
                          <m:t>𝒙</m:t>
                        </m:r>
                        <m:r>
                          <a:rPr lang="zh-CN" altLang="en-US" sz="2800" i="1">
                            <a:solidFill>
                              <a:srgbClr val="FFFF00"/>
                            </a:solidFill>
                            <a:latin typeface="Cambria Math" panose="02040503050406030204" pitchFamily="18" charset="0"/>
                          </a:rPr>
                          <m:t>(</m:t>
                        </m:r>
                        <m:sSub>
                          <m:sSubPr>
                            <m:ctrlPr>
                              <a:rPr lang="zh-CN" altLang="en-US" sz="2800" i="1">
                                <a:solidFill>
                                  <a:srgbClr val="FFFF00"/>
                                </a:solidFill>
                                <a:latin typeface="Cambria Math" panose="02040503050406030204" pitchFamily="18" charset="0"/>
                              </a:rPr>
                            </m:ctrlPr>
                          </m:sSubPr>
                          <m:e>
                            <m:r>
                              <a:rPr lang="zh-CN" altLang="en-US" sz="2800" i="1">
                                <a:solidFill>
                                  <a:srgbClr val="FFFF00"/>
                                </a:solidFill>
                                <a:latin typeface="Cambria Math" panose="02040503050406030204" pitchFamily="18" charset="0"/>
                              </a:rPr>
                              <m:t>𝑡</m:t>
                            </m:r>
                          </m:e>
                          <m:sub>
                            <m:r>
                              <a:rPr lang="zh-CN" altLang="en-US" sz="2800" i="1">
                                <a:solidFill>
                                  <a:srgbClr val="FFFF00"/>
                                </a:solidFill>
                                <a:latin typeface="Cambria Math" panose="02040503050406030204" pitchFamily="18" charset="0"/>
                              </a:rPr>
                              <m:t>0</m:t>
                            </m:r>
                          </m:sub>
                        </m:sSub>
                        <m:r>
                          <a:rPr lang="zh-CN" altLang="en-US" sz="2800" i="1">
                            <a:solidFill>
                              <a:srgbClr val="FFFF00"/>
                            </a:solidFill>
                            <a:latin typeface="Cambria Math" panose="02040503050406030204" pitchFamily="18" charset="0"/>
                          </a:rPr>
                          <m:t>)</m:t>
                        </m:r>
                      </m:e>
                    </m:d>
                    <m:r>
                      <a:rPr lang="zh-CN" altLang="en-US" sz="2800" i="1">
                        <a:solidFill>
                          <a:srgbClr val="FFFF00"/>
                        </a:solidFill>
                        <a:latin typeface="Cambria Math" panose="02040503050406030204" pitchFamily="18" charset="0"/>
                      </a:rPr>
                      <m:t>),​ ∀</m:t>
                    </m:r>
                    <m:r>
                      <a:rPr lang="zh-CN" altLang="en-US" sz="2800" i="1">
                        <a:solidFill>
                          <a:srgbClr val="FFFF00"/>
                        </a:solidFill>
                        <a:latin typeface="Cambria Math" panose="02040503050406030204" pitchFamily="18" charset="0"/>
                      </a:rPr>
                      <m:t>𝑡</m:t>
                    </m:r>
                    <m:r>
                      <a:rPr lang="zh-CN" altLang="en-US" sz="2800" i="1">
                        <a:solidFill>
                          <a:srgbClr val="FFFF00"/>
                        </a:solidFill>
                        <a:latin typeface="Cambria Math" panose="02040503050406030204" pitchFamily="18" charset="0"/>
                      </a:rPr>
                      <m:t>≥</m:t>
                    </m:r>
                    <m:sSub>
                      <m:sSubPr>
                        <m:ctrlPr>
                          <a:rPr lang="zh-CN" altLang="en-US" sz="2800" i="1">
                            <a:solidFill>
                              <a:srgbClr val="FFFF00"/>
                            </a:solidFill>
                            <a:latin typeface="Cambria Math" panose="02040503050406030204" pitchFamily="18" charset="0"/>
                          </a:rPr>
                        </m:ctrlPr>
                      </m:sSubPr>
                      <m:e>
                        <m:r>
                          <a:rPr lang="zh-CN" altLang="en-US" sz="2800" i="1">
                            <a:solidFill>
                              <a:srgbClr val="FFFF00"/>
                            </a:solidFill>
                            <a:latin typeface="Cambria Math" panose="02040503050406030204" pitchFamily="18" charset="0"/>
                          </a:rPr>
                          <m:t>𝑡</m:t>
                        </m:r>
                      </m:e>
                      <m:sub>
                        <m:r>
                          <a:rPr lang="zh-CN" altLang="en-US" sz="2800" i="1">
                            <a:solidFill>
                              <a:srgbClr val="FFFF00"/>
                            </a:solidFill>
                            <a:latin typeface="Cambria Math" panose="02040503050406030204" pitchFamily="18" charset="0"/>
                          </a:rPr>
                          <m:t>0</m:t>
                        </m:r>
                      </m:sub>
                    </m:sSub>
                    <m:r>
                      <a:rPr lang="zh-CN" altLang="en-US" sz="2800" i="1">
                        <a:solidFill>
                          <a:srgbClr val="FFFF00"/>
                        </a:solidFill>
                        <a:latin typeface="Cambria Math" panose="02040503050406030204" pitchFamily="18" charset="0"/>
                      </a:rPr>
                      <m:t>,​ ∀</m:t>
                    </m:r>
                    <m:r>
                      <a:rPr lang="zh-CN" altLang="en-US" sz="2800" b="1" i="1">
                        <a:solidFill>
                          <a:srgbClr val="FFFF00"/>
                        </a:solidFill>
                        <a:latin typeface="Cambria Math" panose="02040503050406030204" pitchFamily="18" charset="0"/>
                      </a:rPr>
                      <m:t>𝒙</m:t>
                    </m:r>
                    <m:r>
                      <a:rPr lang="zh-CN" altLang="en-US" sz="2800" i="1">
                        <a:solidFill>
                          <a:srgbClr val="FFFF00"/>
                        </a:solidFill>
                        <a:latin typeface="Cambria Math" panose="02040503050406030204" pitchFamily="18" charset="0"/>
                      </a:rPr>
                      <m:t>(</m:t>
                    </m:r>
                    <m:sSub>
                      <m:sSubPr>
                        <m:ctrlPr>
                          <a:rPr lang="zh-CN" altLang="en-US" sz="2800" i="1">
                            <a:solidFill>
                              <a:srgbClr val="FFFF00"/>
                            </a:solidFill>
                            <a:latin typeface="Cambria Math" panose="02040503050406030204" pitchFamily="18" charset="0"/>
                          </a:rPr>
                        </m:ctrlPr>
                      </m:sSubPr>
                      <m:e>
                        <m:r>
                          <a:rPr lang="zh-CN" altLang="en-US" sz="2800" i="1">
                            <a:solidFill>
                              <a:srgbClr val="FFFF00"/>
                            </a:solidFill>
                            <a:latin typeface="Cambria Math" panose="02040503050406030204" pitchFamily="18" charset="0"/>
                          </a:rPr>
                          <m:t>𝑡</m:t>
                        </m:r>
                      </m:e>
                      <m:sub>
                        <m:r>
                          <a:rPr lang="zh-CN" altLang="en-US" sz="2800" i="1">
                            <a:solidFill>
                              <a:srgbClr val="FFFF00"/>
                            </a:solidFill>
                            <a:latin typeface="Cambria Math" panose="02040503050406030204" pitchFamily="18" charset="0"/>
                          </a:rPr>
                          <m:t>0</m:t>
                        </m:r>
                      </m:sub>
                    </m:sSub>
                    <m:r>
                      <a:rPr lang="zh-CN" altLang="en-US" sz="2800" i="1">
                        <a:solidFill>
                          <a:srgbClr val="FFFF00"/>
                        </a:solidFill>
                        <a:latin typeface="Cambria Math" panose="02040503050406030204" pitchFamily="18" charset="0"/>
                      </a:rPr>
                      <m:t>)</m:t>
                    </m:r>
                  </m:oMath>
                </a14:m>
                <a:endParaRPr lang="en-US" altLang="zh-CN" sz="2800" b="1" dirty="0"/>
              </a:p>
            </p:txBody>
          </p:sp>
        </mc:Choice>
        <mc:Fallback xmlns="">
          <p:sp>
            <p:nvSpPr>
              <p:cNvPr id="32" name="内容占位符 2"/>
              <p:cNvSpPr txBox="1">
                <a:spLocks noRot="1" noChangeAspect="1" noMove="1" noResize="1" noEditPoints="1" noAdjustHandles="1" noChangeArrowheads="1" noChangeShapeType="1" noTextEdit="1"/>
              </p:cNvSpPr>
              <p:nvPr/>
            </p:nvSpPr>
            <p:spPr>
              <a:xfrm>
                <a:off x="438472" y="3952628"/>
                <a:ext cx="8382000" cy="2428700"/>
              </a:xfrm>
              <a:prstGeom prst="rect">
                <a:avLst/>
              </a:prstGeom>
              <a:blipFill>
                <a:blip r:embed="rId5"/>
                <a:stretch>
                  <a:fillRect r="-1164"/>
                </a:stretch>
              </a:blipFill>
            </p:spPr>
            <p:txBody>
              <a:bodyPr/>
              <a:lstStyle/>
              <a:p>
                <a:r>
                  <a:rPr lang="zh-CN" altLang="en-US">
                    <a:noFill/>
                  </a:rPr>
                  <a:t> </a:t>
                </a:r>
              </a:p>
            </p:txBody>
          </p:sp>
        </mc:Fallback>
      </mc:AlternateContent>
      <p:sp>
        <p:nvSpPr>
          <p:cNvPr id="21" name="日期占位符 3"/>
          <p:cNvSpPr txBox="1">
            <a:spLocks/>
          </p:cNvSpPr>
          <p:nvPr/>
        </p:nvSpPr>
        <p:spPr>
          <a:xfrm>
            <a:off x="457200" y="6476999"/>
            <a:ext cx="2133600" cy="274320"/>
          </a:xfrm>
          <a:prstGeom prst="rect">
            <a:avLst/>
          </a:prstGeom>
        </p:spPr>
        <p:txBody>
          <a:bodyPr vert="horz" lIns="109728" rIns="45720" bIns="0" rtlCol="0" anchor="b"/>
          <a:lstStyle>
            <a:defPPr>
              <a:defRPr lang="zh-CN"/>
            </a:defPPr>
            <a:lvl1pPr marL="0" algn="l" defTabSz="914400" rtl="0" eaLnBrk="1" latinLnBrk="0" hangingPunct="1">
              <a:defRPr kumimoji="0" sz="1800" kern="1200">
                <a:solidFill>
                  <a:srgbClr val="FF0000"/>
                </a:solidFill>
                <a:latin typeface="Times New Roman" pitchFamily="18" charset="0"/>
                <a:ea typeface="+mn-ea"/>
                <a:cs typeface="Times New Roman" pitchFamily="18"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dirty="0"/>
          </a:p>
        </p:txBody>
      </p:sp>
    </p:spTree>
    <p:custDataLst>
      <p:tags r:id="rId1"/>
    </p:custDataLst>
    <p:extLst>
      <p:ext uri="{BB962C8B-B14F-4D97-AF65-F5344CB8AC3E}">
        <p14:creationId xmlns:p14="http://schemas.microsoft.com/office/powerpoint/2010/main" val="181622698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zh-CN" altLang="en-US" dirty="0"/>
              <a:t>一致稳定与一致有界</a:t>
            </a:r>
          </a:p>
        </p:txBody>
      </p:sp>
      <p:sp>
        <p:nvSpPr>
          <p:cNvPr id="7" name="灯片编号占位符 6"/>
          <p:cNvSpPr>
            <a:spLocks noGrp="1"/>
          </p:cNvSpPr>
          <p:nvPr>
            <p:ph type="sldNum" sz="quarter" idx="12"/>
          </p:nvPr>
        </p:nvSpPr>
        <p:spPr/>
        <p:txBody>
          <a:bodyPr/>
          <a:lstStyle/>
          <a:p>
            <a:fld id="{58C210BB-F110-452C-89E7-9EA0A8D47DCE}" type="slidenum">
              <a:rPr lang="zh-CN" altLang="en-US" smtClean="0"/>
              <a:pPr/>
              <a:t>24</a:t>
            </a:fld>
            <a:endParaRPr lang="zh-CN" altLang="en-US" dirty="0"/>
          </a:p>
        </p:txBody>
      </p:sp>
      <mc:AlternateContent xmlns:mc="http://schemas.openxmlformats.org/markup-compatibility/2006" xmlns:a14="http://schemas.microsoft.com/office/drawing/2010/main">
        <mc:Choice Requires="a14">
          <p:sp>
            <p:nvSpPr>
              <p:cNvPr id="20" name="内容占位符 2"/>
              <p:cNvSpPr txBox="1">
                <a:spLocks/>
              </p:cNvSpPr>
              <p:nvPr/>
            </p:nvSpPr>
            <p:spPr>
              <a:xfrm>
                <a:off x="438472" y="1052735"/>
                <a:ext cx="8382000" cy="2818381"/>
              </a:xfrm>
              <a:prstGeom prst="rect">
                <a:avLst/>
              </a:prstGeom>
            </p:spPr>
            <p:txBody>
              <a:bodyPr vert="horz" lIns="54864" tIns="91440" rtlCol="0">
                <a:normAutofit/>
              </a:bodyPr>
              <a:lstStyle>
                <a:lvl1pPr marL="438912" indent="-320040" algn="l" rtl="0" eaLnBrk="1" latinLnBrk="0" hangingPunct="1">
                  <a:spcBef>
                    <a:spcPts val="0"/>
                  </a:spcBef>
                  <a:buClr>
                    <a:schemeClr val="accent1"/>
                  </a:buClr>
                  <a:buSzPct val="80000"/>
                  <a:buFont typeface="Wingdings 2"/>
                  <a:buChar char=""/>
                  <a:defRPr kumimoji="0" sz="3200" kern="1200">
                    <a:solidFill>
                      <a:schemeClr val="bg1"/>
                    </a:solidFill>
                    <a:latin typeface="Times New Roman" pitchFamily="18" charset="0"/>
                    <a:ea typeface="+mn-ea"/>
                    <a:cs typeface="Times New Roman" pitchFamily="18" charset="0"/>
                  </a:defRPr>
                </a:lvl1pPr>
                <a:lvl2pPr marL="731520" indent="-274320" algn="l" rtl="0" eaLnBrk="1" latinLnBrk="0" hangingPunct="1">
                  <a:spcBef>
                    <a:spcPct val="20000"/>
                  </a:spcBef>
                  <a:buClr>
                    <a:schemeClr val="accent2"/>
                  </a:buClr>
                  <a:buSzPct val="90000"/>
                  <a:buFont typeface="Wingdings"/>
                  <a:buChar char=""/>
                  <a:defRPr kumimoji="0" sz="2800" kern="1200">
                    <a:solidFill>
                      <a:schemeClr val="bg1"/>
                    </a:solidFill>
                    <a:latin typeface="Times New Roman" pitchFamily="18" charset="0"/>
                    <a:ea typeface="+mn-ea"/>
                    <a:cs typeface="Times New Roman" pitchFamily="18" charset="0"/>
                  </a:defRPr>
                </a:lvl2pPr>
                <a:lvl3pPr marL="996696" indent="-228600" algn="l" rtl="0" eaLnBrk="1" latinLnBrk="0" hangingPunct="1">
                  <a:spcBef>
                    <a:spcPct val="20000"/>
                  </a:spcBef>
                  <a:buClr>
                    <a:schemeClr val="accent3"/>
                  </a:buClr>
                  <a:buFont typeface="Arial"/>
                  <a:buChar char="▪"/>
                  <a:defRPr kumimoji="0" sz="2400" kern="1200">
                    <a:solidFill>
                      <a:schemeClr val="bg1"/>
                    </a:solidFill>
                    <a:latin typeface="Times New Roman" pitchFamily="18" charset="0"/>
                    <a:ea typeface="+mn-ea"/>
                    <a:cs typeface="Times New Roman" pitchFamily="18" charset="0"/>
                  </a:defRPr>
                </a:lvl3pPr>
                <a:lvl4pPr marL="1216152" indent="-182880" algn="l" rtl="0" eaLnBrk="1" latinLnBrk="0" hangingPunct="1">
                  <a:spcBef>
                    <a:spcPct val="20000"/>
                  </a:spcBef>
                  <a:buClr>
                    <a:schemeClr val="accent4"/>
                  </a:buClr>
                  <a:buFont typeface="Arial"/>
                  <a:buChar char="▪"/>
                  <a:defRPr kumimoji="0" sz="2000" kern="1200">
                    <a:solidFill>
                      <a:schemeClr val="bg1"/>
                    </a:solidFill>
                    <a:latin typeface="Times New Roman" pitchFamily="18" charset="0"/>
                    <a:ea typeface="+mn-ea"/>
                    <a:cs typeface="Times New Roman" pitchFamily="18" charset="0"/>
                  </a:defRPr>
                </a:lvl4pPr>
                <a:lvl5pPr marL="1426464" indent="-182880" algn="l" rtl="0" eaLnBrk="1" latinLnBrk="0" hangingPunct="1">
                  <a:spcBef>
                    <a:spcPct val="20000"/>
                  </a:spcBef>
                  <a:buClr>
                    <a:schemeClr val="accent5"/>
                  </a:buClr>
                  <a:buFont typeface="Wingdings 3"/>
                  <a:buChar char=""/>
                  <a:defRPr kumimoji="0" lang="en-US" sz="2000" kern="1200" smtClean="0">
                    <a:solidFill>
                      <a:schemeClr val="tx1"/>
                    </a:solidFill>
                    <a:latin typeface="Times New Roman" pitchFamily="18" charset="0"/>
                    <a:ea typeface="+mn-ea"/>
                    <a:cs typeface="Times New Roman" pitchFamily="18" charset="0"/>
                  </a:defRPr>
                </a:lvl5pPr>
                <a:lvl6pPr marL="1627632" indent="-182880" algn="l" rtl="0" eaLnBrk="1" latinLnBrk="0" hangingPunct="1">
                  <a:spcBef>
                    <a:spcPct val="20000"/>
                  </a:spcBef>
                  <a:buClr>
                    <a:schemeClr val="accent6"/>
                  </a:buClr>
                  <a:buSzPct val="100000"/>
                  <a:buFont typeface="Wingdings 2"/>
                  <a:buChar char=""/>
                  <a:defRPr kumimoji="0" sz="2000" kern="1200">
                    <a:solidFill>
                      <a:schemeClr val="tx1"/>
                    </a:solidFill>
                    <a:latin typeface="+mn-lt"/>
                    <a:ea typeface="+mn-ea"/>
                    <a:cs typeface="+mn-cs"/>
                  </a:defRPr>
                </a:lvl6pPr>
                <a:lvl7pPr marL="1828800" indent="-182880" algn="l" rtl="0" eaLnBrk="1" latinLnBrk="0" hangingPunct="1">
                  <a:spcBef>
                    <a:spcPct val="20000"/>
                  </a:spcBef>
                  <a:buClr>
                    <a:schemeClr val="accent1"/>
                  </a:buClr>
                  <a:buSzPct val="100000"/>
                  <a:buFont typeface="Wingdings 2"/>
                  <a:buChar char=""/>
                  <a:defRPr kumimoji="0" sz="1800" kern="1200">
                    <a:solidFill>
                      <a:schemeClr val="tx1"/>
                    </a:solidFill>
                    <a:latin typeface="+mn-lt"/>
                    <a:ea typeface="+mn-ea"/>
                    <a:cs typeface="+mn-cs"/>
                  </a:defRPr>
                </a:lvl7pPr>
                <a:lvl8pPr marL="2029968" indent="-182880" algn="l" rtl="0" eaLnBrk="1" latinLnBrk="0" hangingPunct="1">
                  <a:spcBef>
                    <a:spcPct val="20000"/>
                  </a:spcBef>
                  <a:buClr>
                    <a:schemeClr val="accent2"/>
                  </a:buClr>
                  <a:buFont typeface="Wingdings 2" pitchFamily="18" charset="2"/>
                  <a:buChar char=""/>
                  <a:defRPr kumimoji="0" sz="1800" kern="1200">
                    <a:solidFill>
                      <a:schemeClr val="tx1"/>
                    </a:solidFill>
                    <a:latin typeface="+mn-lt"/>
                    <a:ea typeface="+mn-ea"/>
                    <a:cs typeface="+mn-cs"/>
                  </a:defRPr>
                </a:lvl8pPr>
                <a:lvl9pPr marL="2231136" indent="-182880" algn="l" rtl="0" eaLnBrk="1" latinLnBrk="0" hangingPunct="1">
                  <a:spcBef>
                    <a:spcPct val="20000"/>
                  </a:spcBef>
                  <a:buClr>
                    <a:schemeClr val="accent3"/>
                  </a:buClr>
                  <a:buFont typeface="Wingdings 2" pitchFamily="18" charset="2"/>
                  <a:buChar char=""/>
                  <a:defRPr kumimoji="0" sz="1800" kern="1200" baseline="0">
                    <a:solidFill>
                      <a:schemeClr val="tx1"/>
                    </a:solidFill>
                    <a:latin typeface="+mn-lt"/>
                    <a:ea typeface="+mn-ea"/>
                    <a:cs typeface="+mn-cs"/>
                  </a:defRPr>
                </a:lvl9pPr>
                <a:extLst/>
              </a:lstStyle>
              <a:p>
                <a:pPr>
                  <a:lnSpc>
                    <a:spcPct val="150000"/>
                  </a:lnSpc>
                </a:pPr>
                <a:r>
                  <a:rPr lang="zh-CN" altLang="en-US" sz="2800" b="1" dirty="0"/>
                  <a:t>称系统 </a:t>
                </a:r>
                <a14:m>
                  <m:oMath xmlns:m="http://schemas.openxmlformats.org/officeDocument/2006/math">
                    <m:acc>
                      <m:accPr>
                        <m:chr m:val="̇"/>
                        <m:ctrlPr>
                          <a:rPr lang="zh-CN" altLang="en-US" sz="2800" i="1">
                            <a:latin typeface="Cambria Math" panose="02040503050406030204" pitchFamily="18" charset="0"/>
                          </a:rPr>
                        </m:ctrlPr>
                      </m:accPr>
                      <m:e>
                        <m:r>
                          <a:rPr lang="zh-CN" altLang="en-US" sz="2800" b="1" i="1">
                            <a:latin typeface="Cambria Math" panose="02040503050406030204" pitchFamily="18" charset="0"/>
                          </a:rPr>
                          <m:t>𝒙</m:t>
                        </m:r>
                      </m:e>
                    </m:acc>
                    <m:r>
                      <a:rPr lang="zh-CN" altLang="en-US" sz="2800" i="1">
                        <a:latin typeface="Cambria Math" panose="02040503050406030204" pitchFamily="18" charset="0"/>
                      </a:rPr>
                      <m:t>=</m:t>
                    </m:r>
                    <m:r>
                      <a:rPr lang="zh-CN" altLang="en-US" sz="2800" b="1" i="1">
                        <a:latin typeface="Cambria Math" panose="02040503050406030204" pitchFamily="18" charset="0"/>
                      </a:rPr>
                      <m:t>𝒇</m:t>
                    </m:r>
                    <m:r>
                      <a:rPr lang="zh-CN" altLang="en-US" sz="2800" i="1">
                        <a:latin typeface="Cambria Math" panose="02040503050406030204" pitchFamily="18" charset="0"/>
                      </a:rPr>
                      <m:t>(</m:t>
                    </m:r>
                    <m:r>
                      <a:rPr lang="zh-CN" altLang="en-US" sz="2800" b="1" i="1">
                        <a:latin typeface="Cambria Math" panose="02040503050406030204" pitchFamily="18" charset="0"/>
                      </a:rPr>
                      <m:t>𝒙</m:t>
                    </m:r>
                    <m:r>
                      <a:rPr lang="zh-CN" altLang="en-US" sz="2800" i="1">
                        <a:latin typeface="Cambria Math" panose="02040503050406030204" pitchFamily="18" charset="0"/>
                      </a:rPr>
                      <m:t>,</m:t>
                    </m:r>
                    <m:r>
                      <a:rPr lang="zh-CN" altLang="en-US" sz="2800" i="1">
                        <a:latin typeface="Cambria Math" panose="02040503050406030204" pitchFamily="18" charset="0"/>
                      </a:rPr>
                      <m:t>𝑡</m:t>
                    </m:r>
                    <m:r>
                      <a:rPr lang="zh-CN" altLang="en-US" sz="2800" i="1">
                        <a:latin typeface="Cambria Math" panose="02040503050406030204" pitchFamily="18" charset="0"/>
                      </a:rPr>
                      <m:t>)</m:t>
                    </m:r>
                  </m:oMath>
                </a14:m>
                <a:r>
                  <a:rPr lang="zh-CN" altLang="en-US" sz="2800" b="1" dirty="0"/>
                  <a:t> 的平衡点 </a:t>
                </a:r>
                <a14:m>
                  <m:oMath xmlns:m="http://schemas.openxmlformats.org/officeDocument/2006/math">
                    <m:r>
                      <a:rPr lang="zh-CN" altLang="en-US" sz="2800" b="1" i="1">
                        <a:latin typeface="Cambria Math" panose="02040503050406030204" pitchFamily="18" charset="0"/>
                      </a:rPr>
                      <m:t>𝒙</m:t>
                    </m:r>
                    <m:r>
                      <a:rPr lang="zh-CN" altLang="en-US" sz="2800" i="1">
                        <a:latin typeface="Cambria Math" panose="02040503050406030204" pitchFamily="18" charset="0"/>
                      </a:rPr>
                      <m:t>=0</m:t>
                    </m:r>
                  </m:oMath>
                </a14:m>
                <a:r>
                  <a:rPr lang="zh-CN" altLang="en-US" sz="2800" b="1" dirty="0">
                    <a:solidFill>
                      <a:srgbClr val="FFFF00"/>
                    </a:solidFill>
                  </a:rPr>
                  <a:t>全局一致稳定</a:t>
                </a:r>
                <a:r>
                  <a:rPr lang="zh-CN" altLang="en-US" sz="2800" b="1" dirty="0"/>
                  <a:t>，如果存在一个 </a:t>
                </a:r>
                <a14:m>
                  <m:oMath xmlns:m="http://schemas.openxmlformats.org/officeDocument/2006/math">
                    <m:sSub>
                      <m:sSubPr>
                        <m:ctrlPr>
                          <a:rPr lang="zh-CN" altLang="en-US" sz="2800" i="1">
                            <a:solidFill>
                              <a:srgbClr val="FFFF00"/>
                            </a:solidFill>
                            <a:latin typeface="Cambria Math" panose="02040503050406030204" pitchFamily="18" charset="0"/>
                          </a:rPr>
                        </m:ctrlPr>
                      </m:sSubPr>
                      <m:e>
                        <m:r>
                          <a:rPr lang="zh-CN" altLang="en-US" sz="2800" i="1">
                            <a:solidFill>
                              <a:srgbClr val="FFFF00"/>
                            </a:solidFill>
                            <a:latin typeface="Cambria Math" panose="02040503050406030204" pitchFamily="18" charset="0"/>
                          </a:rPr>
                          <m:t>𝒦</m:t>
                        </m:r>
                      </m:e>
                      <m:sub>
                        <m:r>
                          <a:rPr lang="zh-CN" altLang="en-US" sz="2800" i="1">
                            <a:solidFill>
                              <a:srgbClr val="FFFF00"/>
                            </a:solidFill>
                            <a:latin typeface="Cambria Math" panose="02040503050406030204" pitchFamily="18" charset="0"/>
                          </a:rPr>
                          <m:t>∞</m:t>
                        </m:r>
                      </m:sub>
                    </m:sSub>
                  </m:oMath>
                </a14:m>
                <a:r>
                  <a:rPr lang="zh-CN" altLang="en-US" sz="2800" b="1" dirty="0">
                    <a:solidFill>
                      <a:srgbClr val="FFFF00"/>
                    </a:solidFill>
                    <a:sym typeface="Euclid Math One"/>
                  </a:rPr>
                  <a:t>类函数 </a:t>
                </a:r>
                <a14:m>
                  <m:oMath xmlns:m="http://schemas.openxmlformats.org/officeDocument/2006/math">
                    <m:r>
                      <a:rPr lang="zh-CN" altLang="en-US" sz="2800" i="1">
                        <a:solidFill>
                          <a:srgbClr val="FFFF00"/>
                        </a:solidFill>
                        <a:latin typeface="Cambria Math" panose="02040503050406030204" pitchFamily="18" charset="0"/>
                      </a:rPr>
                      <m:t>𝛾</m:t>
                    </m:r>
                    <m:r>
                      <a:rPr lang="zh-CN" altLang="en-US" sz="2800" i="1">
                        <a:solidFill>
                          <a:srgbClr val="FFFF00"/>
                        </a:solidFill>
                        <a:latin typeface="Cambria Math" panose="02040503050406030204" pitchFamily="18" charset="0"/>
                      </a:rPr>
                      <m:t>(⋅)</m:t>
                    </m:r>
                  </m:oMath>
                </a14:m>
                <a:r>
                  <a:rPr lang="zh-CN" altLang="en-US" sz="2800" b="1" dirty="0">
                    <a:solidFill>
                      <a:srgbClr val="FFFF00"/>
                    </a:solidFill>
                  </a:rPr>
                  <a:t> </a:t>
                </a:r>
                <a:r>
                  <a:rPr lang="zh-CN" altLang="en-US" sz="2800" b="1" dirty="0"/>
                  <a:t>使得</a:t>
                </a:r>
                <a:br>
                  <a:rPr lang="en-US" altLang="zh-CN" sz="2800" i="1" dirty="0">
                    <a:solidFill>
                      <a:srgbClr val="00FFFF"/>
                    </a:solidFill>
                    <a:latin typeface="Cambria Math" panose="02040503050406030204" pitchFamily="18" charset="0"/>
                  </a:rPr>
                </a:br>
                <a14:m>
                  <m:oMath xmlns:m="http://schemas.openxmlformats.org/officeDocument/2006/math">
                    <m:d>
                      <m:dPr>
                        <m:begChr m:val="‖"/>
                        <m:endChr m:val="‖"/>
                        <m:ctrlPr>
                          <a:rPr lang="zh-CN" altLang="en-US" sz="2800" i="1">
                            <a:solidFill>
                              <a:srgbClr val="FFFF00"/>
                            </a:solidFill>
                            <a:latin typeface="Cambria Math" panose="02040503050406030204" pitchFamily="18" charset="0"/>
                          </a:rPr>
                        </m:ctrlPr>
                      </m:dPr>
                      <m:e>
                        <m:r>
                          <a:rPr lang="zh-CN" altLang="en-US" sz="2800" b="1" i="1">
                            <a:solidFill>
                              <a:srgbClr val="FFFF00"/>
                            </a:solidFill>
                            <a:latin typeface="Cambria Math" panose="02040503050406030204" pitchFamily="18" charset="0"/>
                          </a:rPr>
                          <m:t>𝒙</m:t>
                        </m:r>
                        <m:r>
                          <a:rPr lang="zh-CN" altLang="en-US" sz="2800" i="1">
                            <a:solidFill>
                              <a:srgbClr val="FFFF00"/>
                            </a:solidFill>
                            <a:latin typeface="Cambria Math" panose="02040503050406030204" pitchFamily="18" charset="0"/>
                          </a:rPr>
                          <m:t>(</m:t>
                        </m:r>
                        <m:r>
                          <a:rPr lang="zh-CN" altLang="en-US" sz="2800" i="1">
                            <a:solidFill>
                              <a:srgbClr val="FFFF00"/>
                            </a:solidFill>
                            <a:latin typeface="Cambria Math" panose="02040503050406030204" pitchFamily="18" charset="0"/>
                          </a:rPr>
                          <m:t>𝑡</m:t>
                        </m:r>
                        <m:r>
                          <a:rPr lang="zh-CN" altLang="en-US" sz="2800">
                            <a:solidFill>
                              <a:srgbClr val="FFFF00"/>
                            </a:solidFill>
                            <a:latin typeface="Cambria Math" panose="02040503050406030204" pitchFamily="18" charset="0"/>
                          </a:rPr>
                          <m:t>,</m:t>
                        </m:r>
                        <m:sSub>
                          <m:sSubPr>
                            <m:ctrlPr>
                              <a:rPr lang="zh-CN" altLang="en-US" sz="2800" i="1">
                                <a:solidFill>
                                  <a:srgbClr val="FFFF00"/>
                                </a:solidFill>
                                <a:latin typeface="Cambria Math" panose="02040503050406030204" pitchFamily="18" charset="0"/>
                              </a:rPr>
                            </m:ctrlPr>
                          </m:sSubPr>
                          <m:e>
                            <m:r>
                              <a:rPr lang="zh-CN" altLang="en-US" sz="2800" i="1">
                                <a:solidFill>
                                  <a:srgbClr val="FFFF00"/>
                                </a:solidFill>
                                <a:latin typeface="Cambria Math" panose="02040503050406030204" pitchFamily="18" charset="0"/>
                              </a:rPr>
                              <m:t>𝑡</m:t>
                            </m:r>
                          </m:e>
                          <m:sub>
                            <m:r>
                              <a:rPr lang="zh-CN" altLang="en-US" sz="2800" i="1">
                                <a:solidFill>
                                  <a:srgbClr val="FFFF00"/>
                                </a:solidFill>
                                <a:latin typeface="Cambria Math" panose="02040503050406030204" pitchFamily="18" charset="0"/>
                              </a:rPr>
                              <m:t>0</m:t>
                            </m:r>
                          </m:sub>
                        </m:sSub>
                        <m:r>
                          <a:rPr lang="zh-CN" altLang="en-US" sz="2800" i="1">
                            <a:solidFill>
                              <a:srgbClr val="FFFF00"/>
                            </a:solidFill>
                            <a:latin typeface="Cambria Math" panose="02040503050406030204" pitchFamily="18" charset="0"/>
                          </a:rPr>
                          <m:t>,</m:t>
                        </m:r>
                        <m:sSub>
                          <m:sSubPr>
                            <m:ctrlPr>
                              <a:rPr lang="zh-CN" altLang="en-US" sz="2800" i="1">
                                <a:solidFill>
                                  <a:srgbClr val="FFFF00"/>
                                </a:solidFill>
                                <a:latin typeface="Cambria Math" panose="02040503050406030204" pitchFamily="18" charset="0"/>
                              </a:rPr>
                            </m:ctrlPr>
                          </m:sSubPr>
                          <m:e>
                            <m:r>
                              <a:rPr lang="zh-CN" altLang="en-US" sz="2800" b="1" i="1">
                                <a:solidFill>
                                  <a:srgbClr val="FFFF00"/>
                                </a:solidFill>
                                <a:latin typeface="Cambria Math" panose="02040503050406030204" pitchFamily="18" charset="0"/>
                              </a:rPr>
                              <m:t>𝒙</m:t>
                            </m:r>
                          </m:e>
                          <m:sub>
                            <m:r>
                              <a:rPr lang="zh-CN" altLang="en-US" sz="2800" i="1">
                                <a:solidFill>
                                  <a:srgbClr val="FFFF00"/>
                                </a:solidFill>
                                <a:latin typeface="Cambria Math" panose="02040503050406030204" pitchFamily="18" charset="0"/>
                              </a:rPr>
                              <m:t>0</m:t>
                            </m:r>
                          </m:sub>
                        </m:sSub>
                        <m:r>
                          <a:rPr lang="zh-CN" altLang="en-US" sz="2800" i="1">
                            <a:solidFill>
                              <a:srgbClr val="FFFF00"/>
                            </a:solidFill>
                            <a:latin typeface="Cambria Math" panose="02040503050406030204" pitchFamily="18" charset="0"/>
                          </a:rPr>
                          <m:t>)</m:t>
                        </m:r>
                      </m:e>
                    </m:d>
                    <m:r>
                      <a:rPr lang="zh-CN" altLang="en-US" sz="2800" i="1">
                        <a:solidFill>
                          <a:srgbClr val="FFFF00"/>
                        </a:solidFill>
                        <a:latin typeface="Cambria Math" panose="02040503050406030204" pitchFamily="18" charset="0"/>
                      </a:rPr>
                      <m:t>&lt;</m:t>
                    </m:r>
                    <m:r>
                      <a:rPr lang="zh-CN" altLang="en-US" sz="2800" i="1">
                        <a:solidFill>
                          <a:srgbClr val="FFFF00"/>
                        </a:solidFill>
                        <a:latin typeface="Cambria Math" panose="02040503050406030204" pitchFamily="18" charset="0"/>
                      </a:rPr>
                      <m:t>𝛾</m:t>
                    </m:r>
                    <m:r>
                      <a:rPr lang="zh-CN" altLang="en-US" sz="2800" i="1">
                        <a:solidFill>
                          <a:srgbClr val="FFFF00"/>
                        </a:solidFill>
                        <a:latin typeface="Cambria Math" panose="02040503050406030204" pitchFamily="18" charset="0"/>
                      </a:rPr>
                      <m:t>(</m:t>
                    </m:r>
                    <m:d>
                      <m:dPr>
                        <m:begChr m:val="‖"/>
                        <m:endChr m:val="‖"/>
                        <m:ctrlPr>
                          <a:rPr lang="zh-CN" altLang="en-US" sz="2800" i="1">
                            <a:solidFill>
                              <a:srgbClr val="FFFF00"/>
                            </a:solidFill>
                            <a:latin typeface="Cambria Math" panose="02040503050406030204" pitchFamily="18" charset="0"/>
                          </a:rPr>
                        </m:ctrlPr>
                      </m:dPr>
                      <m:e>
                        <m:r>
                          <a:rPr lang="zh-CN" altLang="en-US" sz="2800" b="1" i="1">
                            <a:solidFill>
                              <a:srgbClr val="FFFF00"/>
                            </a:solidFill>
                            <a:latin typeface="Cambria Math" panose="02040503050406030204" pitchFamily="18" charset="0"/>
                          </a:rPr>
                          <m:t>𝒙</m:t>
                        </m:r>
                        <m:r>
                          <a:rPr lang="zh-CN" altLang="en-US" sz="2800" i="1">
                            <a:solidFill>
                              <a:srgbClr val="FFFF00"/>
                            </a:solidFill>
                            <a:latin typeface="Cambria Math" panose="02040503050406030204" pitchFamily="18" charset="0"/>
                          </a:rPr>
                          <m:t>(</m:t>
                        </m:r>
                        <m:sSub>
                          <m:sSubPr>
                            <m:ctrlPr>
                              <a:rPr lang="zh-CN" altLang="en-US" sz="2800" i="1">
                                <a:solidFill>
                                  <a:srgbClr val="FFFF00"/>
                                </a:solidFill>
                                <a:latin typeface="Cambria Math" panose="02040503050406030204" pitchFamily="18" charset="0"/>
                              </a:rPr>
                            </m:ctrlPr>
                          </m:sSubPr>
                          <m:e>
                            <m:r>
                              <a:rPr lang="zh-CN" altLang="en-US" sz="2800" i="1">
                                <a:solidFill>
                                  <a:srgbClr val="FFFF00"/>
                                </a:solidFill>
                                <a:latin typeface="Cambria Math" panose="02040503050406030204" pitchFamily="18" charset="0"/>
                              </a:rPr>
                              <m:t>𝑡</m:t>
                            </m:r>
                          </m:e>
                          <m:sub>
                            <m:r>
                              <a:rPr lang="zh-CN" altLang="en-US" sz="2800" i="1">
                                <a:solidFill>
                                  <a:srgbClr val="FFFF00"/>
                                </a:solidFill>
                                <a:latin typeface="Cambria Math" panose="02040503050406030204" pitchFamily="18" charset="0"/>
                              </a:rPr>
                              <m:t>0</m:t>
                            </m:r>
                          </m:sub>
                        </m:sSub>
                        <m:r>
                          <a:rPr lang="zh-CN" altLang="en-US" sz="2800" i="1">
                            <a:solidFill>
                              <a:srgbClr val="FFFF00"/>
                            </a:solidFill>
                            <a:latin typeface="Cambria Math" panose="02040503050406030204" pitchFamily="18" charset="0"/>
                          </a:rPr>
                          <m:t>)</m:t>
                        </m:r>
                      </m:e>
                    </m:d>
                    <m:r>
                      <a:rPr lang="zh-CN" altLang="en-US" sz="2800" i="1">
                        <a:solidFill>
                          <a:srgbClr val="FFFF00"/>
                        </a:solidFill>
                        <a:latin typeface="Cambria Math" panose="02040503050406030204" pitchFamily="18" charset="0"/>
                      </a:rPr>
                      <m:t>),​ ∀</m:t>
                    </m:r>
                    <m:r>
                      <a:rPr lang="zh-CN" altLang="en-US" sz="2800" i="1">
                        <a:solidFill>
                          <a:srgbClr val="FFFF00"/>
                        </a:solidFill>
                        <a:latin typeface="Cambria Math" panose="02040503050406030204" pitchFamily="18" charset="0"/>
                      </a:rPr>
                      <m:t>𝑡</m:t>
                    </m:r>
                    <m:r>
                      <a:rPr lang="zh-CN" altLang="en-US" sz="2800" i="1">
                        <a:solidFill>
                          <a:srgbClr val="FFFF00"/>
                        </a:solidFill>
                        <a:latin typeface="Cambria Math" panose="02040503050406030204" pitchFamily="18" charset="0"/>
                      </a:rPr>
                      <m:t>≥</m:t>
                    </m:r>
                    <m:sSub>
                      <m:sSubPr>
                        <m:ctrlPr>
                          <a:rPr lang="zh-CN" altLang="en-US" sz="2800" i="1">
                            <a:solidFill>
                              <a:srgbClr val="FFFF00"/>
                            </a:solidFill>
                            <a:latin typeface="Cambria Math" panose="02040503050406030204" pitchFamily="18" charset="0"/>
                          </a:rPr>
                        </m:ctrlPr>
                      </m:sSubPr>
                      <m:e>
                        <m:r>
                          <a:rPr lang="zh-CN" altLang="en-US" sz="2800" i="1">
                            <a:solidFill>
                              <a:srgbClr val="FFFF00"/>
                            </a:solidFill>
                            <a:latin typeface="Cambria Math" panose="02040503050406030204" pitchFamily="18" charset="0"/>
                          </a:rPr>
                          <m:t>𝑡</m:t>
                        </m:r>
                      </m:e>
                      <m:sub>
                        <m:r>
                          <a:rPr lang="zh-CN" altLang="en-US" sz="2800" i="1">
                            <a:solidFill>
                              <a:srgbClr val="FFFF00"/>
                            </a:solidFill>
                            <a:latin typeface="Cambria Math" panose="02040503050406030204" pitchFamily="18" charset="0"/>
                          </a:rPr>
                          <m:t>0</m:t>
                        </m:r>
                      </m:sub>
                    </m:sSub>
                  </m:oMath>
                </a14:m>
                <a:endParaRPr lang="en-US" altLang="zh-CN" sz="2800" b="1" dirty="0"/>
              </a:p>
            </p:txBody>
          </p:sp>
        </mc:Choice>
        <mc:Fallback xmlns="">
          <p:sp>
            <p:nvSpPr>
              <p:cNvPr id="20" name="内容占位符 2"/>
              <p:cNvSpPr txBox="1">
                <a:spLocks noRot="1" noChangeAspect="1" noMove="1" noResize="1" noEditPoints="1" noAdjustHandles="1" noChangeArrowheads="1" noChangeShapeType="1" noTextEdit="1"/>
              </p:cNvSpPr>
              <p:nvPr/>
            </p:nvSpPr>
            <p:spPr>
              <a:xfrm>
                <a:off x="438472" y="1052735"/>
                <a:ext cx="8382000" cy="2818381"/>
              </a:xfrm>
              <a:prstGeom prst="rect">
                <a:avLst/>
              </a:prstGeom>
              <a:blipFill>
                <a:blip r:embed="rId4"/>
                <a:stretch>
                  <a:fillRect r="-1164"/>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2" name="内容占位符 2"/>
              <p:cNvSpPr txBox="1">
                <a:spLocks/>
              </p:cNvSpPr>
              <p:nvPr/>
            </p:nvSpPr>
            <p:spPr>
              <a:xfrm>
                <a:off x="438472" y="3481331"/>
                <a:ext cx="8382000" cy="2899997"/>
              </a:xfrm>
              <a:prstGeom prst="rect">
                <a:avLst/>
              </a:prstGeom>
            </p:spPr>
            <p:txBody>
              <a:bodyPr vert="horz" lIns="54864" tIns="91440" rtlCol="0">
                <a:normAutofit/>
              </a:bodyPr>
              <a:lstStyle>
                <a:lvl1pPr marL="438912" indent="-320040" algn="l" rtl="0" eaLnBrk="1" latinLnBrk="0" hangingPunct="1">
                  <a:spcBef>
                    <a:spcPts val="0"/>
                  </a:spcBef>
                  <a:buClr>
                    <a:schemeClr val="accent1"/>
                  </a:buClr>
                  <a:buSzPct val="80000"/>
                  <a:buFont typeface="Wingdings 2"/>
                  <a:buChar char=""/>
                  <a:defRPr kumimoji="0" sz="3200" kern="1200">
                    <a:solidFill>
                      <a:schemeClr val="bg1"/>
                    </a:solidFill>
                    <a:latin typeface="Times New Roman" pitchFamily="18" charset="0"/>
                    <a:ea typeface="+mn-ea"/>
                    <a:cs typeface="Times New Roman" pitchFamily="18" charset="0"/>
                  </a:defRPr>
                </a:lvl1pPr>
                <a:lvl2pPr marL="731520" indent="-274320" algn="l" rtl="0" eaLnBrk="1" latinLnBrk="0" hangingPunct="1">
                  <a:spcBef>
                    <a:spcPct val="20000"/>
                  </a:spcBef>
                  <a:buClr>
                    <a:schemeClr val="accent2"/>
                  </a:buClr>
                  <a:buSzPct val="90000"/>
                  <a:buFont typeface="Wingdings"/>
                  <a:buChar char=""/>
                  <a:defRPr kumimoji="0" sz="2800" kern="1200">
                    <a:solidFill>
                      <a:schemeClr val="bg1"/>
                    </a:solidFill>
                    <a:latin typeface="Times New Roman" pitchFamily="18" charset="0"/>
                    <a:ea typeface="+mn-ea"/>
                    <a:cs typeface="Times New Roman" pitchFamily="18" charset="0"/>
                  </a:defRPr>
                </a:lvl2pPr>
                <a:lvl3pPr marL="996696" indent="-228600" algn="l" rtl="0" eaLnBrk="1" latinLnBrk="0" hangingPunct="1">
                  <a:spcBef>
                    <a:spcPct val="20000"/>
                  </a:spcBef>
                  <a:buClr>
                    <a:schemeClr val="accent3"/>
                  </a:buClr>
                  <a:buFont typeface="Arial"/>
                  <a:buChar char="▪"/>
                  <a:defRPr kumimoji="0" sz="2400" kern="1200">
                    <a:solidFill>
                      <a:schemeClr val="bg1"/>
                    </a:solidFill>
                    <a:latin typeface="Times New Roman" pitchFamily="18" charset="0"/>
                    <a:ea typeface="+mn-ea"/>
                    <a:cs typeface="Times New Roman" pitchFamily="18" charset="0"/>
                  </a:defRPr>
                </a:lvl3pPr>
                <a:lvl4pPr marL="1216152" indent="-182880" algn="l" rtl="0" eaLnBrk="1" latinLnBrk="0" hangingPunct="1">
                  <a:spcBef>
                    <a:spcPct val="20000"/>
                  </a:spcBef>
                  <a:buClr>
                    <a:schemeClr val="accent4"/>
                  </a:buClr>
                  <a:buFont typeface="Arial"/>
                  <a:buChar char="▪"/>
                  <a:defRPr kumimoji="0" sz="2000" kern="1200">
                    <a:solidFill>
                      <a:schemeClr val="bg1"/>
                    </a:solidFill>
                    <a:latin typeface="Times New Roman" pitchFamily="18" charset="0"/>
                    <a:ea typeface="+mn-ea"/>
                    <a:cs typeface="Times New Roman" pitchFamily="18" charset="0"/>
                  </a:defRPr>
                </a:lvl4pPr>
                <a:lvl5pPr marL="1426464" indent="-182880" algn="l" rtl="0" eaLnBrk="1" latinLnBrk="0" hangingPunct="1">
                  <a:spcBef>
                    <a:spcPct val="20000"/>
                  </a:spcBef>
                  <a:buClr>
                    <a:schemeClr val="accent5"/>
                  </a:buClr>
                  <a:buFont typeface="Wingdings 3"/>
                  <a:buChar char=""/>
                  <a:defRPr kumimoji="0" lang="en-US" sz="2000" kern="1200" smtClean="0">
                    <a:solidFill>
                      <a:schemeClr val="tx1"/>
                    </a:solidFill>
                    <a:latin typeface="Times New Roman" pitchFamily="18" charset="0"/>
                    <a:ea typeface="+mn-ea"/>
                    <a:cs typeface="Times New Roman" pitchFamily="18" charset="0"/>
                  </a:defRPr>
                </a:lvl5pPr>
                <a:lvl6pPr marL="1627632" indent="-182880" algn="l" rtl="0" eaLnBrk="1" latinLnBrk="0" hangingPunct="1">
                  <a:spcBef>
                    <a:spcPct val="20000"/>
                  </a:spcBef>
                  <a:buClr>
                    <a:schemeClr val="accent6"/>
                  </a:buClr>
                  <a:buSzPct val="100000"/>
                  <a:buFont typeface="Wingdings 2"/>
                  <a:buChar char=""/>
                  <a:defRPr kumimoji="0" sz="2000" kern="1200">
                    <a:solidFill>
                      <a:schemeClr val="tx1"/>
                    </a:solidFill>
                    <a:latin typeface="+mn-lt"/>
                    <a:ea typeface="+mn-ea"/>
                    <a:cs typeface="+mn-cs"/>
                  </a:defRPr>
                </a:lvl6pPr>
                <a:lvl7pPr marL="1828800" indent="-182880" algn="l" rtl="0" eaLnBrk="1" latinLnBrk="0" hangingPunct="1">
                  <a:spcBef>
                    <a:spcPct val="20000"/>
                  </a:spcBef>
                  <a:buClr>
                    <a:schemeClr val="accent1"/>
                  </a:buClr>
                  <a:buSzPct val="100000"/>
                  <a:buFont typeface="Wingdings 2"/>
                  <a:buChar char=""/>
                  <a:defRPr kumimoji="0" sz="1800" kern="1200">
                    <a:solidFill>
                      <a:schemeClr val="tx1"/>
                    </a:solidFill>
                    <a:latin typeface="+mn-lt"/>
                    <a:ea typeface="+mn-ea"/>
                    <a:cs typeface="+mn-cs"/>
                  </a:defRPr>
                </a:lvl7pPr>
                <a:lvl8pPr marL="2029968" indent="-182880" algn="l" rtl="0" eaLnBrk="1" latinLnBrk="0" hangingPunct="1">
                  <a:spcBef>
                    <a:spcPct val="20000"/>
                  </a:spcBef>
                  <a:buClr>
                    <a:schemeClr val="accent2"/>
                  </a:buClr>
                  <a:buFont typeface="Wingdings 2" pitchFamily="18" charset="2"/>
                  <a:buChar char=""/>
                  <a:defRPr kumimoji="0" sz="1800" kern="1200">
                    <a:solidFill>
                      <a:schemeClr val="tx1"/>
                    </a:solidFill>
                    <a:latin typeface="+mn-lt"/>
                    <a:ea typeface="+mn-ea"/>
                    <a:cs typeface="+mn-cs"/>
                  </a:defRPr>
                </a:lvl8pPr>
                <a:lvl9pPr marL="2231136" indent="-182880" algn="l" rtl="0" eaLnBrk="1" latinLnBrk="0" hangingPunct="1">
                  <a:spcBef>
                    <a:spcPct val="20000"/>
                  </a:spcBef>
                  <a:buClr>
                    <a:schemeClr val="accent3"/>
                  </a:buClr>
                  <a:buFont typeface="Wingdings 2" pitchFamily="18" charset="2"/>
                  <a:buChar char=""/>
                  <a:defRPr kumimoji="0" sz="1800" kern="1200" baseline="0">
                    <a:solidFill>
                      <a:schemeClr val="tx1"/>
                    </a:solidFill>
                    <a:latin typeface="+mn-lt"/>
                    <a:ea typeface="+mn-ea"/>
                    <a:cs typeface="+mn-cs"/>
                  </a:defRPr>
                </a:lvl9pPr>
                <a:extLst/>
              </a:lstStyle>
              <a:p>
                <a:pPr>
                  <a:lnSpc>
                    <a:spcPct val="150000"/>
                  </a:lnSpc>
                </a:pPr>
                <a:r>
                  <a:rPr lang="zh-CN" altLang="en-US" sz="2800" b="1" dirty="0"/>
                  <a:t>称系统 </a:t>
                </a:r>
                <a14:m>
                  <m:oMath xmlns:m="http://schemas.openxmlformats.org/officeDocument/2006/math">
                    <m:acc>
                      <m:accPr>
                        <m:chr m:val="̇"/>
                        <m:ctrlPr>
                          <a:rPr lang="zh-CN" altLang="en-US" sz="2800" i="1">
                            <a:latin typeface="Cambria Math" panose="02040503050406030204" pitchFamily="18" charset="0"/>
                          </a:rPr>
                        </m:ctrlPr>
                      </m:accPr>
                      <m:e>
                        <m:r>
                          <a:rPr lang="zh-CN" altLang="en-US" sz="2800" b="1" i="1">
                            <a:latin typeface="Cambria Math" panose="02040503050406030204" pitchFamily="18" charset="0"/>
                          </a:rPr>
                          <m:t>𝒙</m:t>
                        </m:r>
                      </m:e>
                    </m:acc>
                    <m:r>
                      <a:rPr lang="zh-CN" altLang="en-US" sz="2800" i="1">
                        <a:latin typeface="Cambria Math" panose="02040503050406030204" pitchFamily="18" charset="0"/>
                      </a:rPr>
                      <m:t>=</m:t>
                    </m:r>
                    <m:r>
                      <a:rPr lang="zh-CN" altLang="en-US" sz="2800" b="1" i="1">
                        <a:latin typeface="Cambria Math" panose="02040503050406030204" pitchFamily="18" charset="0"/>
                      </a:rPr>
                      <m:t>𝒇</m:t>
                    </m:r>
                    <m:r>
                      <a:rPr lang="zh-CN" altLang="en-US" sz="2800" i="1">
                        <a:latin typeface="Cambria Math" panose="02040503050406030204" pitchFamily="18" charset="0"/>
                      </a:rPr>
                      <m:t>(</m:t>
                    </m:r>
                    <m:r>
                      <a:rPr lang="zh-CN" altLang="en-US" sz="2800" b="1" i="1">
                        <a:latin typeface="Cambria Math" panose="02040503050406030204" pitchFamily="18" charset="0"/>
                      </a:rPr>
                      <m:t>𝒙</m:t>
                    </m:r>
                    <m:r>
                      <a:rPr lang="zh-CN" altLang="en-US" sz="2800" i="1">
                        <a:latin typeface="Cambria Math" panose="02040503050406030204" pitchFamily="18" charset="0"/>
                      </a:rPr>
                      <m:t>,</m:t>
                    </m:r>
                    <m:r>
                      <a:rPr lang="zh-CN" altLang="en-US" sz="2800" i="1">
                        <a:latin typeface="Cambria Math" panose="02040503050406030204" pitchFamily="18" charset="0"/>
                      </a:rPr>
                      <m:t>𝑡</m:t>
                    </m:r>
                    <m:r>
                      <a:rPr lang="zh-CN" altLang="en-US" sz="2800" i="1">
                        <a:latin typeface="Cambria Math" panose="02040503050406030204" pitchFamily="18" charset="0"/>
                      </a:rPr>
                      <m:t>)</m:t>
                    </m:r>
                  </m:oMath>
                </a14:m>
                <a:r>
                  <a:rPr lang="zh-CN" altLang="en-US" sz="2800" b="1" dirty="0"/>
                  <a:t> 的平衡点 </a:t>
                </a:r>
                <a14:m>
                  <m:oMath xmlns:m="http://schemas.openxmlformats.org/officeDocument/2006/math">
                    <m:r>
                      <a:rPr lang="zh-CN" altLang="en-US" sz="2800" b="1" i="1">
                        <a:latin typeface="Cambria Math" panose="02040503050406030204" pitchFamily="18" charset="0"/>
                      </a:rPr>
                      <m:t>𝒙</m:t>
                    </m:r>
                    <m:r>
                      <a:rPr lang="zh-CN" altLang="en-US" sz="2800" i="1">
                        <a:latin typeface="Cambria Math" panose="02040503050406030204" pitchFamily="18" charset="0"/>
                      </a:rPr>
                      <m:t>=0</m:t>
                    </m:r>
                  </m:oMath>
                </a14:m>
                <a:r>
                  <a:rPr lang="zh-CN" altLang="en-US" sz="2800" b="1" dirty="0">
                    <a:solidFill>
                      <a:srgbClr val="FFFF00"/>
                    </a:solidFill>
                  </a:rPr>
                  <a:t>全局一致有界</a:t>
                </a:r>
                <a:r>
                  <a:rPr lang="zh-CN" altLang="en-US" sz="2800" b="1" dirty="0"/>
                  <a:t>，如果存在一个 </a:t>
                </a:r>
                <a14:m>
                  <m:oMath xmlns:m="http://schemas.openxmlformats.org/officeDocument/2006/math">
                    <m:sSub>
                      <m:sSubPr>
                        <m:ctrlPr>
                          <a:rPr lang="zh-CN" altLang="en-US" sz="2800" i="1">
                            <a:solidFill>
                              <a:srgbClr val="FFFF00"/>
                            </a:solidFill>
                            <a:latin typeface="Cambria Math" panose="02040503050406030204" pitchFamily="18" charset="0"/>
                          </a:rPr>
                        </m:ctrlPr>
                      </m:sSubPr>
                      <m:e>
                        <m:r>
                          <a:rPr lang="zh-CN" altLang="en-US" sz="2800" i="1">
                            <a:solidFill>
                              <a:srgbClr val="FFFF00"/>
                            </a:solidFill>
                            <a:latin typeface="Cambria Math" panose="02040503050406030204" pitchFamily="18" charset="0"/>
                          </a:rPr>
                          <m:t>𝒦</m:t>
                        </m:r>
                      </m:e>
                      <m:sub>
                        <m:r>
                          <a:rPr lang="zh-CN" altLang="en-US" sz="2800" i="1">
                            <a:solidFill>
                              <a:srgbClr val="FFFF00"/>
                            </a:solidFill>
                            <a:latin typeface="Cambria Math" panose="02040503050406030204" pitchFamily="18" charset="0"/>
                          </a:rPr>
                          <m:t>∞</m:t>
                        </m:r>
                      </m:sub>
                    </m:sSub>
                  </m:oMath>
                </a14:m>
                <a:r>
                  <a:rPr lang="zh-CN" altLang="en-US" sz="2800" b="1" dirty="0">
                    <a:solidFill>
                      <a:srgbClr val="FFFF00"/>
                    </a:solidFill>
                    <a:sym typeface="Euclid Math One"/>
                  </a:rPr>
                  <a:t>类函数</a:t>
                </a:r>
                <a14:m>
                  <m:oMath xmlns:m="http://schemas.openxmlformats.org/officeDocument/2006/math">
                    <m:r>
                      <a:rPr lang="zh-CN" altLang="en-US" sz="2800" i="1">
                        <a:solidFill>
                          <a:srgbClr val="FFFF00"/>
                        </a:solidFill>
                        <a:latin typeface="Cambria Math" panose="02040503050406030204" pitchFamily="18" charset="0"/>
                      </a:rPr>
                      <m:t>𝛾</m:t>
                    </m:r>
                    <m:r>
                      <a:rPr lang="zh-CN" altLang="en-US" sz="2800" i="1">
                        <a:solidFill>
                          <a:srgbClr val="FFFF00"/>
                        </a:solidFill>
                        <a:latin typeface="Cambria Math" panose="02040503050406030204" pitchFamily="18" charset="0"/>
                      </a:rPr>
                      <m:t>(⋅)</m:t>
                    </m:r>
                  </m:oMath>
                </a14:m>
                <a:r>
                  <a:rPr lang="zh-CN" altLang="en-US" sz="2800" b="1" dirty="0">
                    <a:solidFill>
                      <a:srgbClr val="FFFF00"/>
                    </a:solidFill>
                  </a:rPr>
                  <a:t> </a:t>
                </a:r>
                <a:r>
                  <a:rPr lang="zh-CN" altLang="en-US" sz="2800" b="1" dirty="0"/>
                  <a:t>和一个</a:t>
                </a:r>
                <a:r>
                  <a:rPr lang="zh-CN" altLang="en-US" sz="2800" b="1" dirty="0">
                    <a:solidFill>
                      <a:srgbClr val="FFFF00"/>
                    </a:solidFill>
                  </a:rPr>
                  <a:t>与 </a:t>
                </a:r>
                <a:r>
                  <a:rPr lang="en-US" altLang="zh-CN" sz="2800" i="1" dirty="0">
                    <a:solidFill>
                      <a:srgbClr val="FFFF00"/>
                    </a:solidFill>
                  </a:rPr>
                  <a:t>t</a:t>
                </a:r>
                <a:r>
                  <a:rPr lang="en-US" altLang="zh-CN" sz="2800" baseline="-25000" dirty="0">
                    <a:solidFill>
                      <a:srgbClr val="FFFF00"/>
                    </a:solidFill>
                  </a:rPr>
                  <a:t>0 </a:t>
                </a:r>
                <a:r>
                  <a:rPr lang="zh-CN" altLang="en-US" sz="2800" b="1" dirty="0">
                    <a:solidFill>
                      <a:srgbClr val="FFFF00"/>
                    </a:solidFill>
                  </a:rPr>
                  <a:t>无关的常数 </a:t>
                </a:r>
                <a:r>
                  <a:rPr lang="en-US" altLang="zh-CN" sz="2800" i="1" dirty="0">
                    <a:solidFill>
                      <a:srgbClr val="FFFF00"/>
                    </a:solidFill>
                    <a:latin typeface="Times New Roman"/>
                    <a:cs typeface="Times New Roman"/>
                  </a:rPr>
                  <a:t>c</a:t>
                </a:r>
                <a:r>
                  <a:rPr lang="el-GR" altLang="zh-CN" sz="2800" i="1" dirty="0">
                    <a:solidFill>
                      <a:srgbClr val="FFFF00"/>
                    </a:solidFill>
                    <a:latin typeface="Times New Roman"/>
                    <a:cs typeface="Times New Roman"/>
                  </a:rPr>
                  <a:t> </a:t>
                </a:r>
                <a:r>
                  <a:rPr lang="zh-CN" altLang="en-US" sz="2800" i="1" dirty="0">
                    <a:latin typeface="Times New Roman"/>
                    <a:cs typeface="Times New Roman"/>
                  </a:rPr>
                  <a:t>，</a:t>
                </a:r>
                <a:r>
                  <a:rPr lang="zh-CN" altLang="en-US" sz="2800" b="1" dirty="0"/>
                  <a:t>使得</a:t>
                </a:r>
                <a:br>
                  <a:rPr lang="en-US" altLang="zh-CN" sz="2800" i="1" dirty="0">
                    <a:solidFill>
                      <a:srgbClr val="00FFFF"/>
                    </a:solidFill>
                    <a:latin typeface="Cambria Math" panose="02040503050406030204" pitchFamily="18" charset="0"/>
                  </a:rPr>
                </a:br>
                <a14:m>
                  <m:oMath xmlns:m="http://schemas.openxmlformats.org/officeDocument/2006/math">
                    <m:d>
                      <m:dPr>
                        <m:begChr m:val="‖"/>
                        <m:endChr m:val="‖"/>
                        <m:ctrlPr>
                          <a:rPr lang="zh-CN" altLang="en-US" sz="2800" i="1" smtClean="0">
                            <a:solidFill>
                              <a:srgbClr val="FFFF00"/>
                            </a:solidFill>
                            <a:latin typeface="Cambria Math" panose="02040503050406030204" pitchFamily="18" charset="0"/>
                          </a:rPr>
                        </m:ctrlPr>
                      </m:dPr>
                      <m:e>
                        <m:r>
                          <a:rPr lang="zh-CN" altLang="en-US" sz="2800" b="1" i="1">
                            <a:solidFill>
                              <a:srgbClr val="FFFF00"/>
                            </a:solidFill>
                            <a:latin typeface="Cambria Math" panose="02040503050406030204" pitchFamily="18" charset="0"/>
                          </a:rPr>
                          <m:t>𝒙</m:t>
                        </m:r>
                        <m:r>
                          <a:rPr lang="zh-CN" altLang="en-US" sz="2800" i="1">
                            <a:solidFill>
                              <a:srgbClr val="FFFF00"/>
                            </a:solidFill>
                            <a:latin typeface="Cambria Math" panose="02040503050406030204" pitchFamily="18" charset="0"/>
                          </a:rPr>
                          <m:t>(</m:t>
                        </m:r>
                        <m:r>
                          <a:rPr lang="zh-CN" altLang="en-US" sz="2800" i="1">
                            <a:solidFill>
                              <a:srgbClr val="FFFF00"/>
                            </a:solidFill>
                            <a:latin typeface="Cambria Math" panose="02040503050406030204" pitchFamily="18" charset="0"/>
                          </a:rPr>
                          <m:t>𝑡</m:t>
                        </m:r>
                        <m:r>
                          <a:rPr lang="zh-CN" altLang="en-US" sz="2800">
                            <a:solidFill>
                              <a:srgbClr val="FFFF00"/>
                            </a:solidFill>
                            <a:latin typeface="Cambria Math" panose="02040503050406030204" pitchFamily="18" charset="0"/>
                          </a:rPr>
                          <m:t>,</m:t>
                        </m:r>
                        <m:sSub>
                          <m:sSubPr>
                            <m:ctrlPr>
                              <a:rPr lang="zh-CN" altLang="en-US" sz="2800" i="1">
                                <a:solidFill>
                                  <a:srgbClr val="FFFF00"/>
                                </a:solidFill>
                                <a:latin typeface="Cambria Math" panose="02040503050406030204" pitchFamily="18" charset="0"/>
                              </a:rPr>
                            </m:ctrlPr>
                          </m:sSubPr>
                          <m:e>
                            <m:r>
                              <a:rPr lang="zh-CN" altLang="en-US" sz="2800" i="1">
                                <a:solidFill>
                                  <a:srgbClr val="FFFF00"/>
                                </a:solidFill>
                                <a:latin typeface="Cambria Math" panose="02040503050406030204" pitchFamily="18" charset="0"/>
                              </a:rPr>
                              <m:t>𝑡</m:t>
                            </m:r>
                          </m:e>
                          <m:sub>
                            <m:r>
                              <a:rPr lang="zh-CN" altLang="en-US" sz="2800" i="1">
                                <a:solidFill>
                                  <a:srgbClr val="FFFF00"/>
                                </a:solidFill>
                                <a:latin typeface="Cambria Math" panose="02040503050406030204" pitchFamily="18" charset="0"/>
                              </a:rPr>
                              <m:t>0</m:t>
                            </m:r>
                          </m:sub>
                        </m:sSub>
                        <m:r>
                          <a:rPr lang="zh-CN" altLang="en-US" sz="2800" i="1">
                            <a:solidFill>
                              <a:srgbClr val="FFFF00"/>
                            </a:solidFill>
                            <a:latin typeface="Cambria Math" panose="02040503050406030204" pitchFamily="18" charset="0"/>
                          </a:rPr>
                          <m:t>,</m:t>
                        </m:r>
                        <m:sSub>
                          <m:sSubPr>
                            <m:ctrlPr>
                              <a:rPr lang="zh-CN" altLang="en-US" sz="2800" i="1">
                                <a:solidFill>
                                  <a:srgbClr val="FFFF00"/>
                                </a:solidFill>
                                <a:latin typeface="Cambria Math" panose="02040503050406030204" pitchFamily="18" charset="0"/>
                              </a:rPr>
                            </m:ctrlPr>
                          </m:sSubPr>
                          <m:e>
                            <m:r>
                              <a:rPr lang="zh-CN" altLang="en-US" sz="2800" b="1" i="1">
                                <a:solidFill>
                                  <a:srgbClr val="FFFF00"/>
                                </a:solidFill>
                                <a:latin typeface="Cambria Math" panose="02040503050406030204" pitchFamily="18" charset="0"/>
                              </a:rPr>
                              <m:t>𝒙</m:t>
                            </m:r>
                          </m:e>
                          <m:sub>
                            <m:r>
                              <a:rPr lang="zh-CN" altLang="en-US" sz="2800" i="1">
                                <a:solidFill>
                                  <a:srgbClr val="FFFF00"/>
                                </a:solidFill>
                                <a:latin typeface="Cambria Math" panose="02040503050406030204" pitchFamily="18" charset="0"/>
                              </a:rPr>
                              <m:t>0</m:t>
                            </m:r>
                          </m:sub>
                        </m:sSub>
                        <m:r>
                          <a:rPr lang="zh-CN" altLang="en-US" sz="2800" i="1">
                            <a:solidFill>
                              <a:srgbClr val="FFFF00"/>
                            </a:solidFill>
                            <a:latin typeface="Cambria Math" panose="02040503050406030204" pitchFamily="18" charset="0"/>
                          </a:rPr>
                          <m:t>)</m:t>
                        </m:r>
                      </m:e>
                    </m:d>
                    <m:r>
                      <a:rPr lang="zh-CN" altLang="en-US" sz="2800" i="1">
                        <a:solidFill>
                          <a:srgbClr val="FFFF00"/>
                        </a:solidFill>
                        <a:latin typeface="Cambria Math" panose="02040503050406030204" pitchFamily="18" charset="0"/>
                      </a:rPr>
                      <m:t>&lt;</m:t>
                    </m:r>
                    <m:r>
                      <a:rPr lang="zh-CN" altLang="en-US" sz="2800" i="1">
                        <a:solidFill>
                          <a:srgbClr val="FFFF00"/>
                        </a:solidFill>
                        <a:latin typeface="Cambria Math" panose="02040503050406030204" pitchFamily="18" charset="0"/>
                      </a:rPr>
                      <m:t>𝛾</m:t>
                    </m:r>
                    <m:r>
                      <a:rPr lang="zh-CN" altLang="en-US" sz="2800" i="1">
                        <a:solidFill>
                          <a:srgbClr val="FFFF00"/>
                        </a:solidFill>
                        <a:latin typeface="Cambria Math" panose="02040503050406030204" pitchFamily="18" charset="0"/>
                      </a:rPr>
                      <m:t>(</m:t>
                    </m:r>
                    <m:d>
                      <m:dPr>
                        <m:begChr m:val="‖"/>
                        <m:endChr m:val="‖"/>
                        <m:ctrlPr>
                          <a:rPr lang="zh-CN" altLang="en-US" sz="2800" i="1">
                            <a:solidFill>
                              <a:srgbClr val="FFFF00"/>
                            </a:solidFill>
                            <a:latin typeface="Cambria Math" panose="02040503050406030204" pitchFamily="18" charset="0"/>
                          </a:rPr>
                        </m:ctrlPr>
                      </m:dPr>
                      <m:e>
                        <m:r>
                          <a:rPr lang="zh-CN" altLang="en-US" sz="2800" b="1" i="1">
                            <a:solidFill>
                              <a:srgbClr val="FFFF00"/>
                            </a:solidFill>
                            <a:latin typeface="Cambria Math" panose="02040503050406030204" pitchFamily="18" charset="0"/>
                          </a:rPr>
                          <m:t>𝒙</m:t>
                        </m:r>
                        <m:r>
                          <a:rPr lang="zh-CN" altLang="en-US" sz="2800" i="1">
                            <a:solidFill>
                              <a:srgbClr val="FFFF00"/>
                            </a:solidFill>
                            <a:latin typeface="Cambria Math" panose="02040503050406030204" pitchFamily="18" charset="0"/>
                          </a:rPr>
                          <m:t>(</m:t>
                        </m:r>
                        <m:sSub>
                          <m:sSubPr>
                            <m:ctrlPr>
                              <a:rPr lang="zh-CN" altLang="en-US" sz="2800" i="1">
                                <a:solidFill>
                                  <a:srgbClr val="FFFF00"/>
                                </a:solidFill>
                                <a:latin typeface="Cambria Math" panose="02040503050406030204" pitchFamily="18" charset="0"/>
                              </a:rPr>
                            </m:ctrlPr>
                          </m:sSubPr>
                          <m:e>
                            <m:r>
                              <a:rPr lang="zh-CN" altLang="en-US" sz="2800" i="1">
                                <a:solidFill>
                                  <a:srgbClr val="FFFF00"/>
                                </a:solidFill>
                                <a:latin typeface="Cambria Math" panose="02040503050406030204" pitchFamily="18" charset="0"/>
                              </a:rPr>
                              <m:t>𝑡</m:t>
                            </m:r>
                          </m:e>
                          <m:sub>
                            <m:r>
                              <a:rPr lang="zh-CN" altLang="en-US" sz="2800" i="1">
                                <a:solidFill>
                                  <a:srgbClr val="FFFF00"/>
                                </a:solidFill>
                                <a:latin typeface="Cambria Math" panose="02040503050406030204" pitchFamily="18" charset="0"/>
                              </a:rPr>
                              <m:t>0</m:t>
                            </m:r>
                          </m:sub>
                        </m:sSub>
                        <m:r>
                          <a:rPr lang="zh-CN" altLang="en-US" sz="2800" i="1">
                            <a:solidFill>
                              <a:srgbClr val="FFFF00"/>
                            </a:solidFill>
                            <a:latin typeface="Cambria Math" panose="02040503050406030204" pitchFamily="18" charset="0"/>
                          </a:rPr>
                          <m:t>)</m:t>
                        </m:r>
                      </m:e>
                    </m:d>
                    <m:r>
                      <a:rPr lang="zh-CN" altLang="en-US" sz="2800" i="1">
                        <a:solidFill>
                          <a:srgbClr val="FFFF00"/>
                        </a:solidFill>
                        <a:latin typeface="Cambria Math" panose="02040503050406030204" pitchFamily="18" charset="0"/>
                      </a:rPr>
                      <m:t>)+</m:t>
                    </m:r>
                    <m:r>
                      <a:rPr lang="zh-CN" altLang="en-US" sz="2800" i="1">
                        <a:solidFill>
                          <a:srgbClr val="FFFF00"/>
                        </a:solidFill>
                        <a:latin typeface="Cambria Math" panose="02040503050406030204" pitchFamily="18" charset="0"/>
                      </a:rPr>
                      <m:t>𝑐</m:t>
                    </m:r>
                    <m:r>
                      <a:rPr lang="zh-CN" altLang="en-US" sz="2800" i="1">
                        <a:solidFill>
                          <a:srgbClr val="FFFF00"/>
                        </a:solidFill>
                        <a:latin typeface="Cambria Math" panose="02040503050406030204" pitchFamily="18" charset="0"/>
                      </a:rPr>
                      <m:t>,​ ∀</m:t>
                    </m:r>
                    <m:r>
                      <a:rPr lang="zh-CN" altLang="en-US" sz="2800" i="1">
                        <a:solidFill>
                          <a:srgbClr val="FFFF00"/>
                        </a:solidFill>
                        <a:latin typeface="Cambria Math" panose="02040503050406030204" pitchFamily="18" charset="0"/>
                      </a:rPr>
                      <m:t>𝑡</m:t>
                    </m:r>
                    <m:r>
                      <a:rPr lang="zh-CN" altLang="en-US" sz="2800" i="1">
                        <a:solidFill>
                          <a:srgbClr val="FFFF00"/>
                        </a:solidFill>
                        <a:latin typeface="Cambria Math" panose="02040503050406030204" pitchFamily="18" charset="0"/>
                      </a:rPr>
                      <m:t>≥</m:t>
                    </m:r>
                    <m:sSub>
                      <m:sSubPr>
                        <m:ctrlPr>
                          <a:rPr lang="zh-CN" altLang="en-US" sz="2800" i="1">
                            <a:solidFill>
                              <a:srgbClr val="FFFF00"/>
                            </a:solidFill>
                            <a:latin typeface="Cambria Math" panose="02040503050406030204" pitchFamily="18" charset="0"/>
                          </a:rPr>
                        </m:ctrlPr>
                      </m:sSubPr>
                      <m:e>
                        <m:r>
                          <a:rPr lang="zh-CN" altLang="en-US" sz="2800" i="1">
                            <a:solidFill>
                              <a:srgbClr val="FFFF00"/>
                            </a:solidFill>
                            <a:latin typeface="Cambria Math" panose="02040503050406030204" pitchFamily="18" charset="0"/>
                          </a:rPr>
                          <m:t>𝑡</m:t>
                        </m:r>
                      </m:e>
                      <m:sub>
                        <m:r>
                          <a:rPr lang="zh-CN" altLang="en-US" sz="2800" i="1">
                            <a:solidFill>
                              <a:srgbClr val="FFFF00"/>
                            </a:solidFill>
                            <a:latin typeface="Cambria Math" panose="02040503050406030204" pitchFamily="18" charset="0"/>
                          </a:rPr>
                          <m:t>0</m:t>
                        </m:r>
                      </m:sub>
                    </m:sSub>
                  </m:oMath>
                </a14:m>
                <a:endParaRPr lang="en-US" altLang="zh-CN" sz="2800" b="1" dirty="0"/>
              </a:p>
            </p:txBody>
          </p:sp>
        </mc:Choice>
        <mc:Fallback xmlns="">
          <p:sp>
            <p:nvSpPr>
              <p:cNvPr id="32" name="内容占位符 2"/>
              <p:cNvSpPr txBox="1">
                <a:spLocks noRot="1" noChangeAspect="1" noMove="1" noResize="1" noEditPoints="1" noAdjustHandles="1" noChangeArrowheads="1" noChangeShapeType="1" noTextEdit="1"/>
              </p:cNvSpPr>
              <p:nvPr/>
            </p:nvSpPr>
            <p:spPr>
              <a:xfrm>
                <a:off x="438472" y="3481331"/>
                <a:ext cx="8382000" cy="2899997"/>
              </a:xfrm>
              <a:prstGeom prst="rect">
                <a:avLst/>
              </a:prstGeom>
              <a:blipFill>
                <a:blip r:embed="rId5"/>
                <a:stretch>
                  <a:fillRect r="-1164"/>
                </a:stretch>
              </a:blipFill>
            </p:spPr>
            <p:txBody>
              <a:bodyPr/>
              <a:lstStyle/>
              <a:p>
                <a:r>
                  <a:rPr lang="zh-CN" altLang="en-US">
                    <a:noFill/>
                  </a:rPr>
                  <a:t> </a:t>
                </a:r>
              </a:p>
            </p:txBody>
          </p:sp>
        </mc:Fallback>
      </mc:AlternateContent>
      <p:sp>
        <p:nvSpPr>
          <p:cNvPr id="21" name="日期占位符 3"/>
          <p:cNvSpPr txBox="1">
            <a:spLocks/>
          </p:cNvSpPr>
          <p:nvPr/>
        </p:nvSpPr>
        <p:spPr>
          <a:xfrm>
            <a:off x="457200" y="6476999"/>
            <a:ext cx="2133600" cy="274320"/>
          </a:xfrm>
          <a:prstGeom prst="rect">
            <a:avLst/>
          </a:prstGeom>
        </p:spPr>
        <p:txBody>
          <a:bodyPr vert="horz" lIns="109728" rIns="45720" bIns="0" rtlCol="0" anchor="b"/>
          <a:lstStyle>
            <a:defPPr>
              <a:defRPr lang="zh-CN"/>
            </a:defPPr>
            <a:lvl1pPr marL="0" algn="l" defTabSz="914400" rtl="0" eaLnBrk="1" latinLnBrk="0" hangingPunct="1">
              <a:defRPr kumimoji="0" sz="1800" kern="1200">
                <a:solidFill>
                  <a:srgbClr val="FF0000"/>
                </a:solidFill>
                <a:latin typeface="Times New Roman" pitchFamily="18" charset="0"/>
                <a:ea typeface="+mn-ea"/>
                <a:cs typeface="Times New Roman" pitchFamily="18"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dirty="0"/>
          </a:p>
        </p:txBody>
      </p:sp>
    </p:spTree>
    <p:custDataLst>
      <p:tags r:id="rId1"/>
    </p:custDataLst>
    <p:extLst>
      <p:ext uri="{BB962C8B-B14F-4D97-AF65-F5344CB8AC3E}">
        <p14:creationId xmlns:p14="http://schemas.microsoft.com/office/powerpoint/2010/main" val="247742201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zh-CN" altLang="en-US" dirty="0"/>
              <a:t>一致渐进稳定性：等价定义</a:t>
            </a:r>
          </a:p>
        </p:txBody>
      </p:sp>
      <p:sp>
        <p:nvSpPr>
          <p:cNvPr id="7" name="灯片编号占位符 6"/>
          <p:cNvSpPr>
            <a:spLocks noGrp="1"/>
          </p:cNvSpPr>
          <p:nvPr>
            <p:ph type="sldNum" sz="quarter" idx="12"/>
          </p:nvPr>
        </p:nvSpPr>
        <p:spPr/>
        <p:txBody>
          <a:bodyPr/>
          <a:lstStyle/>
          <a:p>
            <a:fld id="{58C210BB-F110-452C-89E7-9EA0A8D47DCE}" type="slidenum">
              <a:rPr lang="zh-CN" altLang="en-US" smtClean="0"/>
              <a:pPr/>
              <a:t>25</a:t>
            </a:fld>
            <a:endParaRPr lang="zh-CN" altLang="en-US" dirty="0"/>
          </a:p>
        </p:txBody>
      </p:sp>
      <mc:AlternateContent xmlns:mc="http://schemas.openxmlformats.org/markup-compatibility/2006" xmlns:a14="http://schemas.microsoft.com/office/drawing/2010/main">
        <mc:Choice Requires="a14">
          <p:sp>
            <p:nvSpPr>
              <p:cNvPr id="20" name="内容占位符 2"/>
              <p:cNvSpPr txBox="1">
                <a:spLocks/>
              </p:cNvSpPr>
              <p:nvPr/>
            </p:nvSpPr>
            <p:spPr>
              <a:xfrm>
                <a:off x="438472" y="1052736"/>
                <a:ext cx="8382000" cy="2448272"/>
              </a:xfrm>
              <a:prstGeom prst="rect">
                <a:avLst/>
              </a:prstGeom>
            </p:spPr>
            <p:txBody>
              <a:bodyPr vert="horz" lIns="54864" tIns="91440" rtlCol="0">
                <a:normAutofit/>
              </a:bodyPr>
              <a:lstStyle>
                <a:lvl1pPr marL="438912" indent="-320040" algn="l" rtl="0" eaLnBrk="1" latinLnBrk="0" hangingPunct="1">
                  <a:spcBef>
                    <a:spcPts val="0"/>
                  </a:spcBef>
                  <a:buClr>
                    <a:schemeClr val="accent1"/>
                  </a:buClr>
                  <a:buSzPct val="80000"/>
                  <a:buFont typeface="Wingdings 2"/>
                  <a:buChar char=""/>
                  <a:defRPr kumimoji="0" sz="3200" kern="1200">
                    <a:solidFill>
                      <a:schemeClr val="bg1"/>
                    </a:solidFill>
                    <a:latin typeface="Times New Roman" pitchFamily="18" charset="0"/>
                    <a:ea typeface="+mn-ea"/>
                    <a:cs typeface="Times New Roman" pitchFamily="18" charset="0"/>
                  </a:defRPr>
                </a:lvl1pPr>
                <a:lvl2pPr marL="731520" indent="-274320" algn="l" rtl="0" eaLnBrk="1" latinLnBrk="0" hangingPunct="1">
                  <a:spcBef>
                    <a:spcPct val="20000"/>
                  </a:spcBef>
                  <a:buClr>
                    <a:schemeClr val="accent2"/>
                  </a:buClr>
                  <a:buSzPct val="90000"/>
                  <a:buFont typeface="Wingdings"/>
                  <a:buChar char=""/>
                  <a:defRPr kumimoji="0" sz="2800" kern="1200">
                    <a:solidFill>
                      <a:schemeClr val="bg1"/>
                    </a:solidFill>
                    <a:latin typeface="Times New Roman" pitchFamily="18" charset="0"/>
                    <a:ea typeface="+mn-ea"/>
                    <a:cs typeface="Times New Roman" pitchFamily="18" charset="0"/>
                  </a:defRPr>
                </a:lvl2pPr>
                <a:lvl3pPr marL="996696" indent="-228600" algn="l" rtl="0" eaLnBrk="1" latinLnBrk="0" hangingPunct="1">
                  <a:spcBef>
                    <a:spcPct val="20000"/>
                  </a:spcBef>
                  <a:buClr>
                    <a:schemeClr val="accent3"/>
                  </a:buClr>
                  <a:buFont typeface="Arial"/>
                  <a:buChar char="▪"/>
                  <a:defRPr kumimoji="0" sz="2400" kern="1200">
                    <a:solidFill>
                      <a:schemeClr val="bg1"/>
                    </a:solidFill>
                    <a:latin typeface="Times New Roman" pitchFamily="18" charset="0"/>
                    <a:ea typeface="+mn-ea"/>
                    <a:cs typeface="Times New Roman" pitchFamily="18" charset="0"/>
                  </a:defRPr>
                </a:lvl3pPr>
                <a:lvl4pPr marL="1216152" indent="-182880" algn="l" rtl="0" eaLnBrk="1" latinLnBrk="0" hangingPunct="1">
                  <a:spcBef>
                    <a:spcPct val="20000"/>
                  </a:spcBef>
                  <a:buClr>
                    <a:schemeClr val="accent4"/>
                  </a:buClr>
                  <a:buFont typeface="Arial"/>
                  <a:buChar char="▪"/>
                  <a:defRPr kumimoji="0" sz="2000" kern="1200">
                    <a:solidFill>
                      <a:schemeClr val="bg1"/>
                    </a:solidFill>
                    <a:latin typeface="Times New Roman" pitchFamily="18" charset="0"/>
                    <a:ea typeface="+mn-ea"/>
                    <a:cs typeface="Times New Roman" pitchFamily="18" charset="0"/>
                  </a:defRPr>
                </a:lvl4pPr>
                <a:lvl5pPr marL="1426464" indent="-182880" algn="l" rtl="0" eaLnBrk="1" latinLnBrk="0" hangingPunct="1">
                  <a:spcBef>
                    <a:spcPct val="20000"/>
                  </a:spcBef>
                  <a:buClr>
                    <a:schemeClr val="accent5"/>
                  </a:buClr>
                  <a:buFont typeface="Wingdings 3"/>
                  <a:buChar char=""/>
                  <a:defRPr kumimoji="0" lang="en-US" sz="2000" kern="1200" smtClean="0">
                    <a:solidFill>
                      <a:schemeClr val="tx1"/>
                    </a:solidFill>
                    <a:latin typeface="Times New Roman" pitchFamily="18" charset="0"/>
                    <a:ea typeface="+mn-ea"/>
                    <a:cs typeface="Times New Roman" pitchFamily="18" charset="0"/>
                  </a:defRPr>
                </a:lvl5pPr>
                <a:lvl6pPr marL="1627632" indent="-182880" algn="l" rtl="0" eaLnBrk="1" latinLnBrk="0" hangingPunct="1">
                  <a:spcBef>
                    <a:spcPct val="20000"/>
                  </a:spcBef>
                  <a:buClr>
                    <a:schemeClr val="accent6"/>
                  </a:buClr>
                  <a:buSzPct val="100000"/>
                  <a:buFont typeface="Wingdings 2"/>
                  <a:buChar char=""/>
                  <a:defRPr kumimoji="0" sz="2000" kern="1200">
                    <a:solidFill>
                      <a:schemeClr val="tx1"/>
                    </a:solidFill>
                    <a:latin typeface="+mn-lt"/>
                    <a:ea typeface="+mn-ea"/>
                    <a:cs typeface="+mn-cs"/>
                  </a:defRPr>
                </a:lvl6pPr>
                <a:lvl7pPr marL="1828800" indent="-182880" algn="l" rtl="0" eaLnBrk="1" latinLnBrk="0" hangingPunct="1">
                  <a:spcBef>
                    <a:spcPct val="20000"/>
                  </a:spcBef>
                  <a:buClr>
                    <a:schemeClr val="accent1"/>
                  </a:buClr>
                  <a:buSzPct val="100000"/>
                  <a:buFont typeface="Wingdings 2"/>
                  <a:buChar char=""/>
                  <a:defRPr kumimoji="0" sz="1800" kern="1200">
                    <a:solidFill>
                      <a:schemeClr val="tx1"/>
                    </a:solidFill>
                    <a:latin typeface="+mn-lt"/>
                    <a:ea typeface="+mn-ea"/>
                    <a:cs typeface="+mn-cs"/>
                  </a:defRPr>
                </a:lvl7pPr>
                <a:lvl8pPr marL="2029968" indent="-182880" algn="l" rtl="0" eaLnBrk="1" latinLnBrk="0" hangingPunct="1">
                  <a:spcBef>
                    <a:spcPct val="20000"/>
                  </a:spcBef>
                  <a:buClr>
                    <a:schemeClr val="accent2"/>
                  </a:buClr>
                  <a:buFont typeface="Wingdings 2" pitchFamily="18" charset="2"/>
                  <a:buChar char=""/>
                  <a:defRPr kumimoji="0" sz="1800" kern="1200">
                    <a:solidFill>
                      <a:schemeClr val="tx1"/>
                    </a:solidFill>
                    <a:latin typeface="+mn-lt"/>
                    <a:ea typeface="+mn-ea"/>
                    <a:cs typeface="+mn-cs"/>
                  </a:defRPr>
                </a:lvl8pPr>
                <a:lvl9pPr marL="2231136" indent="-182880" algn="l" rtl="0" eaLnBrk="1" latinLnBrk="0" hangingPunct="1">
                  <a:spcBef>
                    <a:spcPct val="20000"/>
                  </a:spcBef>
                  <a:buClr>
                    <a:schemeClr val="accent3"/>
                  </a:buClr>
                  <a:buFont typeface="Wingdings 2" pitchFamily="18" charset="2"/>
                  <a:buChar char=""/>
                  <a:defRPr kumimoji="0" sz="1800" kern="1200" baseline="0">
                    <a:solidFill>
                      <a:schemeClr val="tx1"/>
                    </a:solidFill>
                    <a:latin typeface="+mn-lt"/>
                    <a:ea typeface="+mn-ea"/>
                    <a:cs typeface="+mn-cs"/>
                  </a:defRPr>
                </a:lvl9pPr>
                <a:extLst/>
              </a:lstStyle>
              <a:p>
                <a:pPr>
                  <a:lnSpc>
                    <a:spcPts val="4000"/>
                  </a:lnSpc>
                </a:pPr>
                <a:r>
                  <a:rPr lang="zh-CN" altLang="en-US" sz="2800" b="1" dirty="0"/>
                  <a:t>称系统 </a:t>
                </a:r>
                <a14:m>
                  <m:oMath xmlns:m="http://schemas.openxmlformats.org/officeDocument/2006/math">
                    <m:acc>
                      <m:accPr>
                        <m:chr m:val="̇"/>
                        <m:ctrlPr>
                          <a:rPr lang="zh-CN" altLang="en-US" sz="2800" i="1">
                            <a:latin typeface="Cambria Math" panose="02040503050406030204" pitchFamily="18" charset="0"/>
                          </a:rPr>
                        </m:ctrlPr>
                      </m:accPr>
                      <m:e>
                        <m:r>
                          <a:rPr lang="zh-CN" altLang="en-US" sz="2800" b="1" i="1">
                            <a:latin typeface="Cambria Math" panose="02040503050406030204" pitchFamily="18" charset="0"/>
                          </a:rPr>
                          <m:t>𝒙</m:t>
                        </m:r>
                      </m:e>
                    </m:acc>
                    <m:r>
                      <a:rPr lang="zh-CN" altLang="en-US" sz="2800" i="1">
                        <a:latin typeface="Cambria Math" panose="02040503050406030204" pitchFamily="18" charset="0"/>
                      </a:rPr>
                      <m:t>=</m:t>
                    </m:r>
                    <m:r>
                      <a:rPr lang="zh-CN" altLang="en-US" sz="2800" b="1" i="1">
                        <a:latin typeface="Cambria Math" panose="02040503050406030204" pitchFamily="18" charset="0"/>
                      </a:rPr>
                      <m:t>𝒇</m:t>
                    </m:r>
                    <m:r>
                      <a:rPr lang="zh-CN" altLang="en-US" sz="2800" i="1">
                        <a:latin typeface="Cambria Math" panose="02040503050406030204" pitchFamily="18" charset="0"/>
                      </a:rPr>
                      <m:t>(</m:t>
                    </m:r>
                    <m:r>
                      <a:rPr lang="zh-CN" altLang="en-US" sz="2800" b="1" i="1">
                        <a:latin typeface="Cambria Math" panose="02040503050406030204" pitchFamily="18" charset="0"/>
                      </a:rPr>
                      <m:t>𝒙</m:t>
                    </m:r>
                    <m:r>
                      <a:rPr lang="zh-CN" altLang="en-US" sz="2800" i="1">
                        <a:latin typeface="Cambria Math" panose="02040503050406030204" pitchFamily="18" charset="0"/>
                      </a:rPr>
                      <m:t>,</m:t>
                    </m:r>
                    <m:r>
                      <a:rPr lang="zh-CN" altLang="en-US" sz="2800" i="1">
                        <a:latin typeface="Cambria Math" panose="02040503050406030204" pitchFamily="18" charset="0"/>
                      </a:rPr>
                      <m:t>𝑡</m:t>
                    </m:r>
                    <m:r>
                      <a:rPr lang="zh-CN" altLang="en-US" sz="2800" i="1">
                        <a:latin typeface="Cambria Math" panose="02040503050406030204" pitchFamily="18" charset="0"/>
                      </a:rPr>
                      <m:t>)</m:t>
                    </m:r>
                  </m:oMath>
                </a14:m>
                <a:r>
                  <a:rPr lang="zh-CN" altLang="en-US" sz="2800" b="1" dirty="0"/>
                  <a:t> 的平衡点 </a:t>
                </a:r>
                <a14:m>
                  <m:oMath xmlns:m="http://schemas.openxmlformats.org/officeDocument/2006/math">
                    <m:r>
                      <a:rPr lang="zh-CN" altLang="en-US" sz="2800" b="1" i="1">
                        <a:latin typeface="Cambria Math" panose="02040503050406030204" pitchFamily="18" charset="0"/>
                      </a:rPr>
                      <m:t>𝒙</m:t>
                    </m:r>
                    <m:r>
                      <a:rPr lang="zh-CN" altLang="en-US" sz="2800" i="1">
                        <a:latin typeface="Cambria Math" panose="02040503050406030204" pitchFamily="18" charset="0"/>
                      </a:rPr>
                      <m:t>=0</m:t>
                    </m:r>
                  </m:oMath>
                </a14:m>
                <a:r>
                  <a:rPr lang="zh-CN" altLang="en-US" sz="2800" b="1" dirty="0"/>
                  <a:t> ：</a:t>
                </a:r>
                <a:endParaRPr lang="en-US" altLang="zh-CN" sz="2800" b="1" dirty="0"/>
              </a:p>
            </p:txBody>
          </p:sp>
        </mc:Choice>
        <mc:Fallback xmlns="">
          <p:sp>
            <p:nvSpPr>
              <p:cNvPr id="20" name="内容占位符 2"/>
              <p:cNvSpPr txBox="1">
                <a:spLocks noRot="1" noChangeAspect="1" noMove="1" noResize="1" noEditPoints="1" noAdjustHandles="1" noChangeArrowheads="1" noChangeShapeType="1" noTextEdit="1"/>
              </p:cNvSpPr>
              <p:nvPr/>
            </p:nvSpPr>
            <p:spPr>
              <a:xfrm>
                <a:off x="438472" y="1052736"/>
                <a:ext cx="8382000" cy="2448272"/>
              </a:xfrm>
              <a:prstGeom prst="rect">
                <a:avLst/>
              </a:prstGeom>
              <a:blipFill>
                <a:blip r:embed="rId4"/>
                <a:stretch>
                  <a:fillRect/>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27" name="内容占位符 2"/>
              <p:cNvSpPr txBox="1">
                <a:spLocks/>
              </p:cNvSpPr>
              <p:nvPr/>
            </p:nvSpPr>
            <p:spPr>
              <a:xfrm>
                <a:off x="438472" y="1628800"/>
                <a:ext cx="8705528" cy="1800200"/>
              </a:xfrm>
              <a:prstGeom prst="rect">
                <a:avLst/>
              </a:prstGeom>
            </p:spPr>
            <p:txBody>
              <a:bodyPr vert="horz" lIns="54864" tIns="91440" rtlCol="0">
                <a:normAutofit fontScale="92500"/>
              </a:bodyPr>
              <a:lstStyle>
                <a:lvl1pPr marL="438912" indent="-320040" algn="l" rtl="0" eaLnBrk="1" latinLnBrk="0" hangingPunct="1">
                  <a:spcBef>
                    <a:spcPts val="0"/>
                  </a:spcBef>
                  <a:buClr>
                    <a:schemeClr val="accent1"/>
                  </a:buClr>
                  <a:buSzPct val="80000"/>
                  <a:buFont typeface="Wingdings 2"/>
                  <a:buChar char=""/>
                  <a:defRPr kumimoji="0" sz="3200" kern="1200">
                    <a:solidFill>
                      <a:schemeClr val="bg1"/>
                    </a:solidFill>
                    <a:latin typeface="Times New Roman" pitchFamily="18" charset="0"/>
                    <a:ea typeface="+mn-ea"/>
                    <a:cs typeface="Times New Roman" pitchFamily="18" charset="0"/>
                  </a:defRPr>
                </a:lvl1pPr>
                <a:lvl2pPr marL="731520" indent="-274320" algn="l" rtl="0" eaLnBrk="1" latinLnBrk="0" hangingPunct="1">
                  <a:spcBef>
                    <a:spcPct val="20000"/>
                  </a:spcBef>
                  <a:buClr>
                    <a:schemeClr val="accent2"/>
                  </a:buClr>
                  <a:buSzPct val="90000"/>
                  <a:buFont typeface="Wingdings"/>
                  <a:buChar char=""/>
                  <a:defRPr kumimoji="0" sz="2800" kern="1200">
                    <a:solidFill>
                      <a:schemeClr val="bg1"/>
                    </a:solidFill>
                    <a:latin typeface="Times New Roman" pitchFamily="18" charset="0"/>
                    <a:ea typeface="+mn-ea"/>
                    <a:cs typeface="Times New Roman" pitchFamily="18" charset="0"/>
                  </a:defRPr>
                </a:lvl2pPr>
                <a:lvl3pPr marL="996696" indent="-228600" algn="l" rtl="0" eaLnBrk="1" latinLnBrk="0" hangingPunct="1">
                  <a:spcBef>
                    <a:spcPct val="20000"/>
                  </a:spcBef>
                  <a:buClr>
                    <a:schemeClr val="accent3"/>
                  </a:buClr>
                  <a:buFont typeface="Arial"/>
                  <a:buChar char="▪"/>
                  <a:defRPr kumimoji="0" sz="2400" kern="1200">
                    <a:solidFill>
                      <a:schemeClr val="bg1"/>
                    </a:solidFill>
                    <a:latin typeface="Times New Roman" pitchFamily="18" charset="0"/>
                    <a:ea typeface="+mn-ea"/>
                    <a:cs typeface="Times New Roman" pitchFamily="18" charset="0"/>
                  </a:defRPr>
                </a:lvl3pPr>
                <a:lvl4pPr marL="1216152" indent="-182880" algn="l" rtl="0" eaLnBrk="1" latinLnBrk="0" hangingPunct="1">
                  <a:spcBef>
                    <a:spcPct val="20000"/>
                  </a:spcBef>
                  <a:buClr>
                    <a:schemeClr val="accent4"/>
                  </a:buClr>
                  <a:buFont typeface="Arial"/>
                  <a:buChar char="▪"/>
                  <a:defRPr kumimoji="0" sz="2000" kern="1200">
                    <a:solidFill>
                      <a:schemeClr val="bg1"/>
                    </a:solidFill>
                    <a:latin typeface="Times New Roman" pitchFamily="18" charset="0"/>
                    <a:ea typeface="+mn-ea"/>
                    <a:cs typeface="Times New Roman" pitchFamily="18" charset="0"/>
                  </a:defRPr>
                </a:lvl4pPr>
                <a:lvl5pPr marL="1426464" indent="-182880" algn="l" rtl="0" eaLnBrk="1" latinLnBrk="0" hangingPunct="1">
                  <a:spcBef>
                    <a:spcPct val="20000"/>
                  </a:spcBef>
                  <a:buClr>
                    <a:schemeClr val="accent5"/>
                  </a:buClr>
                  <a:buFont typeface="Wingdings 3"/>
                  <a:buChar char=""/>
                  <a:defRPr kumimoji="0" lang="en-US" sz="2000" kern="1200" smtClean="0">
                    <a:solidFill>
                      <a:schemeClr val="tx1"/>
                    </a:solidFill>
                    <a:latin typeface="Times New Roman" pitchFamily="18" charset="0"/>
                    <a:ea typeface="+mn-ea"/>
                    <a:cs typeface="Times New Roman" pitchFamily="18" charset="0"/>
                  </a:defRPr>
                </a:lvl5pPr>
                <a:lvl6pPr marL="1627632" indent="-182880" algn="l" rtl="0" eaLnBrk="1" latinLnBrk="0" hangingPunct="1">
                  <a:spcBef>
                    <a:spcPct val="20000"/>
                  </a:spcBef>
                  <a:buClr>
                    <a:schemeClr val="accent6"/>
                  </a:buClr>
                  <a:buSzPct val="100000"/>
                  <a:buFont typeface="Wingdings 2"/>
                  <a:buChar char=""/>
                  <a:defRPr kumimoji="0" sz="2000" kern="1200">
                    <a:solidFill>
                      <a:schemeClr val="tx1"/>
                    </a:solidFill>
                    <a:latin typeface="+mn-lt"/>
                    <a:ea typeface="+mn-ea"/>
                    <a:cs typeface="+mn-cs"/>
                  </a:defRPr>
                </a:lvl6pPr>
                <a:lvl7pPr marL="1828800" indent="-182880" algn="l" rtl="0" eaLnBrk="1" latinLnBrk="0" hangingPunct="1">
                  <a:spcBef>
                    <a:spcPct val="20000"/>
                  </a:spcBef>
                  <a:buClr>
                    <a:schemeClr val="accent1"/>
                  </a:buClr>
                  <a:buSzPct val="100000"/>
                  <a:buFont typeface="Wingdings 2"/>
                  <a:buChar char=""/>
                  <a:defRPr kumimoji="0" sz="1800" kern="1200">
                    <a:solidFill>
                      <a:schemeClr val="tx1"/>
                    </a:solidFill>
                    <a:latin typeface="+mn-lt"/>
                    <a:ea typeface="+mn-ea"/>
                    <a:cs typeface="+mn-cs"/>
                  </a:defRPr>
                </a:lvl7pPr>
                <a:lvl8pPr marL="2029968" indent="-182880" algn="l" rtl="0" eaLnBrk="1" latinLnBrk="0" hangingPunct="1">
                  <a:spcBef>
                    <a:spcPct val="20000"/>
                  </a:spcBef>
                  <a:buClr>
                    <a:schemeClr val="accent2"/>
                  </a:buClr>
                  <a:buFont typeface="Wingdings 2" pitchFamily="18" charset="2"/>
                  <a:buChar char=""/>
                  <a:defRPr kumimoji="0" sz="1800" kern="1200">
                    <a:solidFill>
                      <a:schemeClr val="tx1"/>
                    </a:solidFill>
                    <a:latin typeface="+mn-lt"/>
                    <a:ea typeface="+mn-ea"/>
                    <a:cs typeface="+mn-cs"/>
                  </a:defRPr>
                </a:lvl8pPr>
                <a:lvl9pPr marL="2231136" indent="-182880" algn="l" rtl="0" eaLnBrk="1" latinLnBrk="0" hangingPunct="1">
                  <a:spcBef>
                    <a:spcPct val="20000"/>
                  </a:spcBef>
                  <a:buClr>
                    <a:schemeClr val="accent3"/>
                  </a:buClr>
                  <a:buFont typeface="Wingdings 2" pitchFamily="18" charset="2"/>
                  <a:buChar char=""/>
                  <a:defRPr kumimoji="0" sz="1800" kern="1200" baseline="0">
                    <a:solidFill>
                      <a:schemeClr val="tx1"/>
                    </a:solidFill>
                    <a:latin typeface="+mn-lt"/>
                    <a:ea typeface="+mn-ea"/>
                    <a:cs typeface="+mn-cs"/>
                  </a:defRPr>
                </a:lvl9pPr>
                <a:extLst/>
              </a:lstStyle>
              <a:p>
                <a:pPr marL="118872" indent="0">
                  <a:lnSpc>
                    <a:spcPts val="4000"/>
                  </a:lnSpc>
                  <a:buNone/>
                </a:pPr>
                <a:r>
                  <a:rPr lang="en-US" altLang="zh-CN" sz="2800" b="1" dirty="0"/>
                  <a:t>(1) </a:t>
                </a:r>
                <a:r>
                  <a:rPr lang="zh-CN" altLang="en-US" sz="2800" b="1" dirty="0"/>
                  <a:t>（局部）</a:t>
                </a:r>
                <a:r>
                  <a:rPr lang="zh-CN" altLang="en-US" sz="2800" b="1" dirty="0">
                    <a:solidFill>
                      <a:srgbClr val="FFFF00"/>
                    </a:solidFill>
                  </a:rPr>
                  <a:t>一致渐进稳定</a:t>
                </a:r>
                <a:r>
                  <a:rPr lang="zh-CN" altLang="en-US" sz="2800" b="1" dirty="0"/>
                  <a:t>，若存在</a:t>
                </a:r>
                <a14:m>
                  <m:oMath xmlns:m="http://schemas.openxmlformats.org/officeDocument/2006/math">
                    <m:r>
                      <a:rPr lang="zh-CN" altLang="en-US" sz="2800" i="1" smtClean="0">
                        <a:solidFill>
                          <a:srgbClr val="FFFF00"/>
                        </a:solidFill>
                        <a:latin typeface="Cambria Math" panose="02040503050406030204" pitchFamily="18" charset="0"/>
                      </a:rPr>
                      <m:t>𝒦</m:t>
                    </m:r>
                    <m:r>
                      <a:rPr lang="en-US" altLang="zh-CN" sz="2800" i="1">
                        <a:solidFill>
                          <a:srgbClr val="FFFF00"/>
                        </a:solidFill>
                        <a:latin typeface="Cambria Math" panose="02040503050406030204" pitchFamily="18" charset="0"/>
                      </a:rPr>
                      <m:t>𝐿</m:t>
                    </m:r>
                  </m:oMath>
                </a14:m>
                <a:r>
                  <a:rPr lang="zh-CN" altLang="en-US" sz="2800" b="1" dirty="0">
                    <a:solidFill>
                      <a:srgbClr val="FFFF00"/>
                    </a:solidFill>
                  </a:rPr>
                  <a:t>类函数</a:t>
                </a:r>
                <a14:m>
                  <m:oMath xmlns:m="http://schemas.openxmlformats.org/officeDocument/2006/math">
                    <m:r>
                      <a:rPr lang="zh-CN" altLang="en-US" sz="2800" i="1">
                        <a:solidFill>
                          <a:srgbClr val="FFFF00"/>
                        </a:solidFill>
                        <a:latin typeface="Cambria Math" panose="02040503050406030204" pitchFamily="18" charset="0"/>
                      </a:rPr>
                      <m:t>𝛽</m:t>
                    </m:r>
                    <m:r>
                      <a:rPr lang="zh-CN" altLang="en-US" sz="2800" i="1">
                        <a:solidFill>
                          <a:srgbClr val="FFFF00"/>
                        </a:solidFill>
                        <a:latin typeface="Cambria Math" panose="02040503050406030204" pitchFamily="18" charset="0"/>
                      </a:rPr>
                      <m:t>(⋅,⋅)</m:t>
                    </m:r>
                  </m:oMath>
                </a14:m>
                <a:r>
                  <a:rPr lang="zh-CN" altLang="en-US" sz="2800" b="1" dirty="0">
                    <a:solidFill>
                      <a:srgbClr val="FFFF00"/>
                    </a:solidFill>
                  </a:rPr>
                  <a:t> </a:t>
                </a:r>
                <a:r>
                  <a:rPr lang="zh-CN" altLang="en-US" sz="2800" b="1" dirty="0"/>
                  <a:t>和一个</a:t>
                </a:r>
                <a:r>
                  <a:rPr lang="zh-CN" altLang="en-US" sz="2800" b="1" dirty="0">
                    <a:solidFill>
                      <a:srgbClr val="FFFF00"/>
                    </a:solidFill>
                  </a:rPr>
                  <a:t>与 </a:t>
                </a:r>
                <a14:m>
                  <m:oMath xmlns:m="http://schemas.openxmlformats.org/officeDocument/2006/math">
                    <m:sSub>
                      <m:sSubPr>
                        <m:ctrlPr>
                          <a:rPr lang="zh-CN" altLang="en-US" sz="2800" i="1">
                            <a:solidFill>
                              <a:srgbClr val="FFFF00"/>
                            </a:solidFill>
                            <a:latin typeface="Cambria Math" panose="02040503050406030204" pitchFamily="18" charset="0"/>
                          </a:rPr>
                        </m:ctrlPr>
                      </m:sSubPr>
                      <m:e>
                        <m:r>
                          <a:rPr lang="zh-CN" altLang="en-US" sz="2800" i="1">
                            <a:solidFill>
                              <a:srgbClr val="FFFF00"/>
                            </a:solidFill>
                            <a:latin typeface="Cambria Math" panose="02040503050406030204" pitchFamily="18" charset="0"/>
                          </a:rPr>
                          <m:t>𝑡</m:t>
                        </m:r>
                      </m:e>
                      <m:sub>
                        <m:r>
                          <a:rPr lang="zh-CN" altLang="en-US" sz="2800" i="1">
                            <a:solidFill>
                              <a:srgbClr val="FFFF00"/>
                            </a:solidFill>
                            <a:latin typeface="Cambria Math" panose="02040503050406030204" pitchFamily="18" charset="0"/>
                          </a:rPr>
                          <m:t>0</m:t>
                        </m:r>
                      </m:sub>
                    </m:sSub>
                  </m:oMath>
                </a14:m>
                <a:r>
                  <a:rPr lang="zh-CN" altLang="en-US" sz="2800" b="1" dirty="0">
                    <a:solidFill>
                      <a:srgbClr val="FFFF00"/>
                    </a:solidFill>
                  </a:rPr>
                  <a:t>无关的常数</a:t>
                </a:r>
                <a14:m>
                  <m:oMath xmlns:m="http://schemas.openxmlformats.org/officeDocument/2006/math">
                    <m:r>
                      <a:rPr lang="zh-CN" altLang="en-US" sz="2800" i="1">
                        <a:solidFill>
                          <a:srgbClr val="FFFF00"/>
                        </a:solidFill>
                        <a:latin typeface="Cambria Math" panose="02040503050406030204" pitchFamily="18" charset="0"/>
                      </a:rPr>
                      <m:t>𝛿</m:t>
                    </m:r>
                  </m:oMath>
                </a14:m>
                <a:r>
                  <a:rPr lang="zh-CN" altLang="en-US" sz="2800" b="1" dirty="0"/>
                  <a:t>，使得</a:t>
                </a:r>
                <a:br>
                  <a:rPr lang="en-US" altLang="zh-CN" sz="2800" b="1" dirty="0"/>
                </a:br>
                <a14:m>
                  <m:oMathPara xmlns:m="http://schemas.openxmlformats.org/officeDocument/2006/math">
                    <m:oMathParaPr>
                      <m:jc m:val="centerGroup"/>
                    </m:oMathParaPr>
                    <m:oMath xmlns:m="http://schemas.openxmlformats.org/officeDocument/2006/math">
                      <m:d>
                        <m:dPr>
                          <m:begChr m:val="‖"/>
                          <m:endChr m:val="‖"/>
                          <m:ctrlPr>
                            <a:rPr lang="zh-CN" altLang="en-US" sz="2800" i="1" smtClean="0">
                              <a:solidFill>
                                <a:schemeClr val="bg1"/>
                              </a:solidFill>
                              <a:latin typeface="Cambria Math" panose="02040503050406030204" pitchFamily="18" charset="0"/>
                            </a:rPr>
                          </m:ctrlPr>
                        </m:dPr>
                        <m:e>
                          <m:r>
                            <a:rPr lang="zh-CN" altLang="en-US" sz="2800" b="1" i="1">
                              <a:solidFill>
                                <a:schemeClr val="bg1"/>
                              </a:solidFill>
                              <a:latin typeface="Cambria Math" panose="02040503050406030204" pitchFamily="18" charset="0"/>
                            </a:rPr>
                            <m:t>𝒙</m:t>
                          </m:r>
                          <m:r>
                            <a:rPr lang="zh-CN" altLang="en-US" sz="2800" i="1">
                              <a:solidFill>
                                <a:schemeClr val="bg1"/>
                              </a:solidFill>
                              <a:latin typeface="Cambria Math" panose="02040503050406030204" pitchFamily="18" charset="0"/>
                            </a:rPr>
                            <m:t>(</m:t>
                          </m:r>
                          <m:r>
                            <a:rPr lang="zh-CN" altLang="en-US" sz="2800" i="1">
                              <a:solidFill>
                                <a:schemeClr val="bg1"/>
                              </a:solidFill>
                              <a:latin typeface="Cambria Math" panose="02040503050406030204" pitchFamily="18" charset="0"/>
                            </a:rPr>
                            <m:t>𝑡</m:t>
                          </m:r>
                          <m:r>
                            <a:rPr lang="zh-CN" altLang="en-US" sz="2800">
                              <a:solidFill>
                                <a:schemeClr val="bg1"/>
                              </a:solidFill>
                              <a:latin typeface="Cambria Math" panose="02040503050406030204" pitchFamily="18" charset="0"/>
                            </a:rPr>
                            <m:t>,</m:t>
                          </m:r>
                          <m:sSub>
                            <m:sSubPr>
                              <m:ctrlPr>
                                <a:rPr lang="zh-CN" altLang="en-US" sz="2800" i="1">
                                  <a:solidFill>
                                    <a:schemeClr val="bg1"/>
                                  </a:solidFill>
                                  <a:latin typeface="Cambria Math" panose="02040503050406030204" pitchFamily="18" charset="0"/>
                                </a:rPr>
                              </m:ctrlPr>
                            </m:sSubPr>
                            <m:e>
                              <m:r>
                                <a:rPr lang="zh-CN" altLang="en-US" sz="2800" i="1">
                                  <a:solidFill>
                                    <a:schemeClr val="bg1"/>
                                  </a:solidFill>
                                  <a:latin typeface="Cambria Math" panose="02040503050406030204" pitchFamily="18" charset="0"/>
                                </a:rPr>
                                <m:t>𝑡</m:t>
                              </m:r>
                            </m:e>
                            <m:sub>
                              <m:r>
                                <a:rPr lang="zh-CN" altLang="en-US" sz="2800" i="1">
                                  <a:solidFill>
                                    <a:schemeClr val="bg1"/>
                                  </a:solidFill>
                                  <a:latin typeface="Cambria Math" panose="02040503050406030204" pitchFamily="18" charset="0"/>
                                </a:rPr>
                                <m:t>0</m:t>
                              </m:r>
                            </m:sub>
                          </m:sSub>
                          <m:r>
                            <a:rPr lang="zh-CN" altLang="en-US" sz="2800" i="1">
                              <a:solidFill>
                                <a:schemeClr val="bg1"/>
                              </a:solidFill>
                              <a:latin typeface="Cambria Math" panose="02040503050406030204" pitchFamily="18" charset="0"/>
                            </a:rPr>
                            <m:t>,</m:t>
                          </m:r>
                          <m:sSub>
                            <m:sSubPr>
                              <m:ctrlPr>
                                <a:rPr lang="zh-CN" altLang="en-US" sz="2800" i="1">
                                  <a:solidFill>
                                    <a:schemeClr val="bg1"/>
                                  </a:solidFill>
                                  <a:latin typeface="Cambria Math" panose="02040503050406030204" pitchFamily="18" charset="0"/>
                                </a:rPr>
                              </m:ctrlPr>
                            </m:sSubPr>
                            <m:e>
                              <m:r>
                                <a:rPr lang="zh-CN" altLang="en-US" sz="2800" b="1" i="1">
                                  <a:solidFill>
                                    <a:schemeClr val="bg1"/>
                                  </a:solidFill>
                                  <a:latin typeface="Cambria Math" panose="02040503050406030204" pitchFamily="18" charset="0"/>
                                </a:rPr>
                                <m:t>𝒙</m:t>
                              </m:r>
                            </m:e>
                            <m:sub>
                              <m:r>
                                <a:rPr lang="zh-CN" altLang="en-US" sz="2800" i="1">
                                  <a:solidFill>
                                    <a:schemeClr val="bg1"/>
                                  </a:solidFill>
                                  <a:latin typeface="Cambria Math" panose="02040503050406030204" pitchFamily="18" charset="0"/>
                                </a:rPr>
                                <m:t>0</m:t>
                              </m:r>
                            </m:sub>
                          </m:sSub>
                          <m:r>
                            <a:rPr lang="zh-CN" altLang="en-US" sz="2800" i="1">
                              <a:solidFill>
                                <a:schemeClr val="bg1"/>
                              </a:solidFill>
                              <a:latin typeface="Cambria Math" panose="02040503050406030204" pitchFamily="18" charset="0"/>
                            </a:rPr>
                            <m:t>)</m:t>
                          </m:r>
                        </m:e>
                      </m:d>
                      <m:r>
                        <a:rPr lang="zh-CN" altLang="en-US" sz="2800" i="1">
                          <a:solidFill>
                            <a:schemeClr val="bg1"/>
                          </a:solidFill>
                          <a:latin typeface="Cambria Math" panose="02040503050406030204" pitchFamily="18" charset="0"/>
                        </a:rPr>
                        <m:t>&lt;</m:t>
                      </m:r>
                      <m:r>
                        <a:rPr lang="zh-CN" altLang="en-US" sz="2800" i="1">
                          <a:solidFill>
                            <a:schemeClr val="bg1"/>
                          </a:solidFill>
                          <a:latin typeface="Cambria Math" panose="02040503050406030204" pitchFamily="18" charset="0"/>
                        </a:rPr>
                        <m:t>𝛽</m:t>
                      </m:r>
                      <m:r>
                        <a:rPr lang="zh-CN" altLang="en-US" sz="2800" i="1">
                          <a:solidFill>
                            <a:schemeClr val="bg1"/>
                          </a:solidFill>
                          <a:latin typeface="Cambria Math" panose="02040503050406030204" pitchFamily="18" charset="0"/>
                        </a:rPr>
                        <m:t>(</m:t>
                      </m:r>
                      <m:d>
                        <m:dPr>
                          <m:begChr m:val="‖"/>
                          <m:endChr m:val="‖"/>
                          <m:ctrlPr>
                            <a:rPr lang="zh-CN" altLang="en-US" sz="2800" i="1">
                              <a:solidFill>
                                <a:schemeClr val="bg1"/>
                              </a:solidFill>
                              <a:latin typeface="Cambria Math" panose="02040503050406030204" pitchFamily="18" charset="0"/>
                            </a:rPr>
                          </m:ctrlPr>
                        </m:dPr>
                        <m:e>
                          <m:r>
                            <a:rPr lang="zh-CN" altLang="en-US" sz="2800" b="1" i="1">
                              <a:solidFill>
                                <a:schemeClr val="bg1"/>
                              </a:solidFill>
                              <a:latin typeface="Cambria Math" panose="02040503050406030204" pitchFamily="18" charset="0"/>
                            </a:rPr>
                            <m:t>𝒙</m:t>
                          </m:r>
                          <m:r>
                            <a:rPr lang="zh-CN" altLang="en-US" sz="2800" i="1">
                              <a:solidFill>
                                <a:schemeClr val="bg1"/>
                              </a:solidFill>
                              <a:latin typeface="Cambria Math" panose="02040503050406030204" pitchFamily="18" charset="0"/>
                            </a:rPr>
                            <m:t>(</m:t>
                          </m:r>
                          <m:sSub>
                            <m:sSubPr>
                              <m:ctrlPr>
                                <a:rPr lang="zh-CN" altLang="en-US" sz="2800" i="1">
                                  <a:solidFill>
                                    <a:schemeClr val="bg1"/>
                                  </a:solidFill>
                                  <a:latin typeface="Cambria Math" panose="02040503050406030204" pitchFamily="18" charset="0"/>
                                </a:rPr>
                              </m:ctrlPr>
                            </m:sSubPr>
                            <m:e>
                              <m:r>
                                <a:rPr lang="zh-CN" altLang="en-US" sz="2800" i="1">
                                  <a:solidFill>
                                    <a:schemeClr val="bg1"/>
                                  </a:solidFill>
                                  <a:latin typeface="Cambria Math" panose="02040503050406030204" pitchFamily="18" charset="0"/>
                                </a:rPr>
                                <m:t>𝑡</m:t>
                              </m:r>
                            </m:e>
                            <m:sub>
                              <m:r>
                                <a:rPr lang="zh-CN" altLang="en-US" sz="2800" i="1">
                                  <a:solidFill>
                                    <a:schemeClr val="bg1"/>
                                  </a:solidFill>
                                  <a:latin typeface="Cambria Math" panose="02040503050406030204" pitchFamily="18" charset="0"/>
                                </a:rPr>
                                <m:t>0</m:t>
                              </m:r>
                            </m:sub>
                          </m:sSub>
                          <m:r>
                            <a:rPr lang="zh-CN" altLang="en-US" sz="2800" i="1">
                              <a:solidFill>
                                <a:schemeClr val="bg1"/>
                              </a:solidFill>
                              <a:latin typeface="Cambria Math" panose="02040503050406030204" pitchFamily="18" charset="0"/>
                            </a:rPr>
                            <m:t>)</m:t>
                          </m:r>
                        </m:e>
                      </m:d>
                      <m:r>
                        <a:rPr lang="zh-CN" altLang="en-US" sz="2800" i="1">
                          <a:solidFill>
                            <a:schemeClr val="bg1"/>
                          </a:solidFill>
                          <a:latin typeface="Cambria Math" panose="02040503050406030204" pitchFamily="18" charset="0"/>
                        </a:rPr>
                        <m:t>,</m:t>
                      </m:r>
                      <m:r>
                        <a:rPr lang="zh-CN" altLang="en-US" sz="2800" i="1" smtClean="0">
                          <a:solidFill>
                            <a:srgbClr val="FFFF00"/>
                          </a:solidFill>
                          <a:latin typeface="Cambria Math" panose="02040503050406030204" pitchFamily="18" charset="0"/>
                        </a:rPr>
                        <m:t>𝑡</m:t>
                      </m:r>
                      <m:r>
                        <a:rPr lang="zh-CN" altLang="en-US" sz="2800" i="1" smtClean="0">
                          <a:solidFill>
                            <a:srgbClr val="FFFF00"/>
                          </a:solidFill>
                          <a:latin typeface="Cambria Math" panose="02040503050406030204" pitchFamily="18" charset="0"/>
                        </a:rPr>
                        <m:t>−</m:t>
                      </m:r>
                      <m:sSub>
                        <m:sSubPr>
                          <m:ctrlPr>
                            <a:rPr lang="zh-CN" altLang="en-US" sz="2800" i="1">
                              <a:solidFill>
                                <a:srgbClr val="FFFF00"/>
                              </a:solidFill>
                              <a:latin typeface="Cambria Math" panose="02040503050406030204" pitchFamily="18" charset="0"/>
                            </a:rPr>
                          </m:ctrlPr>
                        </m:sSubPr>
                        <m:e>
                          <m:r>
                            <a:rPr lang="zh-CN" altLang="en-US" sz="2800" i="1">
                              <a:solidFill>
                                <a:srgbClr val="FFFF00"/>
                              </a:solidFill>
                              <a:latin typeface="Cambria Math" panose="02040503050406030204" pitchFamily="18" charset="0"/>
                            </a:rPr>
                            <m:t>𝑡</m:t>
                          </m:r>
                        </m:e>
                        <m:sub>
                          <m:r>
                            <a:rPr lang="zh-CN" altLang="en-US" sz="2800" i="1">
                              <a:solidFill>
                                <a:srgbClr val="FFFF00"/>
                              </a:solidFill>
                              <a:latin typeface="Cambria Math" panose="02040503050406030204" pitchFamily="18" charset="0"/>
                            </a:rPr>
                            <m:t>0</m:t>
                          </m:r>
                        </m:sub>
                      </m:sSub>
                      <m:r>
                        <a:rPr lang="zh-CN" altLang="en-US" sz="2800" i="1">
                          <a:solidFill>
                            <a:schemeClr val="bg1"/>
                          </a:solidFill>
                          <a:latin typeface="Cambria Math" panose="02040503050406030204" pitchFamily="18" charset="0"/>
                        </a:rPr>
                        <m:t>),​ ​∀</m:t>
                      </m:r>
                      <m:r>
                        <a:rPr lang="zh-CN" altLang="en-US" sz="2800" i="1">
                          <a:solidFill>
                            <a:schemeClr val="bg1"/>
                          </a:solidFill>
                          <a:latin typeface="Cambria Math" panose="02040503050406030204" pitchFamily="18" charset="0"/>
                        </a:rPr>
                        <m:t>𝑡</m:t>
                      </m:r>
                      <m:r>
                        <a:rPr lang="zh-CN" altLang="en-US" sz="2800" i="1">
                          <a:solidFill>
                            <a:schemeClr val="bg1"/>
                          </a:solidFill>
                          <a:latin typeface="Cambria Math" panose="02040503050406030204" pitchFamily="18" charset="0"/>
                        </a:rPr>
                        <m:t>≥</m:t>
                      </m:r>
                      <m:sSub>
                        <m:sSubPr>
                          <m:ctrlPr>
                            <a:rPr lang="zh-CN" altLang="en-US" sz="2800" i="1">
                              <a:solidFill>
                                <a:schemeClr val="bg1"/>
                              </a:solidFill>
                              <a:latin typeface="Cambria Math" panose="02040503050406030204" pitchFamily="18" charset="0"/>
                            </a:rPr>
                          </m:ctrlPr>
                        </m:sSubPr>
                        <m:e>
                          <m:r>
                            <a:rPr lang="zh-CN" altLang="en-US" sz="2800" i="1">
                              <a:solidFill>
                                <a:schemeClr val="bg1"/>
                              </a:solidFill>
                              <a:latin typeface="Cambria Math" panose="02040503050406030204" pitchFamily="18" charset="0"/>
                            </a:rPr>
                            <m:t>𝑡</m:t>
                          </m:r>
                        </m:e>
                        <m:sub>
                          <m:r>
                            <a:rPr lang="zh-CN" altLang="en-US" sz="2800" i="1">
                              <a:solidFill>
                                <a:schemeClr val="bg1"/>
                              </a:solidFill>
                              <a:latin typeface="Cambria Math" panose="02040503050406030204" pitchFamily="18" charset="0"/>
                            </a:rPr>
                            <m:t>0</m:t>
                          </m:r>
                        </m:sub>
                      </m:sSub>
                      <m:r>
                        <a:rPr lang="zh-CN" altLang="en-US" sz="2800" i="1">
                          <a:solidFill>
                            <a:schemeClr val="bg1"/>
                          </a:solidFill>
                          <a:latin typeface="Cambria Math" panose="02040503050406030204" pitchFamily="18" charset="0"/>
                        </a:rPr>
                        <m:t>, ∀</m:t>
                      </m:r>
                      <m:d>
                        <m:dPr>
                          <m:begChr m:val="‖"/>
                          <m:endChr m:val="‖"/>
                          <m:ctrlPr>
                            <a:rPr lang="zh-CN" altLang="en-US" sz="2800" i="1">
                              <a:solidFill>
                                <a:schemeClr val="bg1"/>
                              </a:solidFill>
                              <a:latin typeface="Cambria Math" panose="02040503050406030204" pitchFamily="18" charset="0"/>
                            </a:rPr>
                          </m:ctrlPr>
                        </m:dPr>
                        <m:e>
                          <m:r>
                            <a:rPr lang="zh-CN" altLang="en-US" sz="2800" b="1" i="1">
                              <a:solidFill>
                                <a:schemeClr val="bg1"/>
                              </a:solidFill>
                              <a:latin typeface="Cambria Math" panose="02040503050406030204" pitchFamily="18" charset="0"/>
                            </a:rPr>
                            <m:t>𝒙</m:t>
                          </m:r>
                          <m:r>
                            <a:rPr lang="zh-CN" altLang="en-US" sz="2800" i="1">
                              <a:solidFill>
                                <a:schemeClr val="bg1"/>
                              </a:solidFill>
                              <a:latin typeface="Cambria Math" panose="02040503050406030204" pitchFamily="18" charset="0"/>
                            </a:rPr>
                            <m:t>(</m:t>
                          </m:r>
                          <m:sSub>
                            <m:sSubPr>
                              <m:ctrlPr>
                                <a:rPr lang="zh-CN" altLang="en-US" sz="2800" i="1">
                                  <a:solidFill>
                                    <a:schemeClr val="bg1"/>
                                  </a:solidFill>
                                  <a:latin typeface="Cambria Math" panose="02040503050406030204" pitchFamily="18" charset="0"/>
                                </a:rPr>
                              </m:ctrlPr>
                            </m:sSubPr>
                            <m:e>
                              <m:r>
                                <a:rPr lang="zh-CN" altLang="en-US" sz="2800" i="1">
                                  <a:solidFill>
                                    <a:schemeClr val="bg1"/>
                                  </a:solidFill>
                                  <a:latin typeface="Cambria Math" panose="02040503050406030204" pitchFamily="18" charset="0"/>
                                </a:rPr>
                                <m:t>𝑡</m:t>
                              </m:r>
                            </m:e>
                            <m:sub>
                              <m:r>
                                <a:rPr lang="zh-CN" altLang="en-US" sz="2800" i="1">
                                  <a:solidFill>
                                    <a:schemeClr val="bg1"/>
                                  </a:solidFill>
                                  <a:latin typeface="Cambria Math" panose="02040503050406030204" pitchFamily="18" charset="0"/>
                                </a:rPr>
                                <m:t>0</m:t>
                              </m:r>
                            </m:sub>
                          </m:sSub>
                          <m:r>
                            <a:rPr lang="zh-CN" altLang="en-US" sz="2800" i="1">
                              <a:solidFill>
                                <a:schemeClr val="bg1"/>
                              </a:solidFill>
                              <a:latin typeface="Cambria Math" panose="02040503050406030204" pitchFamily="18" charset="0"/>
                            </a:rPr>
                            <m:t>)</m:t>
                          </m:r>
                        </m:e>
                      </m:d>
                      <m:r>
                        <a:rPr lang="zh-CN" altLang="en-US" sz="2800" i="1">
                          <a:solidFill>
                            <a:schemeClr val="bg1"/>
                          </a:solidFill>
                          <a:latin typeface="Cambria Math" panose="02040503050406030204" pitchFamily="18" charset="0"/>
                        </a:rPr>
                        <m:t>&lt;</m:t>
                      </m:r>
                      <m:r>
                        <a:rPr lang="zh-CN" altLang="en-US" sz="2800" i="1">
                          <a:solidFill>
                            <a:schemeClr val="bg1"/>
                          </a:solidFill>
                          <a:latin typeface="Cambria Math" panose="02040503050406030204" pitchFamily="18" charset="0"/>
                        </a:rPr>
                        <m:t>𝛿</m:t>
                      </m:r>
                    </m:oMath>
                  </m:oMathPara>
                </a14:m>
                <a:endParaRPr lang="en-US" altLang="zh-CN" sz="2800" b="1" dirty="0"/>
              </a:p>
            </p:txBody>
          </p:sp>
        </mc:Choice>
        <mc:Fallback>
          <p:sp>
            <p:nvSpPr>
              <p:cNvPr id="27" name="内容占位符 2"/>
              <p:cNvSpPr txBox="1">
                <a:spLocks noRot="1" noChangeAspect="1" noMove="1" noResize="1" noEditPoints="1" noAdjustHandles="1" noChangeArrowheads="1" noChangeShapeType="1" noTextEdit="1"/>
              </p:cNvSpPr>
              <p:nvPr/>
            </p:nvSpPr>
            <p:spPr>
              <a:xfrm>
                <a:off x="438472" y="1628800"/>
                <a:ext cx="8705528" cy="1800200"/>
              </a:xfrm>
              <a:prstGeom prst="rect">
                <a:avLst/>
              </a:prstGeom>
              <a:blipFill>
                <a:blip r:embed="rId5"/>
                <a:stretch>
                  <a:fillRect l="-350" r="-490"/>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32" name="内容占位符 2"/>
              <p:cNvSpPr txBox="1">
                <a:spLocks/>
              </p:cNvSpPr>
              <p:nvPr/>
            </p:nvSpPr>
            <p:spPr>
              <a:xfrm>
                <a:off x="438472" y="3573016"/>
                <a:ext cx="8382000" cy="978495"/>
              </a:xfrm>
              <a:prstGeom prst="rect">
                <a:avLst/>
              </a:prstGeom>
            </p:spPr>
            <p:txBody>
              <a:bodyPr vert="horz" lIns="54864" tIns="91440" rtlCol="0">
                <a:noAutofit/>
              </a:bodyPr>
              <a:lstStyle>
                <a:lvl1pPr marL="438912" indent="-320040" algn="l" rtl="0" eaLnBrk="1" latinLnBrk="0" hangingPunct="1">
                  <a:spcBef>
                    <a:spcPts val="0"/>
                  </a:spcBef>
                  <a:buClr>
                    <a:schemeClr val="accent1"/>
                  </a:buClr>
                  <a:buSzPct val="80000"/>
                  <a:buFont typeface="Wingdings 2"/>
                  <a:buChar char=""/>
                  <a:defRPr kumimoji="0" sz="3200" kern="1200">
                    <a:solidFill>
                      <a:schemeClr val="bg1"/>
                    </a:solidFill>
                    <a:latin typeface="Times New Roman" pitchFamily="18" charset="0"/>
                    <a:ea typeface="+mn-ea"/>
                    <a:cs typeface="Times New Roman" pitchFamily="18" charset="0"/>
                  </a:defRPr>
                </a:lvl1pPr>
                <a:lvl2pPr marL="731520" indent="-274320" algn="l" rtl="0" eaLnBrk="1" latinLnBrk="0" hangingPunct="1">
                  <a:spcBef>
                    <a:spcPct val="20000"/>
                  </a:spcBef>
                  <a:buClr>
                    <a:schemeClr val="accent2"/>
                  </a:buClr>
                  <a:buSzPct val="90000"/>
                  <a:buFont typeface="Wingdings"/>
                  <a:buChar char=""/>
                  <a:defRPr kumimoji="0" sz="2800" kern="1200">
                    <a:solidFill>
                      <a:schemeClr val="bg1"/>
                    </a:solidFill>
                    <a:latin typeface="Times New Roman" pitchFamily="18" charset="0"/>
                    <a:ea typeface="+mn-ea"/>
                    <a:cs typeface="Times New Roman" pitchFamily="18" charset="0"/>
                  </a:defRPr>
                </a:lvl2pPr>
                <a:lvl3pPr marL="996696" indent="-228600" algn="l" rtl="0" eaLnBrk="1" latinLnBrk="0" hangingPunct="1">
                  <a:spcBef>
                    <a:spcPct val="20000"/>
                  </a:spcBef>
                  <a:buClr>
                    <a:schemeClr val="accent3"/>
                  </a:buClr>
                  <a:buFont typeface="Arial"/>
                  <a:buChar char="▪"/>
                  <a:defRPr kumimoji="0" sz="2400" kern="1200">
                    <a:solidFill>
                      <a:schemeClr val="bg1"/>
                    </a:solidFill>
                    <a:latin typeface="Times New Roman" pitchFamily="18" charset="0"/>
                    <a:ea typeface="+mn-ea"/>
                    <a:cs typeface="Times New Roman" pitchFamily="18" charset="0"/>
                  </a:defRPr>
                </a:lvl3pPr>
                <a:lvl4pPr marL="1216152" indent="-182880" algn="l" rtl="0" eaLnBrk="1" latinLnBrk="0" hangingPunct="1">
                  <a:spcBef>
                    <a:spcPct val="20000"/>
                  </a:spcBef>
                  <a:buClr>
                    <a:schemeClr val="accent4"/>
                  </a:buClr>
                  <a:buFont typeface="Arial"/>
                  <a:buChar char="▪"/>
                  <a:defRPr kumimoji="0" sz="2000" kern="1200">
                    <a:solidFill>
                      <a:schemeClr val="bg1"/>
                    </a:solidFill>
                    <a:latin typeface="Times New Roman" pitchFamily="18" charset="0"/>
                    <a:ea typeface="+mn-ea"/>
                    <a:cs typeface="Times New Roman" pitchFamily="18" charset="0"/>
                  </a:defRPr>
                </a:lvl4pPr>
                <a:lvl5pPr marL="1426464" indent="-182880" algn="l" rtl="0" eaLnBrk="1" latinLnBrk="0" hangingPunct="1">
                  <a:spcBef>
                    <a:spcPct val="20000"/>
                  </a:spcBef>
                  <a:buClr>
                    <a:schemeClr val="accent5"/>
                  </a:buClr>
                  <a:buFont typeface="Wingdings 3"/>
                  <a:buChar char=""/>
                  <a:defRPr kumimoji="0" lang="en-US" sz="2000" kern="1200" smtClean="0">
                    <a:solidFill>
                      <a:schemeClr val="tx1"/>
                    </a:solidFill>
                    <a:latin typeface="Times New Roman" pitchFamily="18" charset="0"/>
                    <a:ea typeface="+mn-ea"/>
                    <a:cs typeface="Times New Roman" pitchFamily="18" charset="0"/>
                  </a:defRPr>
                </a:lvl5pPr>
                <a:lvl6pPr marL="1627632" indent="-182880" algn="l" rtl="0" eaLnBrk="1" latinLnBrk="0" hangingPunct="1">
                  <a:spcBef>
                    <a:spcPct val="20000"/>
                  </a:spcBef>
                  <a:buClr>
                    <a:schemeClr val="accent6"/>
                  </a:buClr>
                  <a:buSzPct val="100000"/>
                  <a:buFont typeface="Wingdings 2"/>
                  <a:buChar char=""/>
                  <a:defRPr kumimoji="0" sz="2000" kern="1200">
                    <a:solidFill>
                      <a:schemeClr val="tx1"/>
                    </a:solidFill>
                    <a:latin typeface="+mn-lt"/>
                    <a:ea typeface="+mn-ea"/>
                    <a:cs typeface="+mn-cs"/>
                  </a:defRPr>
                </a:lvl6pPr>
                <a:lvl7pPr marL="1828800" indent="-182880" algn="l" rtl="0" eaLnBrk="1" latinLnBrk="0" hangingPunct="1">
                  <a:spcBef>
                    <a:spcPct val="20000"/>
                  </a:spcBef>
                  <a:buClr>
                    <a:schemeClr val="accent1"/>
                  </a:buClr>
                  <a:buSzPct val="100000"/>
                  <a:buFont typeface="Wingdings 2"/>
                  <a:buChar char=""/>
                  <a:defRPr kumimoji="0" sz="1800" kern="1200">
                    <a:solidFill>
                      <a:schemeClr val="tx1"/>
                    </a:solidFill>
                    <a:latin typeface="+mn-lt"/>
                    <a:ea typeface="+mn-ea"/>
                    <a:cs typeface="+mn-cs"/>
                  </a:defRPr>
                </a:lvl7pPr>
                <a:lvl8pPr marL="2029968" indent="-182880" algn="l" rtl="0" eaLnBrk="1" latinLnBrk="0" hangingPunct="1">
                  <a:spcBef>
                    <a:spcPct val="20000"/>
                  </a:spcBef>
                  <a:buClr>
                    <a:schemeClr val="accent2"/>
                  </a:buClr>
                  <a:buFont typeface="Wingdings 2" pitchFamily="18" charset="2"/>
                  <a:buChar char=""/>
                  <a:defRPr kumimoji="0" sz="1800" kern="1200">
                    <a:solidFill>
                      <a:schemeClr val="tx1"/>
                    </a:solidFill>
                    <a:latin typeface="+mn-lt"/>
                    <a:ea typeface="+mn-ea"/>
                    <a:cs typeface="+mn-cs"/>
                  </a:defRPr>
                </a:lvl8pPr>
                <a:lvl9pPr marL="2231136" indent="-182880" algn="l" rtl="0" eaLnBrk="1" latinLnBrk="0" hangingPunct="1">
                  <a:spcBef>
                    <a:spcPct val="20000"/>
                  </a:spcBef>
                  <a:buClr>
                    <a:schemeClr val="accent3"/>
                  </a:buClr>
                  <a:buFont typeface="Wingdings 2" pitchFamily="18" charset="2"/>
                  <a:buChar char=""/>
                  <a:defRPr kumimoji="0" sz="1800" kern="1200" baseline="0">
                    <a:solidFill>
                      <a:schemeClr val="tx1"/>
                    </a:solidFill>
                    <a:latin typeface="+mn-lt"/>
                    <a:ea typeface="+mn-ea"/>
                    <a:cs typeface="+mn-cs"/>
                  </a:defRPr>
                </a:lvl9pPr>
                <a:extLst/>
              </a:lstStyle>
              <a:p>
                <a:pPr marL="118872" indent="0">
                  <a:lnSpc>
                    <a:spcPts val="4000"/>
                  </a:lnSpc>
                  <a:buNone/>
                </a:pPr>
                <a:r>
                  <a:rPr lang="en-US" altLang="zh-CN" sz="2600" b="1" dirty="0"/>
                  <a:t>(2) </a:t>
                </a:r>
                <a:r>
                  <a:rPr lang="zh-CN" altLang="en-US" sz="2600" b="1" dirty="0">
                    <a:solidFill>
                      <a:srgbClr val="FFFF00"/>
                    </a:solidFill>
                  </a:rPr>
                  <a:t>全局一致渐进稳定</a:t>
                </a:r>
                <a:r>
                  <a:rPr lang="zh-CN" altLang="en-US" sz="2600" b="1" dirty="0"/>
                  <a:t>，如果上式对</a:t>
                </a:r>
                <a14:m>
                  <m:oMath xmlns:m="http://schemas.openxmlformats.org/officeDocument/2006/math">
                    <m:r>
                      <a:rPr lang="en-US" altLang="zh-CN" sz="2600" b="1" i="0" smtClean="0">
                        <a:solidFill>
                          <a:srgbClr val="00FFFF"/>
                        </a:solidFill>
                        <a:latin typeface="Cambria Math" panose="02040503050406030204" pitchFamily="18" charset="0"/>
                      </a:rPr>
                      <m:t> </m:t>
                    </m:r>
                    <m:r>
                      <a:rPr lang="zh-CN" altLang="en-US" sz="2600" i="1" smtClean="0">
                        <a:solidFill>
                          <a:srgbClr val="FFFF00"/>
                        </a:solidFill>
                        <a:latin typeface="Cambria Math" panose="02040503050406030204" pitchFamily="18" charset="0"/>
                      </a:rPr>
                      <m:t>∀</m:t>
                    </m:r>
                    <m:r>
                      <a:rPr lang="zh-CN" altLang="en-US" sz="2600" b="1" i="1" smtClean="0">
                        <a:solidFill>
                          <a:srgbClr val="FFFF00"/>
                        </a:solidFill>
                        <a:latin typeface="Cambria Math" panose="02040503050406030204" pitchFamily="18" charset="0"/>
                      </a:rPr>
                      <m:t>𝒙</m:t>
                    </m:r>
                    <m:r>
                      <a:rPr lang="zh-CN" altLang="en-US" sz="2600" i="1" smtClean="0">
                        <a:solidFill>
                          <a:srgbClr val="FFFF00"/>
                        </a:solidFill>
                        <a:latin typeface="Cambria Math" panose="02040503050406030204" pitchFamily="18" charset="0"/>
                      </a:rPr>
                      <m:t>(</m:t>
                    </m:r>
                    <m:sSub>
                      <m:sSubPr>
                        <m:ctrlPr>
                          <a:rPr lang="zh-CN" altLang="en-US" sz="2600" i="1">
                            <a:solidFill>
                              <a:srgbClr val="FFFF00"/>
                            </a:solidFill>
                            <a:latin typeface="Cambria Math" panose="02040503050406030204" pitchFamily="18" charset="0"/>
                          </a:rPr>
                        </m:ctrlPr>
                      </m:sSubPr>
                      <m:e>
                        <m:r>
                          <a:rPr lang="zh-CN" altLang="en-US" sz="2600" i="1">
                            <a:solidFill>
                              <a:srgbClr val="FFFF00"/>
                            </a:solidFill>
                            <a:latin typeface="Cambria Math" panose="02040503050406030204" pitchFamily="18" charset="0"/>
                          </a:rPr>
                          <m:t>𝑡</m:t>
                        </m:r>
                      </m:e>
                      <m:sub>
                        <m:r>
                          <a:rPr lang="zh-CN" altLang="en-US" sz="2600" i="1">
                            <a:solidFill>
                              <a:srgbClr val="FFFF00"/>
                            </a:solidFill>
                            <a:latin typeface="Cambria Math" panose="02040503050406030204" pitchFamily="18" charset="0"/>
                          </a:rPr>
                          <m:t>0</m:t>
                        </m:r>
                      </m:sub>
                    </m:sSub>
                    <m:r>
                      <a:rPr lang="zh-CN" altLang="en-US" sz="2600" i="1">
                        <a:solidFill>
                          <a:srgbClr val="FFFF00"/>
                        </a:solidFill>
                        <a:latin typeface="Cambria Math" panose="02040503050406030204" pitchFamily="18" charset="0"/>
                      </a:rPr>
                      <m:t>)∈</m:t>
                    </m:r>
                    <m:sSup>
                      <m:sSupPr>
                        <m:ctrlPr>
                          <a:rPr lang="zh-CN" altLang="en-US" sz="2600" i="1">
                            <a:solidFill>
                              <a:srgbClr val="FFFF00"/>
                            </a:solidFill>
                            <a:latin typeface="Cambria Math" panose="02040503050406030204" pitchFamily="18" charset="0"/>
                          </a:rPr>
                        </m:ctrlPr>
                      </m:sSupPr>
                      <m:e>
                        <m:r>
                          <a:rPr lang="zh-CN" altLang="en-US" sz="2600" i="1">
                            <a:solidFill>
                              <a:srgbClr val="FFFF00"/>
                            </a:solidFill>
                            <a:latin typeface="Cambria Math" panose="02040503050406030204" pitchFamily="18" charset="0"/>
                          </a:rPr>
                          <m:t>ℝ</m:t>
                        </m:r>
                      </m:e>
                      <m:sup>
                        <m:r>
                          <a:rPr lang="zh-CN" altLang="en-US" sz="2600" i="1">
                            <a:solidFill>
                              <a:srgbClr val="FFFF00"/>
                            </a:solidFill>
                            <a:latin typeface="Cambria Math" panose="02040503050406030204" pitchFamily="18" charset="0"/>
                          </a:rPr>
                          <m:t>𝑛</m:t>
                        </m:r>
                      </m:sup>
                    </m:sSup>
                  </m:oMath>
                </a14:m>
                <a:r>
                  <a:rPr lang="zh-CN" altLang="en-US" sz="2600" b="1" dirty="0">
                    <a:solidFill>
                      <a:srgbClr val="FFFF00"/>
                    </a:solidFill>
                  </a:rPr>
                  <a:t> </a:t>
                </a:r>
                <a:r>
                  <a:rPr lang="zh-CN" altLang="en-US" sz="2600" b="1" dirty="0"/>
                  <a:t>都成立。</a:t>
                </a:r>
                <a:endParaRPr lang="en-US" altLang="zh-CN" sz="2600" b="1" dirty="0"/>
              </a:p>
            </p:txBody>
          </p:sp>
        </mc:Choice>
        <mc:Fallback>
          <p:sp>
            <p:nvSpPr>
              <p:cNvPr id="32" name="内容占位符 2"/>
              <p:cNvSpPr txBox="1">
                <a:spLocks noRot="1" noChangeAspect="1" noMove="1" noResize="1" noEditPoints="1" noAdjustHandles="1" noChangeArrowheads="1" noChangeShapeType="1" noTextEdit="1"/>
              </p:cNvSpPr>
              <p:nvPr/>
            </p:nvSpPr>
            <p:spPr>
              <a:xfrm>
                <a:off x="438472" y="3573016"/>
                <a:ext cx="8382000" cy="978495"/>
              </a:xfrm>
              <a:prstGeom prst="rect">
                <a:avLst/>
              </a:prstGeom>
              <a:blipFill>
                <a:blip r:embed="rId6"/>
                <a:stretch>
                  <a:fillRect l="-364" b="-29814"/>
                </a:stretch>
              </a:blipFill>
            </p:spPr>
            <p:txBody>
              <a:bodyPr/>
              <a:lstStyle/>
              <a:p>
                <a:r>
                  <a:rPr lang="zh-CN" altLang="en-US">
                    <a:noFill/>
                  </a:rPr>
                  <a:t> </a:t>
                </a:r>
              </a:p>
            </p:txBody>
          </p:sp>
        </mc:Fallback>
      </mc:AlternateContent>
      <p:sp>
        <p:nvSpPr>
          <p:cNvPr id="37" name="TextBox 36"/>
          <p:cNvSpPr txBox="1"/>
          <p:nvPr/>
        </p:nvSpPr>
        <p:spPr>
          <a:xfrm>
            <a:off x="4211960" y="3212976"/>
            <a:ext cx="3262432" cy="461665"/>
          </a:xfrm>
          <a:prstGeom prst="rect">
            <a:avLst/>
          </a:prstGeom>
          <a:noFill/>
        </p:spPr>
        <p:txBody>
          <a:bodyPr wrap="none" rtlCol="0">
            <a:spAutoFit/>
          </a:bodyPr>
          <a:lstStyle/>
          <a:p>
            <a:r>
              <a:rPr lang="zh-CN" altLang="en-US" sz="2400" b="1" dirty="0">
                <a:solidFill>
                  <a:srgbClr val="FFFF00"/>
                </a:solidFill>
                <a:latin typeface="Times New Roman" pitchFamily="18" charset="0"/>
                <a:cs typeface="Times New Roman" pitchFamily="18" charset="0"/>
              </a:rPr>
              <a:t>收敛性不依赖初始时刻</a:t>
            </a:r>
          </a:p>
        </p:txBody>
      </p:sp>
      <p:grpSp>
        <p:nvGrpSpPr>
          <p:cNvPr id="4" name="组合 3"/>
          <p:cNvGrpSpPr/>
          <p:nvPr/>
        </p:nvGrpSpPr>
        <p:grpSpPr>
          <a:xfrm>
            <a:off x="438472" y="5445224"/>
            <a:ext cx="8382000" cy="1224136"/>
            <a:chOff x="438472" y="5517232"/>
            <a:chExt cx="8382000" cy="1224136"/>
          </a:xfrm>
        </p:grpSpPr>
        <p:sp>
          <p:nvSpPr>
            <p:cNvPr id="17" name="内容占位符 2"/>
            <p:cNvSpPr txBox="1">
              <a:spLocks/>
            </p:cNvSpPr>
            <p:nvPr/>
          </p:nvSpPr>
          <p:spPr>
            <a:xfrm>
              <a:off x="438472" y="5517232"/>
              <a:ext cx="8382000" cy="1224136"/>
            </a:xfrm>
            <a:prstGeom prst="rect">
              <a:avLst/>
            </a:prstGeom>
          </p:spPr>
          <p:txBody>
            <a:bodyPr vert="horz" lIns="54864" tIns="91440" rtlCol="0">
              <a:normAutofit/>
            </a:bodyPr>
            <a:lstStyle>
              <a:lvl1pPr marL="438912" indent="-320040" algn="l" rtl="0" eaLnBrk="1" latinLnBrk="0" hangingPunct="1">
                <a:spcBef>
                  <a:spcPts val="0"/>
                </a:spcBef>
                <a:buClr>
                  <a:schemeClr val="accent1"/>
                </a:buClr>
                <a:buSzPct val="80000"/>
                <a:buFont typeface="Wingdings 2"/>
                <a:buChar char=""/>
                <a:defRPr kumimoji="0" sz="3200" kern="1200">
                  <a:solidFill>
                    <a:schemeClr val="bg1"/>
                  </a:solidFill>
                  <a:latin typeface="Times New Roman" pitchFamily="18" charset="0"/>
                  <a:ea typeface="+mn-ea"/>
                  <a:cs typeface="Times New Roman" pitchFamily="18" charset="0"/>
                </a:defRPr>
              </a:lvl1pPr>
              <a:lvl2pPr marL="731520" indent="-274320" algn="l" rtl="0" eaLnBrk="1" latinLnBrk="0" hangingPunct="1">
                <a:spcBef>
                  <a:spcPct val="20000"/>
                </a:spcBef>
                <a:buClr>
                  <a:schemeClr val="accent2"/>
                </a:buClr>
                <a:buSzPct val="90000"/>
                <a:buFont typeface="Wingdings"/>
                <a:buChar char=""/>
                <a:defRPr kumimoji="0" sz="2800" kern="1200">
                  <a:solidFill>
                    <a:schemeClr val="bg1"/>
                  </a:solidFill>
                  <a:latin typeface="Times New Roman" pitchFamily="18" charset="0"/>
                  <a:ea typeface="+mn-ea"/>
                  <a:cs typeface="Times New Roman" pitchFamily="18" charset="0"/>
                </a:defRPr>
              </a:lvl2pPr>
              <a:lvl3pPr marL="996696" indent="-228600" algn="l" rtl="0" eaLnBrk="1" latinLnBrk="0" hangingPunct="1">
                <a:spcBef>
                  <a:spcPct val="20000"/>
                </a:spcBef>
                <a:buClr>
                  <a:schemeClr val="accent3"/>
                </a:buClr>
                <a:buFont typeface="Arial"/>
                <a:buChar char="▪"/>
                <a:defRPr kumimoji="0" sz="2400" kern="1200">
                  <a:solidFill>
                    <a:schemeClr val="bg1"/>
                  </a:solidFill>
                  <a:latin typeface="Times New Roman" pitchFamily="18" charset="0"/>
                  <a:ea typeface="+mn-ea"/>
                  <a:cs typeface="Times New Roman" pitchFamily="18" charset="0"/>
                </a:defRPr>
              </a:lvl3pPr>
              <a:lvl4pPr marL="1216152" indent="-182880" algn="l" rtl="0" eaLnBrk="1" latinLnBrk="0" hangingPunct="1">
                <a:spcBef>
                  <a:spcPct val="20000"/>
                </a:spcBef>
                <a:buClr>
                  <a:schemeClr val="accent4"/>
                </a:buClr>
                <a:buFont typeface="Arial"/>
                <a:buChar char="▪"/>
                <a:defRPr kumimoji="0" sz="2000" kern="1200">
                  <a:solidFill>
                    <a:schemeClr val="bg1"/>
                  </a:solidFill>
                  <a:latin typeface="Times New Roman" pitchFamily="18" charset="0"/>
                  <a:ea typeface="+mn-ea"/>
                  <a:cs typeface="Times New Roman" pitchFamily="18" charset="0"/>
                </a:defRPr>
              </a:lvl4pPr>
              <a:lvl5pPr marL="1426464" indent="-182880" algn="l" rtl="0" eaLnBrk="1" latinLnBrk="0" hangingPunct="1">
                <a:spcBef>
                  <a:spcPct val="20000"/>
                </a:spcBef>
                <a:buClr>
                  <a:schemeClr val="accent5"/>
                </a:buClr>
                <a:buFont typeface="Wingdings 3"/>
                <a:buChar char=""/>
                <a:defRPr kumimoji="0" lang="en-US" sz="2000" kern="1200" smtClean="0">
                  <a:solidFill>
                    <a:schemeClr val="tx1"/>
                  </a:solidFill>
                  <a:latin typeface="Times New Roman" pitchFamily="18" charset="0"/>
                  <a:ea typeface="+mn-ea"/>
                  <a:cs typeface="Times New Roman" pitchFamily="18" charset="0"/>
                </a:defRPr>
              </a:lvl5pPr>
              <a:lvl6pPr marL="1627632" indent="-182880" algn="l" rtl="0" eaLnBrk="1" latinLnBrk="0" hangingPunct="1">
                <a:spcBef>
                  <a:spcPct val="20000"/>
                </a:spcBef>
                <a:buClr>
                  <a:schemeClr val="accent6"/>
                </a:buClr>
                <a:buSzPct val="100000"/>
                <a:buFont typeface="Wingdings 2"/>
                <a:buChar char=""/>
                <a:defRPr kumimoji="0" sz="2000" kern="1200">
                  <a:solidFill>
                    <a:schemeClr val="tx1"/>
                  </a:solidFill>
                  <a:latin typeface="+mn-lt"/>
                  <a:ea typeface="+mn-ea"/>
                  <a:cs typeface="+mn-cs"/>
                </a:defRPr>
              </a:lvl6pPr>
              <a:lvl7pPr marL="1828800" indent="-182880" algn="l" rtl="0" eaLnBrk="1" latinLnBrk="0" hangingPunct="1">
                <a:spcBef>
                  <a:spcPct val="20000"/>
                </a:spcBef>
                <a:buClr>
                  <a:schemeClr val="accent1"/>
                </a:buClr>
                <a:buSzPct val="100000"/>
                <a:buFont typeface="Wingdings 2"/>
                <a:buChar char=""/>
                <a:defRPr kumimoji="0" sz="1800" kern="1200">
                  <a:solidFill>
                    <a:schemeClr val="tx1"/>
                  </a:solidFill>
                  <a:latin typeface="+mn-lt"/>
                  <a:ea typeface="+mn-ea"/>
                  <a:cs typeface="+mn-cs"/>
                </a:defRPr>
              </a:lvl7pPr>
              <a:lvl8pPr marL="2029968" indent="-182880" algn="l" rtl="0" eaLnBrk="1" latinLnBrk="0" hangingPunct="1">
                <a:spcBef>
                  <a:spcPct val="20000"/>
                </a:spcBef>
                <a:buClr>
                  <a:schemeClr val="accent2"/>
                </a:buClr>
                <a:buFont typeface="Wingdings 2" pitchFamily="18" charset="2"/>
                <a:buChar char=""/>
                <a:defRPr kumimoji="0" sz="1800" kern="1200">
                  <a:solidFill>
                    <a:schemeClr val="tx1"/>
                  </a:solidFill>
                  <a:latin typeface="+mn-lt"/>
                  <a:ea typeface="+mn-ea"/>
                  <a:cs typeface="+mn-cs"/>
                </a:defRPr>
              </a:lvl8pPr>
              <a:lvl9pPr marL="2231136" indent="-182880" algn="l" rtl="0" eaLnBrk="1" latinLnBrk="0" hangingPunct="1">
                <a:spcBef>
                  <a:spcPct val="20000"/>
                </a:spcBef>
                <a:buClr>
                  <a:schemeClr val="accent3"/>
                </a:buClr>
                <a:buFont typeface="Wingdings 2" pitchFamily="18" charset="2"/>
                <a:buChar char=""/>
                <a:defRPr kumimoji="0" sz="1800" kern="1200" baseline="0">
                  <a:solidFill>
                    <a:schemeClr val="tx1"/>
                  </a:solidFill>
                  <a:latin typeface="+mn-lt"/>
                  <a:ea typeface="+mn-ea"/>
                  <a:cs typeface="+mn-cs"/>
                </a:defRPr>
              </a:lvl9pPr>
              <a:extLst/>
            </a:lstStyle>
            <a:p>
              <a:pPr>
                <a:lnSpc>
                  <a:spcPts val="4000"/>
                </a:lnSpc>
              </a:pPr>
              <a:r>
                <a:rPr lang="zh-CN" altLang="en-US" sz="2800" b="1" dirty="0">
                  <a:solidFill>
                    <a:srgbClr val="FFFF00"/>
                  </a:solidFill>
                </a:rPr>
                <a:t>全局一致渐进稳定 </a:t>
              </a:r>
              <a:r>
                <a:rPr lang="en-US" altLang="zh-CN" sz="2800" b="1" dirty="0"/>
                <a:t>=</a:t>
              </a:r>
              <a:r>
                <a:rPr lang="zh-CN" altLang="en-US" sz="2800" b="1" dirty="0"/>
                <a:t> </a:t>
              </a:r>
              <a:r>
                <a:rPr lang="zh-CN" altLang="en-US" sz="2800" b="1" dirty="0">
                  <a:solidFill>
                    <a:srgbClr val="FFFF00"/>
                  </a:solidFill>
                </a:rPr>
                <a:t>局部一致稳定 </a:t>
              </a:r>
              <a:r>
                <a:rPr lang="en-US" altLang="zh-CN" sz="2800" b="1" dirty="0">
                  <a:solidFill>
                    <a:srgbClr val="FFFF00"/>
                  </a:solidFill>
                </a:rPr>
                <a:t>+</a:t>
              </a:r>
              <a:r>
                <a:rPr lang="zh-CN" altLang="en-US" sz="2800" b="1" dirty="0">
                  <a:solidFill>
                    <a:srgbClr val="FFFF00"/>
                  </a:solidFill>
                </a:rPr>
                <a:t>全局一致有界 </a:t>
              </a:r>
              <a:r>
                <a:rPr lang="en-US" altLang="zh-CN" sz="2800" b="1" dirty="0"/>
                <a:t>+</a:t>
              </a:r>
              <a:r>
                <a:rPr lang="zh-CN" altLang="en-US" sz="2800" b="1" dirty="0"/>
                <a:t>全局一致收敛</a:t>
              </a:r>
            </a:p>
          </p:txBody>
        </p:sp>
        <p:sp>
          <p:nvSpPr>
            <p:cNvPr id="18" name="TextBox 17"/>
            <p:cNvSpPr txBox="1"/>
            <p:nvPr/>
          </p:nvSpPr>
          <p:spPr>
            <a:xfrm>
              <a:off x="5925051" y="6063679"/>
              <a:ext cx="2031325" cy="461665"/>
            </a:xfrm>
            <a:prstGeom prst="rect">
              <a:avLst/>
            </a:prstGeom>
            <a:noFill/>
          </p:spPr>
          <p:txBody>
            <a:bodyPr wrap="none" rtlCol="0">
              <a:spAutoFit/>
            </a:bodyPr>
            <a:lstStyle/>
            <a:p>
              <a:r>
                <a:rPr lang="zh-CN" altLang="en-US" sz="2400" b="1" dirty="0">
                  <a:solidFill>
                    <a:srgbClr val="07FF48"/>
                  </a:solidFill>
                  <a:latin typeface="Times New Roman" pitchFamily="18" charset="0"/>
                  <a:cs typeface="Times New Roman" pitchFamily="18" charset="0"/>
                </a:rPr>
                <a:t>全局一致稳定</a:t>
              </a:r>
            </a:p>
          </p:txBody>
        </p:sp>
      </p:grpSp>
      <p:grpSp>
        <p:nvGrpSpPr>
          <p:cNvPr id="5" name="组合 4"/>
          <p:cNvGrpSpPr/>
          <p:nvPr/>
        </p:nvGrpSpPr>
        <p:grpSpPr>
          <a:xfrm>
            <a:off x="102211" y="4869160"/>
            <a:ext cx="8836049" cy="543418"/>
            <a:chOff x="963469" y="4911551"/>
            <a:chExt cx="7721103" cy="543418"/>
          </a:xfrm>
        </p:grpSpPr>
        <p:sp>
          <p:nvSpPr>
            <p:cNvPr id="21" name="TextBox 20"/>
            <p:cNvSpPr txBox="1"/>
            <p:nvPr/>
          </p:nvSpPr>
          <p:spPr>
            <a:xfrm>
              <a:off x="7457566" y="4954240"/>
              <a:ext cx="1227006" cy="461665"/>
            </a:xfrm>
            <a:prstGeom prst="rect">
              <a:avLst/>
            </a:prstGeom>
            <a:noFill/>
          </p:spPr>
          <p:txBody>
            <a:bodyPr wrap="square" rtlCol="0">
              <a:spAutoFit/>
            </a:bodyPr>
            <a:lstStyle/>
            <a:p>
              <a:r>
                <a:rPr lang="zh-CN" altLang="en-US" sz="2400" b="1" dirty="0">
                  <a:solidFill>
                    <a:srgbClr val="FFFF00"/>
                  </a:solidFill>
                  <a:latin typeface="Times New Roman" pitchFamily="18" charset="0"/>
                  <a:cs typeface="Times New Roman" pitchFamily="18" charset="0"/>
                </a:rPr>
                <a:t>指数收敛</a:t>
              </a:r>
            </a:p>
          </p:txBody>
        </p:sp>
        <mc:AlternateContent xmlns:mc="http://schemas.openxmlformats.org/markup-compatibility/2006" xmlns:a14="http://schemas.microsoft.com/office/drawing/2010/main">
          <mc:Choice Requires="a14">
            <p:sp>
              <p:nvSpPr>
                <p:cNvPr id="22" name="TextBox 21"/>
                <p:cNvSpPr txBox="1"/>
                <p:nvPr/>
              </p:nvSpPr>
              <p:spPr>
                <a:xfrm>
                  <a:off x="963469" y="4911551"/>
                  <a:ext cx="6409253" cy="543418"/>
                </a:xfrm>
                <a:prstGeom prst="rect">
                  <a:avLst/>
                </a:prstGeom>
                <a:noFill/>
              </p:spPr>
              <p:txBody>
                <a:bodyPr wrap="none" rtlCol="0">
                  <a:spAutoFit/>
                </a:bodyPr>
                <a:lstStyle/>
                <a:p>
                  <a:r>
                    <a:rPr lang="zh-CN" altLang="en-US" sz="2800" b="1" dirty="0">
                      <a:solidFill>
                        <a:schemeClr val="bg1"/>
                      </a:solidFill>
                      <a:latin typeface="Times New Roman" pitchFamily="18" charset="0"/>
                      <a:cs typeface="Times New Roman" pitchFamily="18" charset="0"/>
                    </a:rPr>
                    <a:t>若：</a:t>
                  </a:r>
                  <a14:m>
                    <m:oMath xmlns:m="http://schemas.openxmlformats.org/officeDocument/2006/math">
                      <m:r>
                        <a:rPr lang="zh-CN" altLang="en-US" sz="2800" i="1" smtClean="0">
                          <a:solidFill>
                            <a:srgbClr val="FFFF00"/>
                          </a:solidFill>
                          <a:latin typeface="Cambria Math" panose="02040503050406030204" pitchFamily="18" charset="0"/>
                        </a:rPr>
                        <m:t>𝛽</m:t>
                      </m:r>
                      <m:r>
                        <a:rPr lang="zh-CN" altLang="en-US" sz="2800" i="1" smtClean="0">
                          <a:solidFill>
                            <a:srgbClr val="FFFF00"/>
                          </a:solidFill>
                          <a:latin typeface="Cambria Math" panose="02040503050406030204" pitchFamily="18" charset="0"/>
                        </a:rPr>
                        <m:t>(</m:t>
                      </m:r>
                      <m:d>
                        <m:dPr>
                          <m:begChr m:val="‖"/>
                          <m:endChr m:val="‖"/>
                          <m:ctrlPr>
                            <a:rPr lang="zh-CN" altLang="en-US" sz="2800" i="1">
                              <a:solidFill>
                                <a:srgbClr val="FFFF00"/>
                              </a:solidFill>
                              <a:latin typeface="Cambria Math" panose="02040503050406030204" pitchFamily="18" charset="0"/>
                            </a:rPr>
                          </m:ctrlPr>
                        </m:dPr>
                        <m:e>
                          <m:r>
                            <a:rPr lang="zh-CN" altLang="en-US" sz="2800" b="1" i="1">
                              <a:solidFill>
                                <a:srgbClr val="FFFF00"/>
                              </a:solidFill>
                              <a:latin typeface="Cambria Math" panose="02040503050406030204" pitchFamily="18" charset="0"/>
                            </a:rPr>
                            <m:t>𝒙</m:t>
                          </m:r>
                          <m:r>
                            <a:rPr lang="zh-CN" altLang="en-US" sz="2800" i="1">
                              <a:solidFill>
                                <a:srgbClr val="FFFF00"/>
                              </a:solidFill>
                              <a:latin typeface="Cambria Math" panose="02040503050406030204" pitchFamily="18" charset="0"/>
                            </a:rPr>
                            <m:t>(</m:t>
                          </m:r>
                          <m:sSub>
                            <m:sSubPr>
                              <m:ctrlPr>
                                <a:rPr lang="zh-CN" altLang="en-US" sz="2800" i="1">
                                  <a:solidFill>
                                    <a:srgbClr val="FFFF00"/>
                                  </a:solidFill>
                                  <a:latin typeface="Cambria Math" panose="02040503050406030204" pitchFamily="18" charset="0"/>
                                </a:rPr>
                              </m:ctrlPr>
                            </m:sSubPr>
                            <m:e>
                              <m:r>
                                <a:rPr lang="zh-CN" altLang="en-US" sz="2800" i="1">
                                  <a:solidFill>
                                    <a:srgbClr val="FFFF00"/>
                                  </a:solidFill>
                                  <a:latin typeface="Cambria Math" panose="02040503050406030204" pitchFamily="18" charset="0"/>
                                </a:rPr>
                                <m:t>𝑡</m:t>
                              </m:r>
                            </m:e>
                            <m:sub>
                              <m:r>
                                <a:rPr lang="zh-CN" altLang="en-US" sz="2800" i="1">
                                  <a:solidFill>
                                    <a:srgbClr val="FFFF00"/>
                                  </a:solidFill>
                                  <a:latin typeface="Cambria Math" panose="02040503050406030204" pitchFamily="18" charset="0"/>
                                </a:rPr>
                                <m:t>0</m:t>
                              </m:r>
                            </m:sub>
                          </m:sSub>
                          <m:r>
                            <a:rPr lang="zh-CN" altLang="en-US" sz="2800" i="1">
                              <a:solidFill>
                                <a:srgbClr val="FFFF00"/>
                              </a:solidFill>
                              <a:latin typeface="Cambria Math" panose="02040503050406030204" pitchFamily="18" charset="0"/>
                            </a:rPr>
                            <m:t>)</m:t>
                          </m:r>
                        </m:e>
                      </m:d>
                      <m:r>
                        <a:rPr lang="zh-CN" altLang="en-US" sz="2800" i="1">
                          <a:solidFill>
                            <a:srgbClr val="FFFF00"/>
                          </a:solidFill>
                          <a:latin typeface="Cambria Math" panose="02040503050406030204" pitchFamily="18" charset="0"/>
                        </a:rPr>
                        <m:t>,</m:t>
                      </m:r>
                      <m:r>
                        <a:rPr lang="zh-CN" altLang="en-US" sz="2800" i="1">
                          <a:solidFill>
                            <a:srgbClr val="FFFF00"/>
                          </a:solidFill>
                          <a:latin typeface="Cambria Math" panose="02040503050406030204" pitchFamily="18" charset="0"/>
                        </a:rPr>
                        <m:t>𝑡</m:t>
                      </m:r>
                      <m:r>
                        <a:rPr lang="zh-CN" altLang="en-US" sz="2800" i="1">
                          <a:solidFill>
                            <a:srgbClr val="FFFF00"/>
                          </a:solidFill>
                          <a:latin typeface="Cambria Math" panose="02040503050406030204" pitchFamily="18" charset="0"/>
                        </a:rPr>
                        <m:t>−</m:t>
                      </m:r>
                      <m:sSub>
                        <m:sSubPr>
                          <m:ctrlPr>
                            <a:rPr lang="zh-CN" altLang="en-US" sz="2800" i="1">
                              <a:solidFill>
                                <a:srgbClr val="FFFF00"/>
                              </a:solidFill>
                              <a:latin typeface="Cambria Math" panose="02040503050406030204" pitchFamily="18" charset="0"/>
                            </a:rPr>
                          </m:ctrlPr>
                        </m:sSubPr>
                        <m:e>
                          <m:r>
                            <a:rPr lang="zh-CN" altLang="en-US" sz="2800" i="1">
                              <a:solidFill>
                                <a:srgbClr val="FFFF00"/>
                              </a:solidFill>
                              <a:latin typeface="Cambria Math" panose="02040503050406030204" pitchFamily="18" charset="0"/>
                            </a:rPr>
                            <m:t>𝑡</m:t>
                          </m:r>
                        </m:e>
                        <m:sub>
                          <m:r>
                            <a:rPr lang="zh-CN" altLang="en-US" sz="2800" i="1">
                              <a:solidFill>
                                <a:srgbClr val="FFFF00"/>
                              </a:solidFill>
                              <a:latin typeface="Cambria Math" panose="02040503050406030204" pitchFamily="18" charset="0"/>
                            </a:rPr>
                            <m:t>0</m:t>
                          </m:r>
                        </m:sub>
                      </m:sSub>
                      <m:r>
                        <a:rPr lang="zh-CN" altLang="en-US" sz="2800" i="1">
                          <a:solidFill>
                            <a:srgbClr val="FFFF00"/>
                          </a:solidFill>
                          <a:latin typeface="Cambria Math" panose="02040503050406030204" pitchFamily="18" charset="0"/>
                        </a:rPr>
                        <m:t>)=</m:t>
                      </m:r>
                      <m:r>
                        <a:rPr lang="zh-CN" altLang="en-US" sz="2800" i="1">
                          <a:solidFill>
                            <a:srgbClr val="FFFF00"/>
                          </a:solidFill>
                          <a:latin typeface="Cambria Math" panose="02040503050406030204" pitchFamily="18" charset="0"/>
                        </a:rPr>
                        <m:t>𝛼</m:t>
                      </m:r>
                      <m:r>
                        <a:rPr lang="zh-CN" altLang="en-US" sz="2800" i="1">
                          <a:solidFill>
                            <a:srgbClr val="FFFF00"/>
                          </a:solidFill>
                          <a:latin typeface="Cambria Math" panose="02040503050406030204" pitchFamily="18" charset="0"/>
                        </a:rPr>
                        <m:t>(</m:t>
                      </m:r>
                      <m:d>
                        <m:dPr>
                          <m:begChr m:val="‖"/>
                          <m:endChr m:val="‖"/>
                          <m:ctrlPr>
                            <a:rPr lang="zh-CN" altLang="en-US" sz="2800" i="1">
                              <a:solidFill>
                                <a:srgbClr val="FFFF00"/>
                              </a:solidFill>
                              <a:latin typeface="Cambria Math" panose="02040503050406030204" pitchFamily="18" charset="0"/>
                            </a:rPr>
                          </m:ctrlPr>
                        </m:dPr>
                        <m:e>
                          <m:r>
                            <a:rPr lang="zh-CN" altLang="en-US" sz="2800" b="1" i="1">
                              <a:solidFill>
                                <a:srgbClr val="FFFF00"/>
                              </a:solidFill>
                              <a:latin typeface="Cambria Math" panose="02040503050406030204" pitchFamily="18" charset="0"/>
                            </a:rPr>
                            <m:t>𝒙</m:t>
                          </m:r>
                          <m:r>
                            <a:rPr lang="zh-CN" altLang="en-US" sz="2800" i="1">
                              <a:solidFill>
                                <a:srgbClr val="FFFF00"/>
                              </a:solidFill>
                              <a:latin typeface="Cambria Math" panose="02040503050406030204" pitchFamily="18" charset="0"/>
                            </a:rPr>
                            <m:t>(</m:t>
                          </m:r>
                          <m:sSub>
                            <m:sSubPr>
                              <m:ctrlPr>
                                <a:rPr lang="zh-CN" altLang="en-US" sz="2800" i="1">
                                  <a:solidFill>
                                    <a:srgbClr val="FFFF00"/>
                                  </a:solidFill>
                                  <a:latin typeface="Cambria Math" panose="02040503050406030204" pitchFamily="18" charset="0"/>
                                </a:rPr>
                              </m:ctrlPr>
                            </m:sSubPr>
                            <m:e>
                              <m:r>
                                <a:rPr lang="zh-CN" altLang="en-US" sz="2800" i="1">
                                  <a:solidFill>
                                    <a:srgbClr val="FFFF00"/>
                                  </a:solidFill>
                                  <a:latin typeface="Cambria Math" panose="02040503050406030204" pitchFamily="18" charset="0"/>
                                </a:rPr>
                                <m:t>𝑡</m:t>
                              </m:r>
                            </m:e>
                            <m:sub>
                              <m:r>
                                <a:rPr lang="zh-CN" altLang="en-US" sz="2800" i="1">
                                  <a:solidFill>
                                    <a:srgbClr val="FFFF00"/>
                                  </a:solidFill>
                                  <a:latin typeface="Cambria Math" panose="02040503050406030204" pitchFamily="18" charset="0"/>
                                </a:rPr>
                                <m:t>0</m:t>
                              </m:r>
                            </m:sub>
                          </m:sSub>
                          <m:r>
                            <a:rPr lang="zh-CN" altLang="en-US" sz="2800" i="1">
                              <a:solidFill>
                                <a:srgbClr val="FFFF00"/>
                              </a:solidFill>
                              <a:latin typeface="Cambria Math" panose="02040503050406030204" pitchFamily="18" charset="0"/>
                            </a:rPr>
                            <m:t>)</m:t>
                          </m:r>
                        </m:e>
                      </m:d>
                      <m:r>
                        <a:rPr lang="zh-CN" altLang="en-US" sz="2800" i="1">
                          <a:solidFill>
                            <a:srgbClr val="FFFF00"/>
                          </a:solidFill>
                          <a:latin typeface="Cambria Math" panose="02040503050406030204" pitchFamily="18" charset="0"/>
                        </a:rPr>
                        <m:t>)</m:t>
                      </m:r>
                      <m:sSup>
                        <m:sSupPr>
                          <m:ctrlPr>
                            <a:rPr lang="zh-CN" altLang="en-US" sz="2800" i="1">
                              <a:solidFill>
                                <a:srgbClr val="FFFF00"/>
                              </a:solidFill>
                              <a:latin typeface="Cambria Math" panose="02040503050406030204" pitchFamily="18" charset="0"/>
                            </a:rPr>
                          </m:ctrlPr>
                        </m:sSupPr>
                        <m:e>
                          <m:r>
                            <a:rPr lang="zh-CN" altLang="en-US" sz="2800" i="1">
                              <a:solidFill>
                                <a:srgbClr val="FFFF00"/>
                              </a:solidFill>
                              <a:latin typeface="Cambria Math" panose="02040503050406030204" pitchFamily="18" charset="0"/>
                            </a:rPr>
                            <m:t>𝑒</m:t>
                          </m:r>
                        </m:e>
                        <m:sup>
                          <m:r>
                            <a:rPr lang="zh-CN" altLang="en-US" sz="2800" i="1">
                              <a:solidFill>
                                <a:srgbClr val="FFFF00"/>
                              </a:solidFill>
                              <a:latin typeface="Cambria Math" panose="02040503050406030204" pitchFamily="18" charset="0"/>
                            </a:rPr>
                            <m:t>−</m:t>
                          </m:r>
                          <m:r>
                            <a:rPr lang="zh-CN" altLang="en-US" sz="2800" i="1">
                              <a:solidFill>
                                <a:srgbClr val="FFFF00"/>
                              </a:solidFill>
                              <a:latin typeface="Cambria Math" panose="02040503050406030204" pitchFamily="18" charset="0"/>
                            </a:rPr>
                            <m:t>𝜆</m:t>
                          </m:r>
                          <m:r>
                            <a:rPr lang="zh-CN" altLang="en-US" sz="2800" i="1">
                              <a:solidFill>
                                <a:srgbClr val="FFFF00"/>
                              </a:solidFill>
                              <a:latin typeface="Cambria Math" panose="02040503050406030204" pitchFamily="18" charset="0"/>
                            </a:rPr>
                            <m:t>(</m:t>
                          </m:r>
                          <m:r>
                            <a:rPr lang="zh-CN" altLang="en-US" sz="2800" i="1">
                              <a:solidFill>
                                <a:srgbClr val="FFFF00"/>
                              </a:solidFill>
                              <a:latin typeface="Cambria Math" panose="02040503050406030204" pitchFamily="18" charset="0"/>
                            </a:rPr>
                            <m:t>𝑡</m:t>
                          </m:r>
                          <m:r>
                            <a:rPr lang="zh-CN" altLang="en-US" sz="2800" i="1">
                              <a:solidFill>
                                <a:srgbClr val="FFFF00"/>
                              </a:solidFill>
                              <a:latin typeface="Cambria Math" panose="02040503050406030204" pitchFamily="18" charset="0"/>
                            </a:rPr>
                            <m:t>−</m:t>
                          </m:r>
                          <m:sSub>
                            <m:sSubPr>
                              <m:ctrlPr>
                                <a:rPr lang="zh-CN" altLang="en-US" sz="2800" i="1">
                                  <a:solidFill>
                                    <a:srgbClr val="FFFF00"/>
                                  </a:solidFill>
                                  <a:latin typeface="Cambria Math" panose="02040503050406030204" pitchFamily="18" charset="0"/>
                                </a:rPr>
                              </m:ctrlPr>
                            </m:sSubPr>
                            <m:e>
                              <m:r>
                                <a:rPr lang="zh-CN" altLang="en-US" sz="2800" i="1">
                                  <a:solidFill>
                                    <a:srgbClr val="FFFF00"/>
                                  </a:solidFill>
                                  <a:latin typeface="Cambria Math" panose="02040503050406030204" pitchFamily="18" charset="0"/>
                                </a:rPr>
                                <m:t>𝑡</m:t>
                              </m:r>
                            </m:e>
                            <m:sub>
                              <m:r>
                                <a:rPr lang="zh-CN" altLang="en-US" sz="2800" i="1">
                                  <a:solidFill>
                                    <a:srgbClr val="FFFF00"/>
                                  </a:solidFill>
                                  <a:latin typeface="Cambria Math" panose="02040503050406030204" pitchFamily="18" charset="0"/>
                                </a:rPr>
                                <m:t>0</m:t>
                              </m:r>
                            </m:sub>
                          </m:sSub>
                          <m:r>
                            <a:rPr lang="zh-CN" altLang="en-US" sz="2800" i="1">
                              <a:solidFill>
                                <a:srgbClr val="FFFF00"/>
                              </a:solidFill>
                              <a:latin typeface="Cambria Math" panose="02040503050406030204" pitchFamily="18" charset="0"/>
                            </a:rPr>
                            <m:t>)</m:t>
                          </m:r>
                        </m:sup>
                      </m:sSup>
                    </m:oMath>
                  </a14:m>
                  <a:endParaRPr lang="zh-CN" altLang="en-US" sz="2800" b="1" dirty="0">
                    <a:solidFill>
                      <a:schemeClr val="bg1"/>
                    </a:solidFill>
                    <a:latin typeface="Times New Roman" pitchFamily="18" charset="0"/>
                    <a:cs typeface="Times New Roman" pitchFamily="18" charset="0"/>
                  </a:endParaRPr>
                </a:p>
              </p:txBody>
            </p:sp>
          </mc:Choice>
          <mc:Fallback xmlns="">
            <p:sp>
              <p:nvSpPr>
                <p:cNvPr id="22" name="TextBox 21"/>
                <p:cNvSpPr txBox="1">
                  <a:spLocks noRot="1" noChangeAspect="1" noMove="1" noResize="1" noEditPoints="1" noAdjustHandles="1" noChangeArrowheads="1" noChangeShapeType="1" noTextEdit="1"/>
                </p:cNvSpPr>
                <p:nvPr/>
              </p:nvSpPr>
              <p:spPr>
                <a:xfrm>
                  <a:off x="963469" y="4911551"/>
                  <a:ext cx="6409253" cy="543418"/>
                </a:xfrm>
                <a:prstGeom prst="rect">
                  <a:avLst/>
                </a:prstGeom>
                <a:blipFill>
                  <a:blip r:embed="rId7"/>
                  <a:stretch>
                    <a:fillRect l="-1746" t="-7865" b="-31461"/>
                  </a:stretch>
                </a:blipFill>
              </p:spPr>
              <p:txBody>
                <a:bodyPr/>
                <a:lstStyle/>
                <a:p>
                  <a:r>
                    <a:rPr lang="zh-CN" altLang="en-US">
                      <a:noFill/>
                    </a:rPr>
                    <a:t> </a:t>
                  </a:r>
                </a:p>
              </p:txBody>
            </p:sp>
          </mc:Fallback>
        </mc:AlternateContent>
      </p:grpSp>
      <p:sp>
        <p:nvSpPr>
          <p:cNvPr id="23" name="日期占位符 3"/>
          <p:cNvSpPr txBox="1">
            <a:spLocks/>
          </p:cNvSpPr>
          <p:nvPr/>
        </p:nvSpPr>
        <p:spPr>
          <a:xfrm>
            <a:off x="457200" y="6476999"/>
            <a:ext cx="2133600" cy="274320"/>
          </a:xfrm>
          <a:prstGeom prst="rect">
            <a:avLst/>
          </a:prstGeom>
        </p:spPr>
        <p:txBody>
          <a:bodyPr vert="horz" lIns="109728" rIns="45720" bIns="0" rtlCol="0" anchor="b"/>
          <a:lstStyle>
            <a:defPPr>
              <a:defRPr lang="zh-CN"/>
            </a:defPPr>
            <a:lvl1pPr marL="0" algn="l" defTabSz="914400" rtl="0" eaLnBrk="1" latinLnBrk="0" hangingPunct="1">
              <a:defRPr kumimoji="0" sz="1800" kern="1200">
                <a:solidFill>
                  <a:srgbClr val="FF0000"/>
                </a:solidFill>
                <a:latin typeface="Times New Roman" pitchFamily="18" charset="0"/>
                <a:ea typeface="+mn-ea"/>
                <a:cs typeface="Times New Roman" pitchFamily="18"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dirty="0"/>
          </a:p>
        </p:txBody>
      </p:sp>
      <mc:AlternateContent xmlns:mc="http://schemas.openxmlformats.org/markup-compatibility/2006" xmlns:a14="http://schemas.microsoft.com/office/drawing/2010/main">
        <mc:Choice Requires="a14">
          <p:sp>
            <p:nvSpPr>
              <p:cNvPr id="6" name="文本框 5">
                <a:extLst>
                  <a:ext uri="{FF2B5EF4-FFF2-40B4-BE49-F238E27FC236}">
                    <a16:creationId xmlns:a16="http://schemas.microsoft.com/office/drawing/2014/main" id="{C5DCEBEA-06F9-9622-B18C-6FDC60D9E0BD}"/>
                  </a:ext>
                </a:extLst>
              </p:cNvPr>
              <p:cNvSpPr txBox="1"/>
              <p:nvPr/>
            </p:nvSpPr>
            <p:spPr>
              <a:xfrm>
                <a:off x="525016" y="4273932"/>
                <a:ext cx="8208912" cy="52322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d>
                        <m:dPr>
                          <m:begChr m:val="‖"/>
                          <m:endChr m:val="‖"/>
                          <m:ctrlPr>
                            <a:rPr lang="zh-CN" altLang="en-US" sz="2800" i="1" smtClean="0">
                              <a:solidFill>
                                <a:srgbClr val="FFFF00"/>
                              </a:solidFill>
                              <a:latin typeface="Cambria Math" panose="02040503050406030204" pitchFamily="18" charset="0"/>
                            </a:rPr>
                          </m:ctrlPr>
                        </m:dPr>
                        <m:e>
                          <m:r>
                            <a:rPr lang="zh-CN" altLang="en-US" sz="2800" b="1" i="1">
                              <a:solidFill>
                                <a:srgbClr val="FFFF00"/>
                              </a:solidFill>
                              <a:latin typeface="Cambria Math" panose="02040503050406030204" pitchFamily="18" charset="0"/>
                            </a:rPr>
                            <m:t>𝒙</m:t>
                          </m:r>
                          <m:r>
                            <a:rPr lang="zh-CN" altLang="en-US" sz="2800" i="1">
                              <a:solidFill>
                                <a:srgbClr val="FFFF00"/>
                              </a:solidFill>
                              <a:latin typeface="Cambria Math" panose="02040503050406030204" pitchFamily="18" charset="0"/>
                            </a:rPr>
                            <m:t>(</m:t>
                          </m:r>
                          <m:r>
                            <a:rPr lang="zh-CN" altLang="en-US" sz="2800" i="1">
                              <a:solidFill>
                                <a:srgbClr val="FFFF00"/>
                              </a:solidFill>
                              <a:latin typeface="Cambria Math" panose="02040503050406030204" pitchFamily="18" charset="0"/>
                            </a:rPr>
                            <m:t>𝑡</m:t>
                          </m:r>
                          <m:r>
                            <a:rPr lang="zh-CN" altLang="en-US" sz="2800" i="0">
                              <a:solidFill>
                                <a:srgbClr val="FFFF00"/>
                              </a:solidFill>
                              <a:latin typeface="Cambria Math" panose="02040503050406030204" pitchFamily="18" charset="0"/>
                            </a:rPr>
                            <m:t>,</m:t>
                          </m:r>
                          <m:sSub>
                            <m:sSubPr>
                              <m:ctrlPr>
                                <a:rPr lang="zh-CN" altLang="en-US" sz="2800" i="1">
                                  <a:solidFill>
                                    <a:srgbClr val="FFFF00"/>
                                  </a:solidFill>
                                  <a:latin typeface="Cambria Math" panose="02040503050406030204" pitchFamily="18" charset="0"/>
                                </a:rPr>
                              </m:ctrlPr>
                            </m:sSubPr>
                            <m:e>
                              <m:r>
                                <a:rPr lang="zh-CN" altLang="en-US" sz="2800" i="1">
                                  <a:solidFill>
                                    <a:srgbClr val="FFFF00"/>
                                  </a:solidFill>
                                  <a:latin typeface="Cambria Math" panose="02040503050406030204" pitchFamily="18" charset="0"/>
                                </a:rPr>
                                <m:t>𝑡</m:t>
                              </m:r>
                            </m:e>
                            <m:sub>
                              <m:r>
                                <a:rPr lang="zh-CN" altLang="en-US" sz="2800" i="1">
                                  <a:solidFill>
                                    <a:srgbClr val="FFFF00"/>
                                  </a:solidFill>
                                  <a:latin typeface="Cambria Math" panose="02040503050406030204" pitchFamily="18" charset="0"/>
                                </a:rPr>
                                <m:t>0</m:t>
                              </m:r>
                            </m:sub>
                          </m:sSub>
                          <m:r>
                            <a:rPr lang="zh-CN" altLang="en-US" sz="2800" i="1">
                              <a:solidFill>
                                <a:srgbClr val="FFFF00"/>
                              </a:solidFill>
                              <a:latin typeface="Cambria Math" panose="02040503050406030204" pitchFamily="18" charset="0"/>
                            </a:rPr>
                            <m:t>,</m:t>
                          </m:r>
                          <m:sSub>
                            <m:sSubPr>
                              <m:ctrlPr>
                                <a:rPr lang="zh-CN" altLang="en-US" sz="2800" i="1">
                                  <a:solidFill>
                                    <a:srgbClr val="FFFF00"/>
                                  </a:solidFill>
                                  <a:latin typeface="Cambria Math" panose="02040503050406030204" pitchFamily="18" charset="0"/>
                                </a:rPr>
                              </m:ctrlPr>
                            </m:sSubPr>
                            <m:e>
                              <m:r>
                                <a:rPr lang="zh-CN" altLang="en-US" sz="2800" b="1" i="1">
                                  <a:solidFill>
                                    <a:srgbClr val="FFFF00"/>
                                  </a:solidFill>
                                  <a:latin typeface="Cambria Math" panose="02040503050406030204" pitchFamily="18" charset="0"/>
                                </a:rPr>
                                <m:t>𝒙</m:t>
                              </m:r>
                            </m:e>
                            <m:sub>
                              <m:r>
                                <a:rPr lang="zh-CN" altLang="en-US" sz="2800" i="1">
                                  <a:solidFill>
                                    <a:srgbClr val="FFFF00"/>
                                  </a:solidFill>
                                  <a:latin typeface="Cambria Math" panose="02040503050406030204" pitchFamily="18" charset="0"/>
                                </a:rPr>
                                <m:t>0</m:t>
                              </m:r>
                            </m:sub>
                          </m:sSub>
                          <m:r>
                            <a:rPr lang="zh-CN" altLang="en-US" sz="2800" i="1">
                              <a:solidFill>
                                <a:srgbClr val="FFFF00"/>
                              </a:solidFill>
                              <a:latin typeface="Cambria Math" panose="02040503050406030204" pitchFamily="18" charset="0"/>
                            </a:rPr>
                            <m:t>)</m:t>
                          </m:r>
                        </m:e>
                      </m:d>
                      <m:r>
                        <a:rPr lang="zh-CN" altLang="en-US" sz="2800" i="1">
                          <a:solidFill>
                            <a:srgbClr val="FFFF00"/>
                          </a:solidFill>
                          <a:latin typeface="Cambria Math" panose="02040503050406030204" pitchFamily="18" charset="0"/>
                        </a:rPr>
                        <m:t>&lt;</m:t>
                      </m:r>
                      <m:r>
                        <a:rPr lang="zh-CN" altLang="en-US" sz="2800" i="1">
                          <a:solidFill>
                            <a:srgbClr val="FFFF00"/>
                          </a:solidFill>
                          <a:latin typeface="Cambria Math" panose="02040503050406030204" pitchFamily="18" charset="0"/>
                        </a:rPr>
                        <m:t>𝛽</m:t>
                      </m:r>
                      <m:r>
                        <a:rPr lang="zh-CN" altLang="en-US" sz="2800" i="1">
                          <a:solidFill>
                            <a:srgbClr val="FFFF00"/>
                          </a:solidFill>
                          <a:latin typeface="Cambria Math" panose="02040503050406030204" pitchFamily="18" charset="0"/>
                        </a:rPr>
                        <m:t>(</m:t>
                      </m:r>
                      <m:d>
                        <m:dPr>
                          <m:begChr m:val="‖"/>
                          <m:endChr m:val="‖"/>
                          <m:ctrlPr>
                            <a:rPr lang="zh-CN" altLang="en-US" sz="2800" i="1">
                              <a:solidFill>
                                <a:srgbClr val="FFFF00"/>
                              </a:solidFill>
                              <a:latin typeface="Cambria Math" panose="02040503050406030204" pitchFamily="18" charset="0"/>
                            </a:rPr>
                          </m:ctrlPr>
                        </m:dPr>
                        <m:e>
                          <m:r>
                            <a:rPr lang="zh-CN" altLang="en-US" sz="2800" b="1" i="1">
                              <a:solidFill>
                                <a:srgbClr val="FFFF00"/>
                              </a:solidFill>
                              <a:latin typeface="Cambria Math" panose="02040503050406030204" pitchFamily="18" charset="0"/>
                            </a:rPr>
                            <m:t>𝒙</m:t>
                          </m:r>
                          <m:r>
                            <a:rPr lang="zh-CN" altLang="en-US" sz="2800" i="1">
                              <a:solidFill>
                                <a:srgbClr val="FFFF00"/>
                              </a:solidFill>
                              <a:latin typeface="Cambria Math" panose="02040503050406030204" pitchFamily="18" charset="0"/>
                            </a:rPr>
                            <m:t>(</m:t>
                          </m:r>
                          <m:sSub>
                            <m:sSubPr>
                              <m:ctrlPr>
                                <a:rPr lang="zh-CN" altLang="en-US" sz="2800" i="1">
                                  <a:solidFill>
                                    <a:srgbClr val="FFFF00"/>
                                  </a:solidFill>
                                  <a:latin typeface="Cambria Math" panose="02040503050406030204" pitchFamily="18" charset="0"/>
                                </a:rPr>
                              </m:ctrlPr>
                            </m:sSubPr>
                            <m:e>
                              <m:r>
                                <a:rPr lang="zh-CN" altLang="en-US" sz="2800" i="1">
                                  <a:solidFill>
                                    <a:srgbClr val="FFFF00"/>
                                  </a:solidFill>
                                  <a:latin typeface="Cambria Math" panose="02040503050406030204" pitchFamily="18" charset="0"/>
                                </a:rPr>
                                <m:t>𝑡</m:t>
                              </m:r>
                            </m:e>
                            <m:sub>
                              <m:r>
                                <a:rPr lang="zh-CN" altLang="en-US" sz="2800" i="1">
                                  <a:solidFill>
                                    <a:srgbClr val="FFFF00"/>
                                  </a:solidFill>
                                  <a:latin typeface="Cambria Math" panose="02040503050406030204" pitchFamily="18" charset="0"/>
                                </a:rPr>
                                <m:t>0</m:t>
                              </m:r>
                            </m:sub>
                          </m:sSub>
                          <m:r>
                            <a:rPr lang="zh-CN" altLang="en-US" sz="2800" i="1">
                              <a:solidFill>
                                <a:srgbClr val="FFFF00"/>
                              </a:solidFill>
                              <a:latin typeface="Cambria Math" panose="02040503050406030204" pitchFamily="18" charset="0"/>
                            </a:rPr>
                            <m:t>)</m:t>
                          </m:r>
                        </m:e>
                      </m:d>
                      <m:r>
                        <a:rPr lang="zh-CN" altLang="en-US" sz="2800" i="1">
                          <a:solidFill>
                            <a:srgbClr val="FFFF00"/>
                          </a:solidFill>
                          <a:latin typeface="Cambria Math" panose="02040503050406030204" pitchFamily="18" charset="0"/>
                        </a:rPr>
                        <m:t>,</m:t>
                      </m:r>
                      <m:r>
                        <a:rPr lang="zh-CN" altLang="en-US" sz="2800" i="1">
                          <a:solidFill>
                            <a:srgbClr val="FFFF00"/>
                          </a:solidFill>
                          <a:latin typeface="Cambria Math" panose="02040503050406030204" pitchFamily="18" charset="0"/>
                        </a:rPr>
                        <m:t>𝑡</m:t>
                      </m:r>
                      <m:r>
                        <a:rPr lang="zh-CN" altLang="en-US" sz="2800" i="1">
                          <a:solidFill>
                            <a:srgbClr val="FFFF00"/>
                          </a:solidFill>
                          <a:latin typeface="Cambria Math" panose="02040503050406030204" pitchFamily="18" charset="0"/>
                        </a:rPr>
                        <m:t>−</m:t>
                      </m:r>
                      <m:sSub>
                        <m:sSubPr>
                          <m:ctrlPr>
                            <a:rPr lang="zh-CN" altLang="en-US" sz="2800" i="1">
                              <a:solidFill>
                                <a:srgbClr val="FFFF00"/>
                              </a:solidFill>
                              <a:latin typeface="Cambria Math" panose="02040503050406030204" pitchFamily="18" charset="0"/>
                            </a:rPr>
                          </m:ctrlPr>
                        </m:sSubPr>
                        <m:e>
                          <m:r>
                            <a:rPr lang="zh-CN" altLang="en-US" sz="2800" i="1">
                              <a:solidFill>
                                <a:srgbClr val="FFFF00"/>
                              </a:solidFill>
                              <a:latin typeface="Cambria Math" panose="02040503050406030204" pitchFamily="18" charset="0"/>
                            </a:rPr>
                            <m:t>𝑡</m:t>
                          </m:r>
                        </m:e>
                        <m:sub>
                          <m:r>
                            <a:rPr lang="zh-CN" altLang="en-US" sz="2800" i="1">
                              <a:solidFill>
                                <a:srgbClr val="FFFF00"/>
                              </a:solidFill>
                              <a:latin typeface="Cambria Math" panose="02040503050406030204" pitchFamily="18" charset="0"/>
                            </a:rPr>
                            <m:t>0</m:t>
                          </m:r>
                        </m:sub>
                      </m:sSub>
                      <m:r>
                        <a:rPr lang="zh-CN" altLang="en-US" sz="2800" i="1">
                          <a:solidFill>
                            <a:srgbClr val="FFFF00"/>
                          </a:solidFill>
                          <a:latin typeface="Cambria Math" panose="02040503050406030204" pitchFamily="18" charset="0"/>
                        </a:rPr>
                        <m:t>),​ ​∀</m:t>
                      </m:r>
                      <m:r>
                        <a:rPr lang="zh-CN" altLang="en-US" sz="2800" i="1">
                          <a:solidFill>
                            <a:srgbClr val="FFFF00"/>
                          </a:solidFill>
                          <a:latin typeface="Cambria Math" panose="02040503050406030204" pitchFamily="18" charset="0"/>
                        </a:rPr>
                        <m:t>𝑡</m:t>
                      </m:r>
                      <m:r>
                        <a:rPr lang="zh-CN" altLang="en-US" sz="2800" i="1">
                          <a:solidFill>
                            <a:srgbClr val="FFFF00"/>
                          </a:solidFill>
                          <a:latin typeface="Cambria Math" panose="02040503050406030204" pitchFamily="18" charset="0"/>
                        </a:rPr>
                        <m:t>≥</m:t>
                      </m:r>
                      <m:sSub>
                        <m:sSubPr>
                          <m:ctrlPr>
                            <a:rPr lang="zh-CN" altLang="en-US" sz="2800" i="1">
                              <a:solidFill>
                                <a:srgbClr val="FFFF00"/>
                              </a:solidFill>
                              <a:latin typeface="Cambria Math" panose="02040503050406030204" pitchFamily="18" charset="0"/>
                            </a:rPr>
                          </m:ctrlPr>
                        </m:sSubPr>
                        <m:e>
                          <m:r>
                            <a:rPr lang="zh-CN" altLang="en-US" sz="2800" i="1">
                              <a:solidFill>
                                <a:srgbClr val="FFFF00"/>
                              </a:solidFill>
                              <a:latin typeface="Cambria Math" panose="02040503050406030204" pitchFamily="18" charset="0"/>
                            </a:rPr>
                            <m:t>𝑡</m:t>
                          </m:r>
                        </m:e>
                        <m:sub>
                          <m:r>
                            <a:rPr lang="zh-CN" altLang="en-US" sz="2800" i="1">
                              <a:solidFill>
                                <a:srgbClr val="FFFF00"/>
                              </a:solidFill>
                              <a:latin typeface="Cambria Math" panose="02040503050406030204" pitchFamily="18" charset="0"/>
                            </a:rPr>
                            <m:t>0</m:t>
                          </m:r>
                        </m:sub>
                      </m:sSub>
                      <m:r>
                        <a:rPr lang="zh-CN" altLang="en-US" sz="2800" i="1">
                          <a:solidFill>
                            <a:srgbClr val="FFFF00"/>
                          </a:solidFill>
                          <a:latin typeface="Cambria Math" panose="02040503050406030204" pitchFamily="18" charset="0"/>
                        </a:rPr>
                        <m:t>, ∀</m:t>
                      </m:r>
                      <m:r>
                        <a:rPr lang="zh-CN" altLang="en-US" sz="2800" b="1" i="1">
                          <a:solidFill>
                            <a:srgbClr val="FFFF00"/>
                          </a:solidFill>
                          <a:latin typeface="Cambria Math" panose="02040503050406030204" pitchFamily="18" charset="0"/>
                        </a:rPr>
                        <m:t>𝒙</m:t>
                      </m:r>
                      <m:r>
                        <a:rPr lang="zh-CN" altLang="en-US" sz="2800" i="1">
                          <a:solidFill>
                            <a:srgbClr val="FFFF00"/>
                          </a:solidFill>
                          <a:latin typeface="Cambria Math" panose="02040503050406030204" pitchFamily="18" charset="0"/>
                        </a:rPr>
                        <m:t>(</m:t>
                      </m:r>
                      <m:sSub>
                        <m:sSubPr>
                          <m:ctrlPr>
                            <a:rPr lang="zh-CN" altLang="en-US" sz="2800" i="1">
                              <a:solidFill>
                                <a:srgbClr val="FFFF00"/>
                              </a:solidFill>
                              <a:latin typeface="Cambria Math" panose="02040503050406030204" pitchFamily="18" charset="0"/>
                            </a:rPr>
                          </m:ctrlPr>
                        </m:sSubPr>
                        <m:e>
                          <m:r>
                            <a:rPr lang="zh-CN" altLang="en-US" sz="2800" i="1">
                              <a:solidFill>
                                <a:srgbClr val="FFFF00"/>
                              </a:solidFill>
                              <a:latin typeface="Cambria Math" panose="02040503050406030204" pitchFamily="18" charset="0"/>
                            </a:rPr>
                            <m:t>𝑡</m:t>
                          </m:r>
                        </m:e>
                        <m:sub>
                          <m:r>
                            <a:rPr lang="zh-CN" altLang="en-US" sz="2800" i="1">
                              <a:solidFill>
                                <a:srgbClr val="FFFF00"/>
                              </a:solidFill>
                              <a:latin typeface="Cambria Math" panose="02040503050406030204" pitchFamily="18" charset="0"/>
                            </a:rPr>
                            <m:t>0</m:t>
                          </m:r>
                        </m:sub>
                      </m:sSub>
                      <m:r>
                        <a:rPr lang="zh-CN" altLang="en-US" sz="2800" i="1">
                          <a:solidFill>
                            <a:srgbClr val="FFFF00"/>
                          </a:solidFill>
                          <a:latin typeface="Cambria Math" panose="02040503050406030204" pitchFamily="18" charset="0"/>
                        </a:rPr>
                        <m:t>)</m:t>
                      </m:r>
                    </m:oMath>
                  </m:oMathPara>
                </a14:m>
                <a:endParaRPr lang="zh-CN" altLang="en-US" sz="2800" dirty="0"/>
              </a:p>
            </p:txBody>
          </p:sp>
        </mc:Choice>
        <mc:Fallback xmlns="">
          <p:sp>
            <p:nvSpPr>
              <p:cNvPr id="6" name="文本框 5">
                <a:extLst>
                  <a:ext uri="{FF2B5EF4-FFF2-40B4-BE49-F238E27FC236}">
                    <a16:creationId xmlns:a16="http://schemas.microsoft.com/office/drawing/2014/main" id="{C5DCEBEA-06F9-9622-B18C-6FDC60D9E0BD}"/>
                  </a:ext>
                </a:extLst>
              </p:cNvPr>
              <p:cNvSpPr txBox="1">
                <a:spLocks noRot="1" noChangeAspect="1" noMove="1" noResize="1" noEditPoints="1" noAdjustHandles="1" noChangeArrowheads="1" noChangeShapeType="1" noTextEdit="1"/>
              </p:cNvSpPr>
              <p:nvPr/>
            </p:nvSpPr>
            <p:spPr>
              <a:xfrm>
                <a:off x="525016" y="4273932"/>
                <a:ext cx="8208912" cy="523220"/>
              </a:xfrm>
              <a:prstGeom prst="rect">
                <a:avLst/>
              </a:prstGeom>
              <a:blipFill>
                <a:blip r:embed="rId8"/>
                <a:stretch>
                  <a:fillRect/>
                </a:stretch>
              </a:blipFill>
            </p:spPr>
            <p:txBody>
              <a:bodyPr/>
              <a:lstStyle/>
              <a:p>
                <a:r>
                  <a:rPr lang="zh-CN" altLang="en-US">
                    <a:noFill/>
                  </a:rPr>
                  <a:t> </a:t>
                </a:r>
              </a:p>
            </p:txBody>
          </p:sp>
        </mc:Fallback>
      </mc:AlternateContent>
    </p:spTree>
    <p:custDataLst>
      <p:tags r:id="rId1"/>
    </p:custDataLst>
    <p:extLst>
      <p:ext uri="{BB962C8B-B14F-4D97-AF65-F5344CB8AC3E}">
        <p14:creationId xmlns:p14="http://schemas.microsoft.com/office/powerpoint/2010/main" val="146337155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zh-CN" altLang="en-US" dirty="0"/>
              <a:t>比较函数的设计</a:t>
            </a:r>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a:xfrm>
                <a:off x="179512" y="1196752"/>
                <a:ext cx="8964488" cy="5505800"/>
              </a:xfrm>
            </p:spPr>
            <p:txBody>
              <a:bodyPr>
                <a:normAutofit fontScale="85000" lnSpcReduction="10000"/>
              </a:bodyPr>
              <a:lstStyle/>
              <a:p>
                <a:pPr>
                  <a:lnSpc>
                    <a:spcPct val="150000"/>
                  </a:lnSpc>
                </a:pPr>
                <a:r>
                  <a:rPr lang="zh-CN" altLang="en-US" b="1" dirty="0"/>
                  <a:t>存在一个</a:t>
                </a:r>
                <a:r>
                  <a:rPr lang="zh-CN" altLang="en-US" b="1" dirty="0">
                    <a:solidFill>
                      <a:schemeClr val="bg1"/>
                    </a:solidFill>
                  </a:rPr>
                  <a:t> </a:t>
                </a:r>
                <a14:m>
                  <m:oMath xmlns:m="http://schemas.openxmlformats.org/officeDocument/2006/math">
                    <m:r>
                      <a:rPr lang="zh-CN" altLang="en-US" sz="3200" i="1" smtClean="0">
                        <a:solidFill>
                          <a:srgbClr val="FFFF00"/>
                        </a:solidFill>
                        <a:latin typeface="Cambria Math" panose="02040503050406030204" pitchFamily="18" charset="0"/>
                      </a:rPr>
                      <m:t>𝒦</m:t>
                    </m:r>
                  </m:oMath>
                </a14:m>
                <a:r>
                  <a:rPr lang="zh-CN" altLang="en-US" b="1" dirty="0">
                    <a:solidFill>
                      <a:srgbClr val="FFFF00"/>
                    </a:solidFill>
                  </a:rPr>
                  <a:t>类函数 </a:t>
                </a:r>
                <a14:m>
                  <m:oMath xmlns:m="http://schemas.openxmlformats.org/officeDocument/2006/math">
                    <m:r>
                      <a:rPr lang="zh-CN" altLang="en-US" i="1">
                        <a:solidFill>
                          <a:srgbClr val="FFFF00"/>
                        </a:solidFill>
                        <a:latin typeface="Cambria Math" panose="02040503050406030204" pitchFamily="18" charset="0"/>
                      </a:rPr>
                      <m:t>𝛼</m:t>
                    </m:r>
                    <m:r>
                      <a:rPr lang="zh-CN" altLang="en-US" i="1">
                        <a:solidFill>
                          <a:srgbClr val="FFFF00"/>
                        </a:solidFill>
                        <a:latin typeface="Cambria Math" panose="02040503050406030204" pitchFamily="18" charset="0"/>
                      </a:rPr>
                      <m:t>(⋅)</m:t>
                    </m:r>
                  </m:oMath>
                </a14:m>
                <a:r>
                  <a:rPr lang="zh-CN" altLang="en-US" b="1" dirty="0">
                    <a:solidFill>
                      <a:srgbClr val="FFFF00"/>
                    </a:solidFill>
                  </a:rPr>
                  <a:t> </a:t>
                </a:r>
                <a:r>
                  <a:rPr lang="zh-CN" altLang="en-US" b="1" dirty="0">
                    <a:solidFill>
                      <a:schemeClr val="bg1"/>
                    </a:solidFill>
                  </a:rPr>
                  <a:t>，</a:t>
                </a:r>
                <a:br>
                  <a:rPr lang="en-US" altLang="zh-CN" b="1" dirty="0">
                    <a:solidFill>
                      <a:schemeClr val="bg1"/>
                    </a:solidFill>
                  </a:rPr>
                </a:br>
                <a:r>
                  <a:rPr lang="zh-CN" altLang="en-US" b="1" dirty="0">
                    <a:solidFill>
                      <a:schemeClr val="bg1"/>
                    </a:solidFill>
                  </a:rPr>
                  <a:t>在 </a:t>
                </a:r>
                <a14:m>
                  <m:oMath xmlns:m="http://schemas.openxmlformats.org/officeDocument/2006/math">
                    <m:r>
                      <a:rPr lang="zh-CN" altLang="en-US" i="1">
                        <a:solidFill>
                          <a:schemeClr val="bg1"/>
                        </a:solidFill>
                        <a:latin typeface="Cambria Math" panose="02040503050406030204" pitchFamily="18" charset="0"/>
                      </a:rPr>
                      <m:t>∀</m:t>
                    </m:r>
                    <m:d>
                      <m:dPr>
                        <m:begChr m:val="‖"/>
                        <m:endChr m:val="‖"/>
                        <m:ctrlPr>
                          <a:rPr lang="zh-CN" altLang="en-US" i="1">
                            <a:solidFill>
                              <a:schemeClr val="bg1"/>
                            </a:solidFill>
                            <a:latin typeface="Cambria Math" panose="02040503050406030204" pitchFamily="18" charset="0"/>
                          </a:rPr>
                        </m:ctrlPr>
                      </m:dPr>
                      <m:e>
                        <m:r>
                          <a:rPr lang="zh-CN" altLang="en-US" b="1" i="1">
                            <a:solidFill>
                              <a:schemeClr val="bg1"/>
                            </a:solidFill>
                            <a:latin typeface="Cambria Math" panose="02040503050406030204" pitchFamily="18" charset="0"/>
                          </a:rPr>
                          <m:t>𝒙</m:t>
                        </m:r>
                        <m:d>
                          <m:dPr>
                            <m:ctrlPr>
                              <a:rPr lang="zh-CN" altLang="en-US" i="1">
                                <a:solidFill>
                                  <a:schemeClr val="bg1"/>
                                </a:solidFill>
                                <a:latin typeface="Cambria Math" panose="02040503050406030204" pitchFamily="18" charset="0"/>
                              </a:rPr>
                            </m:ctrlPr>
                          </m:dPr>
                          <m:e>
                            <m:sSub>
                              <m:sSubPr>
                                <m:ctrlPr>
                                  <a:rPr lang="zh-CN" altLang="en-US" i="1">
                                    <a:solidFill>
                                      <a:schemeClr val="bg1"/>
                                    </a:solidFill>
                                    <a:latin typeface="Cambria Math" panose="02040503050406030204" pitchFamily="18" charset="0"/>
                                  </a:rPr>
                                </m:ctrlPr>
                              </m:sSubPr>
                              <m:e>
                                <m:r>
                                  <a:rPr lang="zh-CN" altLang="en-US" i="1">
                                    <a:solidFill>
                                      <a:schemeClr val="bg1"/>
                                    </a:solidFill>
                                    <a:latin typeface="Cambria Math" panose="02040503050406030204" pitchFamily="18" charset="0"/>
                                  </a:rPr>
                                  <m:t>𝑡</m:t>
                                </m:r>
                              </m:e>
                              <m:sub>
                                <m:r>
                                  <a:rPr lang="zh-CN" altLang="en-US" i="1">
                                    <a:solidFill>
                                      <a:schemeClr val="bg1"/>
                                    </a:solidFill>
                                    <a:latin typeface="Cambria Math" panose="02040503050406030204" pitchFamily="18" charset="0"/>
                                  </a:rPr>
                                  <m:t>0</m:t>
                                </m:r>
                              </m:sub>
                            </m:sSub>
                          </m:e>
                        </m:d>
                      </m:e>
                    </m:d>
                    <m:r>
                      <a:rPr lang="zh-CN" altLang="en-US" i="1">
                        <a:solidFill>
                          <a:schemeClr val="bg1"/>
                        </a:solidFill>
                        <a:latin typeface="Cambria Math" panose="02040503050406030204" pitchFamily="18" charset="0"/>
                      </a:rPr>
                      <m:t>&lt;</m:t>
                    </m:r>
                    <m:r>
                      <a:rPr lang="zh-CN" altLang="en-US" i="1">
                        <a:solidFill>
                          <a:schemeClr val="bg1"/>
                        </a:solidFill>
                        <a:latin typeface="Cambria Math" panose="02040503050406030204" pitchFamily="18" charset="0"/>
                      </a:rPr>
                      <m:t>𝑐</m:t>
                    </m:r>
                    <m:r>
                      <a:rPr lang="en-US" altLang="zh-CN" b="0" i="1" smtClean="0">
                        <a:solidFill>
                          <a:schemeClr val="bg1"/>
                        </a:solidFill>
                        <a:latin typeface="Cambria Math" panose="02040503050406030204" pitchFamily="18" charset="0"/>
                      </a:rPr>
                      <m:t>,</m:t>
                    </m:r>
                    <m:r>
                      <a:rPr lang="zh-CN" altLang="en-US" i="1">
                        <a:solidFill>
                          <a:schemeClr val="bg1"/>
                        </a:solidFill>
                        <a:latin typeface="Cambria Math" panose="02040503050406030204" pitchFamily="18" charset="0"/>
                      </a:rPr>
                      <m:t>∀</m:t>
                    </m:r>
                    <m:r>
                      <a:rPr lang="zh-CN" altLang="en-US" i="1">
                        <a:solidFill>
                          <a:schemeClr val="bg1"/>
                        </a:solidFill>
                        <a:latin typeface="Cambria Math" panose="02040503050406030204" pitchFamily="18" charset="0"/>
                      </a:rPr>
                      <m:t>𝑡</m:t>
                    </m:r>
                    <m:r>
                      <a:rPr lang="zh-CN" altLang="en-US" i="1">
                        <a:solidFill>
                          <a:schemeClr val="bg1"/>
                        </a:solidFill>
                        <a:latin typeface="Cambria Math" panose="02040503050406030204" pitchFamily="18" charset="0"/>
                      </a:rPr>
                      <m:t>&gt;</m:t>
                    </m:r>
                    <m:sSub>
                      <m:sSubPr>
                        <m:ctrlPr>
                          <a:rPr lang="zh-CN" altLang="en-US" i="1">
                            <a:solidFill>
                              <a:schemeClr val="bg1"/>
                            </a:solidFill>
                            <a:latin typeface="Cambria Math" panose="02040503050406030204" pitchFamily="18" charset="0"/>
                          </a:rPr>
                        </m:ctrlPr>
                      </m:sSubPr>
                      <m:e>
                        <m:r>
                          <a:rPr lang="zh-CN" altLang="en-US" i="1">
                            <a:solidFill>
                              <a:schemeClr val="bg1"/>
                            </a:solidFill>
                            <a:latin typeface="Cambria Math" panose="02040503050406030204" pitchFamily="18" charset="0"/>
                          </a:rPr>
                          <m:t>𝑡</m:t>
                        </m:r>
                      </m:e>
                      <m:sub>
                        <m:r>
                          <a:rPr lang="zh-CN" altLang="en-US" i="1">
                            <a:solidFill>
                              <a:schemeClr val="bg1"/>
                            </a:solidFill>
                            <a:latin typeface="Cambria Math" panose="02040503050406030204" pitchFamily="18" charset="0"/>
                          </a:rPr>
                          <m:t>0</m:t>
                        </m:r>
                      </m:sub>
                    </m:sSub>
                  </m:oMath>
                </a14:m>
                <a:r>
                  <a:rPr lang="zh-CN" altLang="en-US" b="1" dirty="0">
                    <a:solidFill>
                      <a:schemeClr val="bg1"/>
                    </a:solidFill>
                  </a:rPr>
                  <a:t> 时，满足</a:t>
                </a:r>
                <a:br>
                  <a:rPr lang="en-US" altLang="zh-CN" i="1" dirty="0">
                    <a:solidFill>
                      <a:schemeClr val="bg1"/>
                    </a:solidFill>
                    <a:latin typeface="Cambria Math" panose="02040503050406030204" pitchFamily="18" charset="0"/>
                  </a:rPr>
                </a:br>
                <a14:m>
                  <m:oMath xmlns:m="http://schemas.openxmlformats.org/officeDocument/2006/math">
                    <m:d>
                      <m:dPr>
                        <m:begChr m:val="‖"/>
                        <m:endChr m:val="‖"/>
                        <m:ctrlPr>
                          <a:rPr lang="zh-CN" altLang="en-US" i="1">
                            <a:solidFill>
                              <a:schemeClr val="bg1"/>
                            </a:solidFill>
                            <a:latin typeface="Cambria Math" panose="02040503050406030204" pitchFamily="18" charset="0"/>
                          </a:rPr>
                        </m:ctrlPr>
                      </m:dPr>
                      <m:e>
                        <m:r>
                          <a:rPr lang="zh-CN" altLang="en-US" b="1" i="1">
                            <a:solidFill>
                              <a:schemeClr val="bg1"/>
                            </a:solidFill>
                            <a:latin typeface="Cambria Math" panose="02040503050406030204" pitchFamily="18" charset="0"/>
                          </a:rPr>
                          <m:t>𝒙</m:t>
                        </m:r>
                        <m:d>
                          <m:dPr>
                            <m:ctrlPr>
                              <a:rPr lang="zh-CN" altLang="en-US" i="1">
                                <a:solidFill>
                                  <a:schemeClr val="bg1"/>
                                </a:solidFill>
                                <a:latin typeface="Cambria Math" panose="02040503050406030204" pitchFamily="18" charset="0"/>
                              </a:rPr>
                            </m:ctrlPr>
                          </m:dPr>
                          <m:e>
                            <m:r>
                              <a:rPr lang="zh-CN" altLang="en-US" i="1">
                                <a:solidFill>
                                  <a:schemeClr val="bg1"/>
                                </a:solidFill>
                                <a:latin typeface="Cambria Math" panose="02040503050406030204" pitchFamily="18" charset="0"/>
                              </a:rPr>
                              <m:t>𝑡</m:t>
                            </m:r>
                          </m:e>
                        </m:d>
                      </m:e>
                    </m:d>
                    <m:r>
                      <a:rPr lang="zh-CN" altLang="en-US" i="1">
                        <a:solidFill>
                          <a:schemeClr val="bg1"/>
                        </a:solidFill>
                        <a:latin typeface="Cambria Math" panose="02040503050406030204" pitchFamily="18" charset="0"/>
                      </a:rPr>
                      <m:t>≤</m:t>
                    </m:r>
                    <m:r>
                      <a:rPr lang="zh-CN" altLang="en-US" i="1">
                        <a:solidFill>
                          <a:schemeClr val="bg1"/>
                        </a:solidFill>
                        <a:latin typeface="Cambria Math" panose="02040503050406030204" pitchFamily="18" charset="0"/>
                      </a:rPr>
                      <m:t>𝛼</m:t>
                    </m:r>
                    <m:d>
                      <m:dPr>
                        <m:ctrlPr>
                          <a:rPr lang="zh-CN" altLang="en-US" i="1">
                            <a:solidFill>
                              <a:schemeClr val="bg1"/>
                            </a:solidFill>
                            <a:latin typeface="Cambria Math" panose="02040503050406030204" pitchFamily="18" charset="0"/>
                          </a:rPr>
                        </m:ctrlPr>
                      </m:dPr>
                      <m:e>
                        <m:d>
                          <m:dPr>
                            <m:begChr m:val="‖"/>
                            <m:endChr m:val="‖"/>
                            <m:ctrlPr>
                              <a:rPr lang="zh-CN" altLang="en-US" i="1">
                                <a:solidFill>
                                  <a:schemeClr val="bg1"/>
                                </a:solidFill>
                                <a:latin typeface="Cambria Math" panose="02040503050406030204" pitchFamily="18" charset="0"/>
                              </a:rPr>
                            </m:ctrlPr>
                          </m:dPr>
                          <m:e>
                            <m:r>
                              <a:rPr lang="zh-CN" altLang="en-US" b="1" i="1">
                                <a:solidFill>
                                  <a:schemeClr val="bg1"/>
                                </a:solidFill>
                                <a:latin typeface="Cambria Math" panose="02040503050406030204" pitchFamily="18" charset="0"/>
                              </a:rPr>
                              <m:t>𝒙</m:t>
                            </m:r>
                            <m:d>
                              <m:dPr>
                                <m:ctrlPr>
                                  <a:rPr lang="zh-CN" altLang="en-US" i="1">
                                    <a:solidFill>
                                      <a:schemeClr val="bg1"/>
                                    </a:solidFill>
                                    <a:latin typeface="Cambria Math" panose="02040503050406030204" pitchFamily="18" charset="0"/>
                                  </a:rPr>
                                </m:ctrlPr>
                              </m:dPr>
                              <m:e>
                                <m:sSub>
                                  <m:sSubPr>
                                    <m:ctrlPr>
                                      <a:rPr lang="zh-CN" altLang="en-US" i="1">
                                        <a:solidFill>
                                          <a:schemeClr val="bg1"/>
                                        </a:solidFill>
                                        <a:latin typeface="Cambria Math" panose="02040503050406030204" pitchFamily="18" charset="0"/>
                                      </a:rPr>
                                    </m:ctrlPr>
                                  </m:sSubPr>
                                  <m:e>
                                    <m:r>
                                      <a:rPr lang="zh-CN" altLang="en-US" i="1">
                                        <a:solidFill>
                                          <a:schemeClr val="bg1"/>
                                        </a:solidFill>
                                        <a:latin typeface="Cambria Math" panose="02040503050406030204" pitchFamily="18" charset="0"/>
                                      </a:rPr>
                                      <m:t>𝑡</m:t>
                                    </m:r>
                                  </m:e>
                                  <m:sub>
                                    <m:r>
                                      <a:rPr lang="zh-CN" altLang="en-US" i="1">
                                        <a:solidFill>
                                          <a:schemeClr val="bg1"/>
                                        </a:solidFill>
                                        <a:latin typeface="Cambria Math" panose="02040503050406030204" pitchFamily="18" charset="0"/>
                                      </a:rPr>
                                      <m:t>0</m:t>
                                    </m:r>
                                  </m:sub>
                                </m:sSub>
                              </m:e>
                            </m:d>
                          </m:e>
                        </m:d>
                      </m:e>
                    </m:d>
                  </m:oMath>
                </a14:m>
                <a:endParaRPr lang="en-US" altLang="zh-CN" b="1" dirty="0">
                  <a:solidFill>
                    <a:schemeClr val="bg1"/>
                  </a:solidFill>
                </a:endParaRPr>
              </a:p>
              <a:p>
                <a:pPr>
                  <a:lnSpc>
                    <a:spcPct val="150000"/>
                  </a:lnSpc>
                </a:pPr>
                <a:r>
                  <a:rPr lang="zh-CN" altLang="en-US" b="1" dirty="0">
                    <a:solidFill>
                      <a:schemeClr val="bg1"/>
                    </a:solidFill>
                  </a:rPr>
                  <a:t>为使 </a:t>
                </a:r>
                <a14:m>
                  <m:oMath xmlns:m="http://schemas.openxmlformats.org/officeDocument/2006/math">
                    <m:d>
                      <m:dPr>
                        <m:begChr m:val="‖"/>
                        <m:endChr m:val="‖"/>
                        <m:ctrlPr>
                          <a:rPr lang="zh-CN" altLang="en-US" i="1">
                            <a:solidFill>
                              <a:schemeClr val="bg1"/>
                            </a:solidFill>
                            <a:latin typeface="Cambria Math" panose="02040503050406030204" pitchFamily="18" charset="0"/>
                          </a:rPr>
                        </m:ctrlPr>
                      </m:dPr>
                      <m:e>
                        <m:r>
                          <a:rPr lang="zh-CN" altLang="en-US" b="1" i="1">
                            <a:solidFill>
                              <a:schemeClr val="bg1"/>
                            </a:solidFill>
                            <a:latin typeface="Cambria Math" panose="02040503050406030204" pitchFamily="18" charset="0"/>
                          </a:rPr>
                          <m:t>𝒙</m:t>
                        </m:r>
                        <m:d>
                          <m:dPr>
                            <m:ctrlPr>
                              <a:rPr lang="zh-CN" altLang="en-US" i="1">
                                <a:solidFill>
                                  <a:schemeClr val="bg1"/>
                                </a:solidFill>
                                <a:latin typeface="Cambria Math" panose="02040503050406030204" pitchFamily="18" charset="0"/>
                              </a:rPr>
                            </m:ctrlPr>
                          </m:dPr>
                          <m:e>
                            <m:sSub>
                              <m:sSubPr>
                                <m:ctrlPr>
                                  <a:rPr lang="zh-CN" altLang="en-US" i="1">
                                    <a:solidFill>
                                      <a:schemeClr val="bg1"/>
                                    </a:solidFill>
                                    <a:latin typeface="Cambria Math" panose="02040503050406030204" pitchFamily="18" charset="0"/>
                                  </a:rPr>
                                </m:ctrlPr>
                              </m:sSubPr>
                              <m:e>
                                <m:r>
                                  <a:rPr lang="zh-CN" altLang="en-US" i="1">
                                    <a:solidFill>
                                      <a:schemeClr val="bg1"/>
                                    </a:solidFill>
                                    <a:latin typeface="Cambria Math" panose="02040503050406030204" pitchFamily="18" charset="0"/>
                                  </a:rPr>
                                  <m:t>𝑡</m:t>
                                </m:r>
                              </m:e>
                              <m:sub>
                                <m:r>
                                  <a:rPr lang="zh-CN" altLang="en-US" i="1">
                                    <a:solidFill>
                                      <a:schemeClr val="bg1"/>
                                    </a:solidFill>
                                    <a:latin typeface="Cambria Math" panose="02040503050406030204" pitchFamily="18" charset="0"/>
                                  </a:rPr>
                                  <m:t>0</m:t>
                                </m:r>
                              </m:sub>
                            </m:sSub>
                          </m:e>
                        </m:d>
                      </m:e>
                    </m:d>
                    <m:r>
                      <a:rPr lang="zh-CN" altLang="en-US" i="1">
                        <a:solidFill>
                          <a:schemeClr val="bg1"/>
                        </a:solidFill>
                        <a:latin typeface="Cambria Math" panose="02040503050406030204" pitchFamily="18" charset="0"/>
                      </a:rPr>
                      <m:t>&lt;</m:t>
                    </m:r>
                    <m:r>
                      <a:rPr lang="zh-CN" altLang="en-US" i="1">
                        <a:solidFill>
                          <a:schemeClr val="bg1"/>
                        </a:solidFill>
                        <a:latin typeface="Cambria Math" panose="02040503050406030204" pitchFamily="18" charset="0"/>
                      </a:rPr>
                      <m:t>𝛿</m:t>
                    </m:r>
                    <m:r>
                      <a:rPr lang="en-US" altLang="zh-CN" i="1">
                        <a:latin typeface="Cambria Math" panose="02040503050406030204" pitchFamily="18" charset="0"/>
                      </a:rPr>
                      <m:t>,</m:t>
                    </m:r>
                    <m:r>
                      <a:rPr lang="zh-CN" altLang="en-US" i="1">
                        <a:latin typeface="Cambria Math" panose="02040503050406030204" pitchFamily="18" charset="0"/>
                      </a:rPr>
                      <m:t>∀</m:t>
                    </m:r>
                    <m:r>
                      <a:rPr lang="zh-CN" altLang="en-US" i="1">
                        <a:latin typeface="Cambria Math" panose="02040503050406030204" pitchFamily="18" charset="0"/>
                      </a:rPr>
                      <m:t>𝑡</m:t>
                    </m:r>
                    <m:r>
                      <a:rPr lang="zh-CN" altLang="en-US" i="1">
                        <a:latin typeface="Cambria Math" panose="02040503050406030204" pitchFamily="18" charset="0"/>
                      </a:rPr>
                      <m:t>&gt;</m:t>
                    </m:r>
                    <m:sSub>
                      <m:sSubPr>
                        <m:ctrlPr>
                          <a:rPr lang="zh-CN" altLang="en-US" i="1">
                            <a:latin typeface="Cambria Math" panose="02040503050406030204" pitchFamily="18" charset="0"/>
                          </a:rPr>
                        </m:ctrlPr>
                      </m:sSubPr>
                      <m:e>
                        <m:r>
                          <a:rPr lang="zh-CN" altLang="en-US" i="1">
                            <a:latin typeface="Cambria Math" panose="02040503050406030204" pitchFamily="18" charset="0"/>
                          </a:rPr>
                          <m:t>𝑡</m:t>
                        </m:r>
                      </m:e>
                      <m:sub>
                        <m:r>
                          <a:rPr lang="zh-CN" altLang="en-US" i="1">
                            <a:latin typeface="Cambria Math" panose="02040503050406030204" pitchFamily="18" charset="0"/>
                          </a:rPr>
                          <m:t>0</m:t>
                        </m:r>
                      </m:sub>
                    </m:sSub>
                  </m:oMath>
                </a14:m>
                <a:r>
                  <a:rPr lang="zh-CN" altLang="en-US" b="1" dirty="0">
                    <a:solidFill>
                      <a:schemeClr val="bg1"/>
                    </a:solidFill>
                  </a:rPr>
                  <a:t>时</a:t>
                </a:r>
                <a:r>
                  <a:rPr lang="zh-CN" altLang="en-US" b="1" dirty="0"/>
                  <a:t>，满足</a:t>
                </a:r>
                <a:br>
                  <a:rPr lang="en-US" altLang="zh-CN" i="1" dirty="0">
                    <a:solidFill>
                      <a:schemeClr val="bg1"/>
                    </a:solidFill>
                    <a:latin typeface="Cambria Math" panose="02040503050406030204" pitchFamily="18" charset="0"/>
                  </a:rPr>
                </a:br>
                <a14:m>
                  <m:oMath xmlns:m="http://schemas.openxmlformats.org/officeDocument/2006/math">
                    <m:d>
                      <m:dPr>
                        <m:begChr m:val="‖"/>
                        <m:endChr m:val="‖"/>
                        <m:ctrlPr>
                          <a:rPr lang="zh-CN" altLang="en-US" i="1">
                            <a:solidFill>
                              <a:schemeClr val="bg1"/>
                            </a:solidFill>
                            <a:latin typeface="Cambria Math" panose="02040503050406030204" pitchFamily="18" charset="0"/>
                          </a:rPr>
                        </m:ctrlPr>
                      </m:dPr>
                      <m:e>
                        <m:r>
                          <a:rPr lang="zh-CN" altLang="en-US" b="1" i="1">
                            <a:solidFill>
                              <a:schemeClr val="bg1"/>
                            </a:solidFill>
                            <a:latin typeface="Cambria Math" panose="02040503050406030204" pitchFamily="18" charset="0"/>
                          </a:rPr>
                          <m:t>𝒙</m:t>
                        </m:r>
                        <m:d>
                          <m:dPr>
                            <m:ctrlPr>
                              <a:rPr lang="zh-CN" altLang="en-US" i="1">
                                <a:solidFill>
                                  <a:schemeClr val="bg1"/>
                                </a:solidFill>
                                <a:latin typeface="Cambria Math" panose="02040503050406030204" pitchFamily="18" charset="0"/>
                              </a:rPr>
                            </m:ctrlPr>
                          </m:dPr>
                          <m:e>
                            <m:r>
                              <a:rPr lang="zh-CN" altLang="en-US" i="1">
                                <a:solidFill>
                                  <a:schemeClr val="bg1"/>
                                </a:solidFill>
                                <a:latin typeface="Cambria Math" panose="02040503050406030204" pitchFamily="18" charset="0"/>
                              </a:rPr>
                              <m:t>𝑡</m:t>
                            </m:r>
                          </m:e>
                        </m:d>
                      </m:e>
                    </m:d>
                    <m:r>
                      <a:rPr lang="zh-CN" altLang="en-US" i="1">
                        <a:solidFill>
                          <a:schemeClr val="bg1"/>
                        </a:solidFill>
                        <a:latin typeface="Cambria Math" panose="02040503050406030204" pitchFamily="18" charset="0"/>
                      </a:rPr>
                      <m:t>&lt;</m:t>
                    </m:r>
                    <m:r>
                      <a:rPr lang="zh-CN" altLang="en-US" i="1">
                        <a:solidFill>
                          <a:schemeClr val="bg1"/>
                        </a:solidFill>
                        <a:latin typeface="Cambria Math" panose="02040503050406030204" pitchFamily="18" charset="0"/>
                      </a:rPr>
                      <m:t>𝜀</m:t>
                    </m:r>
                  </m:oMath>
                </a14:m>
                <a:br>
                  <a:rPr lang="en-US" altLang="zh-CN" b="1" dirty="0">
                    <a:solidFill>
                      <a:schemeClr val="bg1"/>
                    </a:solidFill>
                  </a:rPr>
                </a:br>
                <a:r>
                  <a:rPr lang="zh-CN" altLang="en-US" b="1" dirty="0">
                    <a:solidFill>
                      <a:schemeClr val="bg1"/>
                    </a:solidFill>
                  </a:rPr>
                  <a:t>可取：</a:t>
                </a:r>
                <a:br>
                  <a:rPr lang="en-US" altLang="zh-CN" b="1" dirty="0">
                    <a:solidFill>
                      <a:schemeClr val="bg1"/>
                    </a:solidFill>
                  </a:rPr>
                </a:br>
                <a14:m>
                  <m:oMath xmlns:m="http://schemas.openxmlformats.org/officeDocument/2006/math">
                    <m:d>
                      <m:dPr>
                        <m:begChr m:val="‖"/>
                        <m:endChr m:val="‖"/>
                        <m:ctrlPr>
                          <a:rPr lang="zh-CN" altLang="en-US" i="1">
                            <a:solidFill>
                              <a:schemeClr val="bg1"/>
                            </a:solidFill>
                            <a:latin typeface="Cambria Math" panose="02040503050406030204" pitchFamily="18" charset="0"/>
                          </a:rPr>
                        </m:ctrlPr>
                      </m:dPr>
                      <m:e>
                        <m:r>
                          <a:rPr lang="zh-CN" altLang="en-US" b="1" i="1">
                            <a:solidFill>
                              <a:schemeClr val="bg1"/>
                            </a:solidFill>
                            <a:latin typeface="Cambria Math" panose="02040503050406030204" pitchFamily="18" charset="0"/>
                          </a:rPr>
                          <m:t>𝒙</m:t>
                        </m:r>
                        <m:d>
                          <m:dPr>
                            <m:ctrlPr>
                              <a:rPr lang="zh-CN" altLang="en-US" i="1">
                                <a:solidFill>
                                  <a:schemeClr val="bg1"/>
                                </a:solidFill>
                                <a:latin typeface="Cambria Math" panose="02040503050406030204" pitchFamily="18" charset="0"/>
                              </a:rPr>
                            </m:ctrlPr>
                          </m:dPr>
                          <m:e>
                            <m:r>
                              <a:rPr lang="zh-CN" altLang="en-US" i="1">
                                <a:solidFill>
                                  <a:schemeClr val="bg1"/>
                                </a:solidFill>
                                <a:latin typeface="Cambria Math" panose="02040503050406030204" pitchFamily="18" charset="0"/>
                              </a:rPr>
                              <m:t>𝑡</m:t>
                            </m:r>
                          </m:e>
                        </m:d>
                      </m:e>
                    </m:d>
                    <m:r>
                      <a:rPr lang="zh-CN" altLang="en-US" i="1">
                        <a:solidFill>
                          <a:schemeClr val="bg1"/>
                        </a:solidFill>
                        <a:latin typeface="Cambria Math" panose="02040503050406030204" pitchFamily="18" charset="0"/>
                      </a:rPr>
                      <m:t>≤</m:t>
                    </m:r>
                    <m:r>
                      <a:rPr lang="zh-CN" altLang="en-US" i="1">
                        <a:solidFill>
                          <a:schemeClr val="bg1"/>
                        </a:solidFill>
                        <a:latin typeface="Cambria Math" panose="02040503050406030204" pitchFamily="18" charset="0"/>
                      </a:rPr>
                      <m:t>𝛼</m:t>
                    </m:r>
                    <m:d>
                      <m:dPr>
                        <m:ctrlPr>
                          <a:rPr lang="zh-CN" altLang="en-US" i="1">
                            <a:solidFill>
                              <a:schemeClr val="bg1"/>
                            </a:solidFill>
                            <a:latin typeface="Cambria Math" panose="02040503050406030204" pitchFamily="18" charset="0"/>
                          </a:rPr>
                        </m:ctrlPr>
                      </m:dPr>
                      <m:e>
                        <m:d>
                          <m:dPr>
                            <m:begChr m:val="‖"/>
                            <m:endChr m:val="‖"/>
                            <m:ctrlPr>
                              <a:rPr lang="zh-CN" altLang="en-US" i="1">
                                <a:solidFill>
                                  <a:schemeClr val="bg1"/>
                                </a:solidFill>
                                <a:latin typeface="Cambria Math" panose="02040503050406030204" pitchFamily="18" charset="0"/>
                              </a:rPr>
                            </m:ctrlPr>
                          </m:dPr>
                          <m:e>
                            <m:r>
                              <a:rPr lang="zh-CN" altLang="en-US" b="1" i="1">
                                <a:solidFill>
                                  <a:schemeClr val="bg1"/>
                                </a:solidFill>
                                <a:latin typeface="Cambria Math" panose="02040503050406030204" pitchFamily="18" charset="0"/>
                              </a:rPr>
                              <m:t>𝒙</m:t>
                            </m:r>
                            <m:d>
                              <m:dPr>
                                <m:ctrlPr>
                                  <a:rPr lang="zh-CN" altLang="en-US" i="1">
                                    <a:solidFill>
                                      <a:schemeClr val="bg1"/>
                                    </a:solidFill>
                                    <a:latin typeface="Cambria Math" panose="02040503050406030204" pitchFamily="18" charset="0"/>
                                  </a:rPr>
                                </m:ctrlPr>
                              </m:dPr>
                              <m:e>
                                <m:sSub>
                                  <m:sSubPr>
                                    <m:ctrlPr>
                                      <a:rPr lang="zh-CN" altLang="en-US" i="1">
                                        <a:solidFill>
                                          <a:schemeClr val="bg1"/>
                                        </a:solidFill>
                                        <a:latin typeface="Cambria Math" panose="02040503050406030204" pitchFamily="18" charset="0"/>
                                      </a:rPr>
                                    </m:ctrlPr>
                                  </m:sSubPr>
                                  <m:e>
                                    <m:r>
                                      <a:rPr lang="zh-CN" altLang="en-US" i="1">
                                        <a:solidFill>
                                          <a:schemeClr val="bg1"/>
                                        </a:solidFill>
                                        <a:latin typeface="Cambria Math" panose="02040503050406030204" pitchFamily="18" charset="0"/>
                                      </a:rPr>
                                      <m:t>𝑡</m:t>
                                    </m:r>
                                  </m:e>
                                  <m:sub>
                                    <m:r>
                                      <a:rPr lang="zh-CN" altLang="en-US" i="1">
                                        <a:solidFill>
                                          <a:schemeClr val="bg1"/>
                                        </a:solidFill>
                                        <a:latin typeface="Cambria Math" panose="02040503050406030204" pitchFamily="18" charset="0"/>
                                      </a:rPr>
                                      <m:t>0</m:t>
                                    </m:r>
                                  </m:sub>
                                </m:sSub>
                              </m:e>
                            </m:d>
                          </m:e>
                        </m:d>
                      </m:e>
                    </m:d>
                    <m:r>
                      <a:rPr lang="zh-CN" altLang="en-US" i="1">
                        <a:solidFill>
                          <a:schemeClr val="bg1"/>
                        </a:solidFill>
                        <a:latin typeface="Cambria Math" panose="02040503050406030204" pitchFamily="18" charset="0"/>
                      </a:rPr>
                      <m:t>&lt;</m:t>
                    </m:r>
                    <m:r>
                      <a:rPr lang="zh-CN" altLang="en-US" i="1" smtClean="0">
                        <a:solidFill>
                          <a:srgbClr val="FFFF00"/>
                        </a:solidFill>
                        <a:latin typeface="Cambria Math" panose="02040503050406030204" pitchFamily="18" charset="0"/>
                      </a:rPr>
                      <m:t>𝛼</m:t>
                    </m:r>
                    <m:d>
                      <m:dPr>
                        <m:ctrlPr>
                          <a:rPr lang="zh-CN" altLang="en-US" i="1">
                            <a:solidFill>
                              <a:srgbClr val="FFFF00"/>
                            </a:solidFill>
                            <a:latin typeface="Cambria Math" panose="02040503050406030204" pitchFamily="18" charset="0"/>
                          </a:rPr>
                        </m:ctrlPr>
                      </m:dPr>
                      <m:e>
                        <m:r>
                          <a:rPr lang="zh-CN" altLang="en-US" i="1">
                            <a:solidFill>
                              <a:srgbClr val="FFFF00"/>
                            </a:solidFill>
                            <a:latin typeface="Cambria Math" panose="02040503050406030204" pitchFamily="18" charset="0"/>
                          </a:rPr>
                          <m:t>𝛿</m:t>
                        </m:r>
                      </m:e>
                    </m:d>
                    <m:r>
                      <a:rPr lang="zh-CN" altLang="en-US" i="1">
                        <a:solidFill>
                          <a:srgbClr val="FFFF00"/>
                        </a:solidFill>
                        <a:latin typeface="Cambria Math" panose="02040503050406030204" pitchFamily="18" charset="0"/>
                      </a:rPr>
                      <m:t>≤</m:t>
                    </m:r>
                    <m:r>
                      <a:rPr lang="zh-CN" altLang="en-US" i="1">
                        <a:solidFill>
                          <a:srgbClr val="FFFF00"/>
                        </a:solidFill>
                        <a:latin typeface="Cambria Math" panose="02040503050406030204" pitchFamily="18" charset="0"/>
                      </a:rPr>
                      <m:t>𝛼</m:t>
                    </m:r>
                    <m:d>
                      <m:dPr>
                        <m:ctrlPr>
                          <a:rPr lang="zh-CN" altLang="en-US" i="1">
                            <a:solidFill>
                              <a:srgbClr val="FFFF00"/>
                            </a:solidFill>
                            <a:latin typeface="Cambria Math" panose="02040503050406030204" pitchFamily="18" charset="0"/>
                          </a:rPr>
                        </m:ctrlPr>
                      </m:dPr>
                      <m:e>
                        <m:sSup>
                          <m:sSupPr>
                            <m:ctrlPr>
                              <a:rPr lang="zh-CN" altLang="en-US" i="1">
                                <a:solidFill>
                                  <a:srgbClr val="FFFF00"/>
                                </a:solidFill>
                                <a:latin typeface="Cambria Math" panose="02040503050406030204" pitchFamily="18" charset="0"/>
                              </a:rPr>
                            </m:ctrlPr>
                          </m:sSupPr>
                          <m:e>
                            <m:r>
                              <a:rPr lang="zh-CN" altLang="en-US" i="1">
                                <a:solidFill>
                                  <a:srgbClr val="FFFF00"/>
                                </a:solidFill>
                                <a:latin typeface="Cambria Math" panose="02040503050406030204" pitchFamily="18" charset="0"/>
                              </a:rPr>
                              <m:t>𝛼</m:t>
                            </m:r>
                          </m:e>
                          <m:sup>
                            <m:r>
                              <a:rPr lang="zh-CN" altLang="en-US" i="1">
                                <a:solidFill>
                                  <a:srgbClr val="FFFF00"/>
                                </a:solidFill>
                                <a:latin typeface="Cambria Math" panose="02040503050406030204" pitchFamily="18" charset="0"/>
                              </a:rPr>
                              <m:t>−1</m:t>
                            </m:r>
                          </m:sup>
                        </m:sSup>
                        <m:d>
                          <m:dPr>
                            <m:ctrlPr>
                              <a:rPr lang="zh-CN" altLang="en-US" i="1">
                                <a:solidFill>
                                  <a:srgbClr val="FFFF00"/>
                                </a:solidFill>
                                <a:latin typeface="Cambria Math" panose="02040503050406030204" pitchFamily="18" charset="0"/>
                              </a:rPr>
                            </m:ctrlPr>
                          </m:dPr>
                          <m:e>
                            <m:r>
                              <a:rPr lang="zh-CN" altLang="en-US" i="1">
                                <a:solidFill>
                                  <a:srgbClr val="FFFF00"/>
                                </a:solidFill>
                                <a:latin typeface="Cambria Math" panose="02040503050406030204" pitchFamily="18" charset="0"/>
                              </a:rPr>
                              <m:t>𝜀</m:t>
                            </m:r>
                          </m:e>
                        </m:d>
                      </m:e>
                    </m:d>
                    <m:r>
                      <a:rPr lang="zh-CN" altLang="en-US" i="1">
                        <a:solidFill>
                          <a:schemeClr val="bg1"/>
                        </a:solidFill>
                        <a:latin typeface="Cambria Math" panose="02040503050406030204" pitchFamily="18" charset="0"/>
                      </a:rPr>
                      <m:t>=</m:t>
                    </m:r>
                    <m:r>
                      <a:rPr lang="zh-CN" altLang="en-US" i="1">
                        <a:solidFill>
                          <a:schemeClr val="bg1"/>
                        </a:solidFill>
                        <a:latin typeface="Cambria Math" panose="02040503050406030204" pitchFamily="18" charset="0"/>
                      </a:rPr>
                      <m:t>𝜀</m:t>
                    </m:r>
                  </m:oMath>
                </a14:m>
                <a:endParaRPr lang="en-US" altLang="zh-CN" b="1" dirty="0"/>
              </a:p>
              <a:p>
                <a:pPr>
                  <a:lnSpc>
                    <a:spcPct val="150000"/>
                  </a:lnSpc>
                </a:pPr>
                <a:r>
                  <a:rPr lang="zh-CN" altLang="en-US" b="1" dirty="0"/>
                  <a:t>在</a:t>
                </a:r>
                <a14:m>
                  <m:oMath xmlns:m="http://schemas.openxmlformats.org/officeDocument/2006/math">
                    <m:r>
                      <a:rPr lang="zh-CN" altLang="en-US" i="1">
                        <a:latin typeface="Cambria Math" panose="02040503050406030204" pitchFamily="18" charset="0"/>
                      </a:rPr>
                      <m:t>𝑐</m:t>
                    </m:r>
                  </m:oMath>
                </a14:m>
                <a:r>
                  <a:rPr lang="zh-CN" altLang="en-US" b="1" dirty="0"/>
                  <a:t>和</a:t>
                </a:r>
                <a14:m>
                  <m:oMath xmlns:m="http://schemas.openxmlformats.org/officeDocument/2006/math">
                    <m:r>
                      <a:rPr lang="zh-CN" altLang="en-US" i="1" smtClean="0">
                        <a:solidFill>
                          <a:schemeClr val="bg1"/>
                        </a:solidFill>
                        <a:latin typeface="Cambria Math" panose="02040503050406030204" pitchFamily="18" charset="0"/>
                      </a:rPr>
                      <m:t>𝛿</m:t>
                    </m:r>
                  </m:oMath>
                </a14:m>
                <a:r>
                  <a:rPr lang="zh-CN" altLang="en-US" b="1" dirty="0"/>
                  <a:t>间建立联系，可取 </a:t>
                </a:r>
                <a14:m>
                  <m:oMath xmlns:m="http://schemas.openxmlformats.org/officeDocument/2006/math">
                    <m:r>
                      <a:rPr lang="zh-CN" altLang="en-US" i="1" smtClean="0">
                        <a:solidFill>
                          <a:srgbClr val="FFFF00"/>
                        </a:solidFill>
                        <a:latin typeface="Cambria Math" panose="02040503050406030204" pitchFamily="18" charset="0"/>
                      </a:rPr>
                      <m:t>𝛿</m:t>
                    </m:r>
                    <m:r>
                      <a:rPr lang="zh-CN" altLang="en-US" i="1" smtClean="0">
                        <a:solidFill>
                          <a:srgbClr val="FFFF00"/>
                        </a:solidFill>
                        <a:latin typeface="Cambria Math" panose="02040503050406030204" pitchFamily="18" charset="0"/>
                      </a:rPr>
                      <m:t>=</m:t>
                    </m:r>
                    <m:func>
                      <m:funcPr>
                        <m:ctrlPr>
                          <a:rPr lang="zh-CN" altLang="en-US" i="1">
                            <a:solidFill>
                              <a:srgbClr val="FFFF00"/>
                            </a:solidFill>
                            <a:latin typeface="Cambria Math" panose="02040503050406030204" pitchFamily="18" charset="0"/>
                          </a:rPr>
                        </m:ctrlPr>
                      </m:funcPr>
                      <m:fName>
                        <m:r>
                          <m:rPr>
                            <m:sty m:val="p"/>
                          </m:rPr>
                          <a:rPr lang="zh-CN" altLang="en-US">
                            <a:solidFill>
                              <a:srgbClr val="FFFF00"/>
                            </a:solidFill>
                            <a:latin typeface="Cambria Math" panose="02040503050406030204" pitchFamily="18" charset="0"/>
                          </a:rPr>
                          <m:t>min</m:t>
                        </m:r>
                      </m:fName>
                      <m:e>
                        <m:d>
                          <m:dPr>
                            <m:begChr m:val="{"/>
                            <m:endChr m:val="}"/>
                            <m:ctrlPr>
                              <a:rPr lang="zh-CN" altLang="en-US" i="1">
                                <a:solidFill>
                                  <a:srgbClr val="FFFF00"/>
                                </a:solidFill>
                                <a:latin typeface="Cambria Math" panose="02040503050406030204" pitchFamily="18" charset="0"/>
                              </a:rPr>
                            </m:ctrlPr>
                          </m:dPr>
                          <m:e>
                            <m:r>
                              <a:rPr lang="zh-CN" altLang="en-US" i="1">
                                <a:solidFill>
                                  <a:srgbClr val="FFFF00"/>
                                </a:solidFill>
                                <a:latin typeface="Cambria Math" panose="02040503050406030204" pitchFamily="18" charset="0"/>
                              </a:rPr>
                              <m:t>𝑐</m:t>
                            </m:r>
                            <m:r>
                              <a:rPr lang="zh-CN" altLang="en-US" i="1">
                                <a:solidFill>
                                  <a:srgbClr val="FFFF00"/>
                                </a:solidFill>
                                <a:latin typeface="Cambria Math" panose="02040503050406030204" pitchFamily="18" charset="0"/>
                              </a:rPr>
                              <m:t>,</m:t>
                            </m:r>
                            <m:sSup>
                              <m:sSupPr>
                                <m:ctrlPr>
                                  <a:rPr lang="zh-CN" altLang="en-US" i="1">
                                    <a:solidFill>
                                      <a:srgbClr val="FFFF00"/>
                                    </a:solidFill>
                                    <a:latin typeface="Cambria Math" panose="02040503050406030204" pitchFamily="18" charset="0"/>
                                  </a:rPr>
                                </m:ctrlPr>
                              </m:sSupPr>
                              <m:e>
                                <m:r>
                                  <a:rPr lang="zh-CN" altLang="en-US" i="1">
                                    <a:solidFill>
                                      <a:srgbClr val="FFFF00"/>
                                    </a:solidFill>
                                    <a:latin typeface="Cambria Math" panose="02040503050406030204" pitchFamily="18" charset="0"/>
                                  </a:rPr>
                                  <m:t>𝛼</m:t>
                                </m:r>
                              </m:e>
                              <m:sup>
                                <m:r>
                                  <a:rPr lang="zh-CN" altLang="en-US" i="1">
                                    <a:solidFill>
                                      <a:srgbClr val="FFFF00"/>
                                    </a:solidFill>
                                    <a:latin typeface="Cambria Math" panose="02040503050406030204" pitchFamily="18" charset="0"/>
                                  </a:rPr>
                                  <m:t>−1</m:t>
                                </m:r>
                              </m:sup>
                            </m:sSup>
                            <m:d>
                              <m:dPr>
                                <m:ctrlPr>
                                  <a:rPr lang="zh-CN" altLang="en-US" i="1">
                                    <a:solidFill>
                                      <a:srgbClr val="FFFF00"/>
                                    </a:solidFill>
                                    <a:latin typeface="Cambria Math" panose="02040503050406030204" pitchFamily="18" charset="0"/>
                                  </a:rPr>
                                </m:ctrlPr>
                              </m:dPr>
                              <m:e>
                                <m:r>
                                  <a:rPr lang="zh-CN" altLang="en-US" i="1">
                                    <a:solidFill>
                                      <a:srgbClr val="FFFF00"/>
                                    </a:solidFill>
                                    <a:latin typeface="Cambria Math" panose="02040503050406030204" pitchFamily="18" charset="0"/>
                                  </a:rPr>
                                  <m:t>𝜀</m:t>
                                </m:r>
                              </m:e>
                            </m:d>
                          </m:e>
                        </m:d>
                      </m:e>
                    </m:func>
                  </m:oMath>
                </a14:m>
                <a:r>
                  <a:rPr lang="zh-CN" altLang="en-US" b="1" dirty="0">
                    <a:solidFill>
                      <a:srgbClr val="FFFF00"/>
                    </a:solidFill>
                  </a:rPr>
                  <a:t> </a:t>
                </a:r>
                <a:r>
                  <a:rPr lang="zh-CN" altLang="en-US" b="1" dirty="0"/>
                  <a:t>。</a:t>
                </a:r>
                <a:endParaRPr lang="en-US" altLang="zh-CN" b="1" dirty="0"/>
              </a:p>
              <a:p>
                <a:pPr>
                  <a:lnSpc>
                    <a:spcPct val="150000"/>
                  </a:lnSpc>
                </a:pPr>
                <a:r>
                  <a:rPr lang="zh-CN" altLang="en-US" b="1" dirty="0"/>
                  <a:t>根据 </a:t>
                </a:r>
                <a:r>
                  <a:rPr lang="el-GR" altLang="zh-CN" b="1" i="1" dirty="0"/>
                  <a:t>δ</a:t>
                </a:r>
                <a:r>
                  <a:rPr lang="en-US" altLang="zh-CN" b="1" i="1" dirty="0"/>
                  <a:t> </a:t>
                </a:r>
                <a:r>
                  <a:rPr lang="zh-CN" altLang="en-US" b="1" dirty="0"/>
                  <a:t>的上确界设计 </a:t>
                </a:r>
                <a14:m>
                  <m:oMath xmlns:m="http://schemas.openxmlformats.org/officeDocument/2006/math">
                    <m:r>
                      <a:rPr lang="zh-CN" altLang="en-US" sz="3200" i="1" smtClean="0">
                        <a:solidFill>
                          <a:schemeClr val="bg1"/>
                        </a:solidFill>
                        <a:latin typeface="Cambria Math" panose="02040503050406030204" pitchFamily="18" charset="0"/>
                      </a:rPr>
                      <m:t>𝒦</m:t>
                    </m:r>
                  </m:oMath>
                </a14:m>
                <a:r>
                  <a:rPr lang="zh-CN" altLang="en-US" b="1" dirty="0">
                    <a:solidFill>
                      <a:schemeClr val="bg1"/>
                    </a:solidFill>
                  </a:rPr>
                  <a:t>类函数</a:t>
                </a:r>
                <a:endParaRPr lang="zh-CN" altLang="en-US" dirty="0"/>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xfrm>
                <a:off x="179512" y="1196752"/>
                <a:ext cx="8964488" cy="5505800"/>
              </a:xfrm>
              <a:blipFill>
                <a:blip r:embed="rId3"/>
                <a:stretch>
                  <a:fillRect/>
                </a:stretch>
              </a:blipFill>
            </p:spPr>
            <p:txBody>
              <a:bodyPr/>
              <a:lstStyle/>
              <a:p>
                <a:r>
                  <a:rPr lang="zh-CN" altLang="en-US">
                    <a:noFill/>
                  </a:rPr>
                  <a:t> </a:t>
                </a:r>
              </a:p>
            </p:txBody>
          </p:sp>
        </mc:Fallback>
      </mc:AlternateContent>
      <p:sp>
        <p:nvSpPr>
          <p:cNvPr id="5" name="灯片编号占位符 4"/>
          <p:cNvSpPr>
            <a:spLocks noGrp="1"/>
          </p:cNvSpPr>
          <p:nvPr>
            <p:ph type="sldNum" sz="quarter" idx="12"/>
          </p:nvPr>
        </p:nvSpPr>
        <p:spPr/>
        <p:txBody>
          <a:bodyPr/>
          <a:lstStyle/>
          <a:p>
            <a:fld id="{58C210BB-F110-452C-89E7-9EA0A8D47DCE}" type="slidenum">
              <a:rPr lang="zh-CN" altLang="en-US" smtClean="0"/>
              <a:pPr/>
              <a:t>26</a:t>
            </a:fld>
            <a:endParaRPr lang="zh-CN" altLang="en-US" dirty="0"/>
          </a:p>
        </p:txBody>
      </p:sp>
    </p:spTree>
    <p:extLst>
      <p:ext uri="{BB962C8B-B14F-4D97-AF65-F5344CB8AC3E}">
        <p14:creationId xmlns:p14="http://schemas.microsoft.com/office/powerpoint/2010/main" val="137521034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pPr algn="ctr"/>
            <a:r>
              <a:rPr lang="zh-CN" altLang="en-US" dirty="0"/>
              <a:t>第四讲</a:t>
            </a:r>
          </a:p>
        </p:txBody>
      </p:sp>
      <p:sp>
        <p:nvSpPr>
          <p:cNvPr id="5" name="灯片编号占位符 4"/>
          <p:cNvSpPr>
            <a:spLocks noGrp="1"/>
          </p:cNvSpPr>
          <p:nvPr>
            <p:ph type="sldNum" sz="quarter" idx="12"/>
          </p:nvPr>
        </p:nvSpPr>
        <p:spPr/>
        <p:txBody>
          <a:bodyPr/>
          <a:lstStyle/>
          <a:p>
            <a:fld id="{58C210BB-F110-452C-89E7-9EA0A8D47DCE}" type="slidenum">
              <a:rPr lang="zh-CN" altLang="en-US" smtClean="0"/>
              <a:pPr/>
              <a:t>27</a:t>
            </a:fld>
            <a:endParaRPr lang="zh-CN" altLang="en-US" dirty="0"/>
          </a:p>
        </p:txBody>
      </p:sp>
      <p:sp>
        <p:nvSpPr>
          <p:cNvPr id="26" name="内容占位符 2">
            <a:extLst>
              <a:ext uri="{FF2B5EF4-FFF2-40B4-BE49-F238E27FC236}">
                <a16:creationId xmlns:a16="http://schemas.microsoft.com/office/drawing/2014/main" id="{C956924C-445C-4097-B601-992DE600B0B6}"/>
              </a:ext>
            </a:extLst>
          </p:cNvPr>
          <p:cNvSpPr txBox="1">
            <a:spLocks/>
          </p:cNvSpPr>
          <p:nvPr/>
        </p:nvSpPr>
        <p:spPr>
          <a:xfrm>
            <a:off x="633028" y="1700808"/>
            <a:ext cx="7877944" cy="4320480"/>
          </a:xfrm>
          <a:prstGeom prst="rect">
            <a:avLst/>
          </a:prstGeom>
        </p:spPr>
        <p:txBody>
          <a:bodyPr vert="horz" lIns="54864" tIns="91440" rtlCol="0">
            <a:normAutofit/>
          </a:bodyPr>
          <a:lstStyle>
            <a:lvl1pPr marL="438912" indent="-320040" algn="l" rtl="0" eaLnBrk="1" latinLnBrk="0" hangingPunct="1">
              <a:spcBef>
                <a:spcPts val="0"/>
              </a:spcBef>
              <a:buClr>
                <a:schemeClr val="accent1"/>
              </a:buClr>
              <a:buSzPct val="80000"/>
              <a:buFont typeface="Wingdings 2"/>
              <a:buChar char=""/>
              <a:defRPr kumimoji="0" sz="3200" kern="1200">
                <a:solidFill>
                  <a:schemeClr val="bg1"/>
                </a:solidFill>
                <a:latin typeface="Times New Roman" pitchFamily="18" charset="0"/>
                <a:ea typeface="+mn-ea"/>
                <a:cs typeface="Times New Roman" pitchFamily="18" charset="0"/>
              </a:defRPr>
            </a:lvl1pPr>
            <a:lvl2pPr marL="731520" indent="-274320" algn="l" rtl="0" eaLnBrk="1" latinLnBrk="0" hangingPunct="1">
              <a:spcBef>
                <a:spcPct val="20000"/>
              </a:spcBef>
              <a:buClr>
                <a:schemeClr val="accent2"/>
              </a:buClr>
              <a:buSzPct val="90000"/>
              <a:buFont typeface="Wingdings"/>
              <a:buChar char=""/>
              <a:defRPr kumimoji="0" sz="2800" kern="1200">
                <a:solidFill>
                  <a:schemeClr val="bg1"/>
                </a:solidFill>
                <a:latin typeface="Times New Roman" pitchFamily="18" charset="0"/>
                <a:ea typeface="+mn-ea"/>
                <a:cs typeface="Times New Roman" pitchFamily="18" charset="0"/>
              </a:defRPr>
            </a:lvl2pPr>
            <a:lvl3pPr marL="996696" indent="-228600" algn="l" rtl="0" eaLnBrk="1" latinLnBrk="0" hangingPunct="1">
              <a:spcBef>
                <a:spcPct val="20000"/>
              </a:spcBef>
              <a:buClr>
                <a:schemeClr val="accent3"/>
              </a:buClr>
              <a:buFont typeface="Arial"/>
              <a:buChar char="▪"/>
              <a:defRPr kumimoji="0" sz="2400" kern="1200">
                <a:solidFill>
                  <a:schemeClr val="bg1"/>
                </a:solidFill>
                <a:latin typeface="Times New Roman" pitchFamily="18" charset="0"/>
                <a:ea typeface="+mn-ea"/>
                <a:cs typeface="Times New Roman" pitchFamily="18" charset="0"/>
              </a:defRPr>
            </a:lvl3pPr>
            <a:lvl4pPr marL="1216152" indent="-182880" algn="l" rtl="0" eaLnBrk="1" latinLnBrk="0" hangingPunct="1">
              <a:spcBef>
                <a:spcPct val="20000"/>
              </a:spcBef>
              <a:buClr>
                <a:schemeClr val="accent4"/>
              </a:buClr>
              <a:buFont typeface="Arial"/>
              <a:buChar char="▪"/>
              <a:defRPr kumimoji="0" sz="2000" kern="1200">
                <a:solidFill>
                  <a:schemeClr val="bg1"/>
                </a:solidFill>
                <a:latin typeface="Times New Roman" pitchFamily="18" charset="0"/>
                <a:ea typeface="+mn-ea"/>
                <a:cs typeface="Times New Roman" pitchFamily="18" charset="0"/>
              </a:defRPr>
            </a:lvl4pPr>
            <a:lvl5pPr marL="1426464" indent="-182880" algn="l" rtl="0" eaLnBrk="1" latinLnBrk="0" hangingPunct="1">
              <a:spcBef>
                <a:spcPct val="20000"/>
              </a:spcBef>
              <a:buClr>
                <a:schemeClr val="accent5"/>
              </a:buClr>
              <a:buFont typeface="Wingdings 3"/>
              <a:buChar char=""/>
              <a:defRPr kumimoji="0" lang="en-US" sz="2000" kern="1200" smtClean="0">
                <a:solidFill>
                  <a:schemeClr val="tx1"/>
                </a:solidFill>
                <a:latin typeface="Times New Roman" pitchFamily="18" charset="0"/>
                <a:ea typeface="+mn-ea"/>
                <a:cs typeface="Times New Roman" pitchFamily="18" charset="0"/>
              </a:defRPr>
            </a:lvl5pPr>
            <a:lvl6pPr marL="1627632" indent="-182880" algn="l" rtl="0" eaLnBrk="1" latinLnBrk="0" hangingPunct="1">
              <a:spcBef>
                <a:spcPct val="20000"/>
              </a:spcBef>
              <a:buClr>
                <a:schemeClr val="accent6"/>
              </a:buClr>
              <a:buSzPct val="100000"/>
              <a:buFont typeface="Wingdings 2"/>
              <a:buChar char=""/>
              <a:defRPr kumimoji="0" sz="2000" kern="1200">
                <a:solidFill>
                  <a:schemeClr val="tx1"/>
                </a:solidFill>
                <a:latin typeface="+mn-lt"/>
                <a:ea typeface="+mn-ea"/>
                <a:cs typeface="+mn-cs"/>
              </a:defRPr>
            </a:lvl6pPr>
            <a:lvl7pPr marL="1828800" indent="-182880" algn="l" rtl="0" eaLnBrk="1" latinLnBrk="0" hangingPunct="1">
              <a:spcBef>
                <a:spcPct val="20000"/>
              </a:spcBef>
              <a:buClr>
                <a:schemeClr val="accent1"/>
              </a:buClr>
              <a:buSzPct val="100000"/>
              <a:buFont typeface="Wingdings 2"/>
              <a:buChar char=""/>
              <a:defRPr kumimoji="0" sz="1800" kern="1200">
                <a:solidFill>
                  <a:schemeClr val="tx1"/>
                </a:solidFill>
                <a:latin typeface="+mn-lt"/>
                <a:ea typeface="+mn-ea"/>
                <a:cs typeface="+mn-cs"/>
              </a:defRPr>
            </a:lvl7pPr>
            <a:lvl8pPr marL="2029968" indent="-182880" algn="l" rtl="0" eaLnBrk="1" latinLnBrk="0" hangingPunct="1">
              <a:spcBef>
                <a:spcPct val="20000"/>
              </a:spcBef>
              <a:buClr>
                <a:schemeClr val="accent2"/>
              </a:buClr>
              <a:buFont typeface="Wingdings 2" pitchFamily="18" charset="2"/>
              <a:buChar char=""/>
              <a:defRPr kumimoji="0" sz="1800" kern="1200">
                <a:solidFill>
                  <a:schemeClr val="tx1"/>
                </a:solidFill>
                <a:latin typeface="+mn-lt"/>
                <a:ea typeface="+mn-ea"/>
                <a:cs typeface="+mn-cs"/>
              </a:defRPr>
            </a:lvl8pPr>
            <a:lvl9pPr marL="2231136" indent="-182880" algn="l" rtl="0" eaLnBrk="1" latinLnBrk="0" hangingPunct="1">
              <a:spcBef>
                <a:spcPct val="20000"/>
              </a:spcBef>
              <a:buClr>
                <a:schemeClr val="accent3"/>
              </a:buClr>
              <a:buFont typeface="Wingdings 2" pitchFamily="18" charset="2"/>
              <a:buChar char=""/>
              <a:defRPr kumimoji="0" sz="1800" kern="1200" baseline="0">
                <a:solidFill>
                  <a:schemeClr val="tx1"/>
                </a:solidFill>
                <a:latin typeface="+mn-lt"/>
                <a:ea typeface="+mn-ea"/>
                <a:cs typeface="+mn-cs"/>
              </a:defRPr>
            </a:lvl9pPr>
            <a:extLst/>
          </a:lstStyle>
          <a:p>
            <a:pPr marL="633222" indent="-514350">
              <a:lnSpc>
                <a:spcPct val="150000"/>
              </a:lnSpc>
              <a:buClr>
                <a:schemeClr val="tx1">
                  <a:lumMod val="50000"/>
                  <a:lumOff val="50000"/>
                </a:schemeClr>
              </a:buClr>
              <a:buSzPct val="100000"/>
              <a:buFont typeface="+mj-lt"/>
              <a:buAutoNum type="arabicPeriod"/>
            </a:pPr>
            <a:r>
              <a:rPr lang="zh-CN" altLang="en-US" sz="4000" b="1" dirty="0">
                <a:solidFill>
                  <a:schemeClr val="tx1">
                    <a:lumMod val="50000"/>
                    <a:lumOff val="50000"/>
                  </a:schemeClr>
                </a:solidFill>
              </a:rPr>
              <a:t>非自治系统的稳定性定义</a:t>
            </a:r>
            <a:endParaRPr lang="en-US" altLang="zh-CN" sz="4000" b="1" dirty="0">
              <a:solidFill>
                <a:schemeClr val="tx1">
                  <a:lumMod val="50000"/>
                  <a:lumOff val="50000"/>
                </a:schemeClr>
              </a:solidFill>
            </a:endParaRPr>
          </a:p>
          <a:p>
            <a:pPr marL="633222" indent="-514350">
              <a:lnSpc>
                <a:spcPct val="150000"/>
              </a:lnSpc>
              <a:buClr>
                <a:schemeClr val="tx1">
                  <a:lumMod val="50000"/>
                  <a:lumOff val="50000"/>
                </a:schemeClr>
              </a:buClr>
              <a:buSzPct val="100000"/>
              <a:buFont typeface="+mj-lt"/>
              <a:buAutoNum type="arabicPeriod"/>
            </a:pPr>
            <a:r>
              <a:rPr lang="zh-CN" altLang="en-US" sz="4000" b="1" dirty="0">
                <a:solidFill>
                  <a:schemeClr val="tx1">
                    <a:lumMod val="50000"/>
                    <a:lumOff val="50000"/>
                  </a:schemeClr>
                </a:solidFill>
              </a:rPr>
              <a:t>比较函数与稳定性</a:t>
            </a:r>
            <a:endParaRPr lang="en-US" altLang="zh-CN" sz="4000" b="1" dirty="0">
              <a:solidFill>
                <a:schemeClr val="tx1">
                  <a:lumMod val="50000"/>
                  <a:lumOff val="50000"/>
                </a:schemeClr>
              </a:solidFill>
            </a:endParaRPr>
          </a:p>
          <a:p>
            <a:pPr marL="633222" indent="-514350">
              <a:lnSpc>
                <a:spcPct val="150000"/>
              </a:lnSpc>
              <a:buClr>
                <a:srgbClr val="FFC000"/>
              </a:buClr>
              <a:buSzPct val="100000"/>
              <a:buFont typeface="+mj-lt"/>
              <a:buAutoNum type="arabicPeriod"/>
            </a:pPr>
            <a:r>
              <a:rPr lang="zh-CN" altLang="en-US" sz="4000" b="1" dirty="0">
                <a:solidFill>
                  <a:srgbClr val="FFC000"/>
                </a:solidFill>
              </a:rPr>
              <a:t>非自治系统的</a:t>
            </a:r>
            <a:r>
              <a:rPr lang="en-US" altLang="zh-CN" sz="4000" b="1" dirty="0">
                <a:solidFill>
                  <a:srgbClr val="FFC000"/>
                </a:solidFill>
              </a:rPr>
              <a:t>Lyapunov</a:t>
            </a:r>
            <a:r>
              <a:rPr lang="zh-CN" altLang="en-US" sz="4000" b="1" dirty="0">
                <a:solidFill>
                  <a:srgbClr val="FFC000"/>
                </a:solidFill>
              </a:rPr>
              <a:t>理论</a:t>
            </a:r>
            <a:endParaRPr lang="en-US" altLang="zh-CN" sz="4000" b="1" dirty="0">
              <a:solidFill>
                <a:srgbClr val="FFC000"/>
              </a:solidFill>
            </a:endParaRPr>
          </a:p>
          <a:p>
            <a:pPr marL="633222" indent="-514350">
              <a:lnSpc>
                <a:spcPct val="150000"/>
              </a:lnSpc>
              <a:buClr>
                <a:schemeClr val="tx1">
                  <a:lumMod val="50000"/>
                  <a:lumOff val="50000"/>
                </a:schemeClr>
              </a:buClr>
              <a:buSzPct val="100000"/>
              <a:buFont typeface="+mj-lt"/>
              <a:buAutoNum type="arabicPeriod"/>
            </a:pPr>
            <a:r>
              <a:rPr lang="en-US" altLang="zh-CN" sz="4000" b="1" dirty="0">
                <a:solidFill>
                  <a:schemeClr val="tx1">
                    <a:lumMod val="50000"/>
                    <a:lumOff val="50000"/>
                  </a:schemeClr>
                </a:solidFill>
              </a:rPr>
              <a:t>Lyapunov</a:t>
            </a:r>
            <a:r>
              <a:rPr lang="zh-CN" altLang="en-US" sz="4000" b="1" dirty="0">
                <a:solidFill>
                  <a:schemeClr val="tx1">
                    <a:lumMod val="50000"/>
                    <a:lumOff val="50000"/>
                  </a:schemeClr>
                </a:solidFill>
              </a:rPr>
              <a:t>逆定理</a:t>
            </a:r>
          </a:p>
        </p:txBody>
      </p:sp>
      <p:sp>
        <p:nvSpPr>
          <p:cNvPr id="6" name="日期占位符 3"/>
          <p:cNvSpPr txBox="1">
            <a:spLocks/>
          </p:cNvSpPr>
          <p:nvPr/>
        </p:nvSpPr>
        <p:spPr>
          <a:xfrm>
            <a:off x="457200" y="6476999"/>
            <a:ext cx="2133600" cy="274320"/>
          </a:xfrm>
          <a:prstGeom prst="rect">
            <a:avLst/>
          </a:prstGeom>
        </p:spPr>
        <p:txBody>
          <a:bodyPr vert="horz" lIns="109728" rIns="45720" bIns="0" rtlCol="0" anchor="b"/>
          <a:lstStyle>
            <a:defPPr>
              <a:defRPr lang="zh-CN"/>
            </a:defPPr>
            <a:lvl1pPr marL="0" algn="l" defTabSz="914400" rtl="0" eaLnBrk="1" latinLnBrk="0" hangingPunct="1">
              <a:defRPr kumimoji="0" sz="1800" kern="1200">
                <a:solidFill>
                  <a:srgbClr val="FF0000"/>
                </a:solidFill>
                <a:latin typeface="Times New Roman" pitchFamily="18" charset="0"/>
                <a:ea typeface="+mn-ea"/>
                <a:cs typeface="Times New Roman" pitchFamily="18"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dirty="0"/>
          </a:p>
        </p:txBody>
      </p:sp>
    </p:spTree>
    <p:extLst>
      <p:ext uri="{BB962C8B-B14F-4D97-AF65-F5344CB8AC3E}">
        <p14:creationId xmlns:p14="http://schemas.microsoft.com/office/powerpoint/2010/main" val="126931448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zh-CN" altLang="en-US" dirty="0"/>
              <a:t>定号的时变标量函数</a:t>
            </a:r>
          </a:p>
        </p:txBody>
      </p:sp>
      <p:sp>
        <p:nvSpPr>
          <p:cNvPr id="7" name="灯片编号占位符 6"/>
          <p:cNvSpPr>
            <a:spLocks noGrp="1"/>
          </p:cNvSpPr>
          <p:nvPr>
            <p:ph type="sldNum" sz="quarter" idx="12"/>
          </p:nvPr>
        </p:nvSpPr>
        <p:spPr/>
        <p:txBody>
          <a:bodyPr/>
          <a:lstStyle/>
          <a:p>
            <a:fld id="{58C210BB-F110-452C-89E7-9EA0A8D47DCE}" type="slidenum">
              <a:rPr lang="zh-CN" altLang="en-US" smtClean="0"/>
              <a:pPr/>
              <a:t>28</a:t>
            </a:fld>
            <a:endParaRPr lang="zh-CN" altLang="en-US" dirty="0"/>
          </a:p>
        </p:txBody>
      </p:sp>
      <mc:AlternateContent xmlns:mc="http://schemas.openxmlformats.org/markup-compatibility/2006" xmlns:a14="http://schemas.microsoft.com/office/drawing/2010/main">
        <mc:Choice Requires="a14">
          <p:sp>
            <p:nvSpPr>
              <p:cNvPr id="19" name="内容占位符 2"/>
              <p:cNvSpPr txBox="1">
                <a:spLocks/>
              </p:cNvSpPr>
              <p:nvPr/>
            </p:nvSpPr>
            <p:spPr>
              <a:xfrm>
                <a:off x="438472" y="1052736"/>
                <a:ext cx="8382000" cy="1584176"/>
              </a:xfrm>
              <a:prstGeom prst="rect">
                <a:avLst/>
              </a:prstGeom>
            </p:spPr>
            <p:txBody>
              <a:bodyPr vert="horz" lIns="54864" tIns="91440" rtlCol="0">
                <a:noAutofit/>
              </a:bodyPr>
              <a:lstStyle>
                <a:lvl1pPr marL="438912" indent="-320040" algn="l" rtl="0" eaLnBrk="1" latinLnBrk="0" hangingPunct="1">
                  <a:spcBef>
                    <a:spcPts val="0"/>
                  </a:spcBef>
                  <a:buClr>
                    <a:schemeClr val="accent1"/>
                  </a:buClr>
                  <a:buSzPct val="80000"/>
                  <a:buFont typeface="Wingdings 2"/>
                  <a:buChar char=""/>
                  <a:defRPr kumimoji="0" sz="3200" kern="1200">
                    <a:solidFill>
                      <a:schemeClr val="bg1"/>
                    </a:solidFill>
                    <a:latin typeface="Times New Roman" pitchFamily="18" charset="0"/>
                    <a:ea typeface="+mn-ea"/>
                    <a:cs typeface="Times New Roman" pitchFamily="18" charset="0"/>
                  </a:defRPr>
                </a:lvl1pPr>
                <a:lvl2pPr marL="731520" indent="-274320" algn="l" rtl="0" eaLnBrk="1" latinLnBrk="0" hangingPunct="1">
                  <a:spcBef>
                    <a:spcPct val="20000"/>
                  </a:spcBef>
                  <a:buClr>
                    <a:schemeClr val="accent2"/>
                  </a:buClr>
                  <a:buSzPct val="90000"/>
                  <a:buFont typeface="Wingdings"/>
                  <a:buChar char=""/>
                  <a:defRPr kumimoji="0" sz="2800" kern="1200">
                    <a:solidFill>
                      <a:schemeClr val="bg1"/>
                    </a:solidFill>
                    <a:latin typeface="Times New Roman" pitchFamily="18" charset="0"/>
                    <a:ea typeface="+mn-ea"/>
                    <a:cs typeface="Times New Roman" pitchFamily="18" charset="0"/>
                  </a:defRPr>
                </a:lvl2pPr>
                <a:lvl3pPr marL="996696" indent="-228600" algn="l" rtl="0" eaLnBrk="1" latinLnBrk="0" hangingPunct="1">
                  <a:spcBef>
                    <a:spcPct val="20000"/>
                  </a:spcBef>
                  <a:buClr>
                    <a:schemeClr val="accent3"/>
                  </a:buClr>
                  <a:buFont typeface="Arial"/>
                  <a:buChar char="▪"/>
                  <a:defRPr kumimoji="0" sz="2400" kern="1200">
                    <a:solidFill>
                      <a:schemeClr val="bg1"/>
                    </a:solidFill>
                    <a:latin typeface="Times New Roman" pitchFamily="18" charset="0"/>
                    <a:ea typeface="+mn-ea"/>
                    <a:cs typeface="Times New Roman" pitchFamily="18" charset="0"/>
                  </a:defRPr>
                </a:lvl3pPr>
                <a:lvl4pPr marL="1216152" indent="-182880" algn="l" rtl="0" eaLnBrk="1" latinLnBrk="0" hangingPunct="1">
                  <a:spcBef>
                    <a:spcPct val="20000"/>
                  </a:spcBef>
                  <a:buClr>
                    <a:schemeClr val="accent4"/>
                  </a:buClr>
                  <a:buFont typeface="Arial"/>
                  <a:buChar char="▪"/>
                  <a:defRPr kumimoji="0" sz="2000" kern="1200">
                    <a:solidFill>
                      <a:schemeClr val="bg1"/>
                    </a:solidFill>
                    <a:latin typeface="Times New Roman" pitchFamily="18" charset="0"/>
                    <a:ea typeface="+mn-ea"/>
                    <a:cs typeface="Times New Roman" pitchFamily="18" charset="0"/>
                  </a:defRPr>
                </a:lvl4pPr>
                <a:lvl5pPr marL="1426464" indent="-182880" algn="l" rtl="0" eaLnBrk="1" latinLnBrk="0" hangingPunct="1">
                  <a:spcBef>
                    <a:spcPct val="20000"/>
                  </a:spcBef>
                  <a:buClr>
                    <a:schemeClr val="accent5"/>
                  </a:buClr>
                  <a:buFont typeface="Wingdings 3"/>
                  <a:buChar char=""/>
                  <a:defRPr kumimoji="0" lang="en-US" sz="2000" kern="1200" smtClean="0">
                    <a:solidFill>
                      <a:schemeClr val="tx1"/>
                    </a:solidFill>
                    <a:latin typeface="Times New Roman" pitchFamily="18" charset="0"/>
                    <a:ea typeface="+mn-ea"/>
                    <a:cs typeface="Times New Roman" pitchFamily="18" charset="0"/>
                  </a:defRPr>
                </a:lvl5pPr>
                <a:lvl6pPr marL="1627632" indent="-182880" algn="l" rtl="0" eaLnBrk="1" latinLnBrk="0" hangingPunct="1">
                  <a:spcBef>
                    <a:spcPct val="20000"/>
                  </a:spcBef>
                  <a:buClr>
                    <a:schemeClr val="accent6"/>
                  </a:buClr>
                  <a:buSzPct val="100000"/>
                  <a:buFont typeface="Wingdings 2"/>
                  <a:buChar char=""/>
                  <a:defRPr kumimoji="0" sz="2000" kern="1200">
                    <a:solidFill>
                      <a:schemeClr val="tx1"/>
                    </a:solidFill>
                    <a:latin typeface="+mn-lt"/>
                    <a:ea typeface="+mn-ea"/>
                    <a:cs typeface="+mn-cs"/>
                  </a:defRPr>
                </a:lvl6pPr>
                <a:lvl7pPr marL="1828800" indent="-182880" algn="l" rtl="0" eaLnBrk="1" latinLnBrk="0" hangingPunct="1">
                  <a:spcBef>
                    <a:spcPct val="20000"/>
                  </a:spcBef>
                  <a:buClr>
                    <a:schemeClr val="accent1"/>
                  </a:buClr>
                  <a:buSzPct val="100000"/>
                  <a:buFont typeface="Wingdings 2"/>
                  <a:buChar char=""/>
                  <a:defRPr kumimoji="0" sz="1800" kern="1200">
                    <a:solidFill>
                      <a:schemeClr val="tx1"/>
                    </a:solidFill>
                    <a:latin typeface="+mn-lt"/>
                    <a:ea typeface="+mn-ea"/>
                    <a:cs typeface="+mn-cs"/>
                  </a:defRPr>
                </a:lvl7pPr>
                <a:lvl8pPr marL="2029968" indent="-182880" algn="l" rtl="0" eaLnBrk="1" latinLnBrk="0" hangingPunct="1">
                  <a:spcBef>
                    <a:spcPct val="20000"/>
                  </a:spcBef>
                  <a:buClr>
                    <a:schemeClr val="accent2"/>
                  </a:buClr>
                  <a:buFont typeface="Wingdings 2" pitchFamily="18" charset="2"/>
                  <a:buChar char=""/>
                  <a:defRPr kumimoji="0" sz="1800" kern="1200">
                    <a:solidFill>
                      <a:schemeClr val="tx1"/>
                    </a:solidFill>
                    <a:latin typeface="+mn-lt"/>
                    <a:ea typeface="+mn-ea"/>
                    <a:cs typeface="+mn-cs"/>
                  </a:defRPr>
                </a:lvl8pPr>
                <a:lvl9pPr marL="2231136" indent="-182880" algn="l" rtl="0" eaLnBrk="1" latinLnBrk="0" hangingPunct="1">
                  <a:spcBef>
                    <a:spcPct val="20000"/>
                  </a:spcBef>
                  <a:buClr>
                    <a:schemeClr val="accent3"/>
                  </a:buClr>
                  <a:buFont typeface="Wingdings 2" pitchFamily="18" charset="2"/>
                  <a:buChar char=""/>
                  <a:defRPr kumimoji="0" sz="1800" kern="1200" baseline="0">
                    <a:solidFill>
                      <a:schemeClr val="tx1"/>
                    </a:solidFill>
                    <a:latin typeface="+mn-lt"/>
                    <a:ea typeface="+mn-ea"/>
                    <a:cs typeface="+mn-cs"/>
                  </a:defRPr>
                </a:lvl9pPr>
                <a:extLst/>
              </a:lstStyle>
              <a:p>
                <a:pPr marL="118872" indent="0">
                  <a:lnSpc>
                    <a:spcPts val="4000"/>
                  </a:lnSpc>
                  <a:buNone/>
                </a:pPr>
                <a:r>
                  <a:rPr lang="zh-CN" altLang="en-US" sz="2800" b="1" dirty="0">
                    <a:solidFill>
                      <a:srgbClr val="FFFF00"/>
                    </a:solidFill>
                  </a:rPr>
                  <a:t>定义</a:t>
                </a:r>
                <a:r>
                  <a:rPr lang="en-US" altLang="zh-CN" sz="2800" b="1" dirty="0">
                    <a:solidFill>
                      <a:srgbClr val="FFFF00"/>
                    </a:solidFill>
                  </a:rPr>
                  <a:t>5.1</a:t>
                </a:r>
                <a:r>
                  <a:rPr lang="zh-CN" altLang="en-US" sz="2800" b="1" dirty="0"/>
                  <a:t>：考查域内标量时变函数 </a:t>
                </a:r>
                <a14:m>
                  <m:oMath xmlns:m="http://schemas.openxmlformats.org/officeDocument/2006/math">
                    <m:r>
                      <a:rPr lang="zh-CN" altLang="en-US" sz="2800" i="1">
                        <a:latin typeface="Cambria Math" panose="02040503050406030204" pitchFamily="18" charset="0"/>
                      </a:rPr>
                      <m:t>𝑉</m:t>
                    </m:r>
                    <m:r>
                      <a:rPr lang="zh-CN" altLang="en-US" sz="2800" i="1">
                        <a:latin typeface="Cambria Math" panose="02040503050406030204" pitchFamily="18" charset="0"/>
                      </a:rPr>
                      <m:t>(</m:t>
                    </m:r>
                    <m:r>
                      <a:rPr lang="zh-CN" altLang="en-US" sz="2800" b="1" i="1">
                        <a:latin typeface="Cambria Math" panose="02040503050406030204" pitchFamily="18" charset="0"/>
                      </a:rPr>
                      <m:t>𝒙</m:t>
                    </m:r>
                    <m:r>
                      <a:rPr lang="zh-CN" altLang="en-US" sz="2800" i="1">
                        <a:latin typeface="Cambria Math" panose="02040503050406030204" pitchFamily="18" charset="0"/>
                      </a:rPr>
                      <m:t>,</m:t>
                    </m:r>
                    <m:r>
                      <a:rPr lang="zh-CN" altLang="en-US" sz="2800" i="1">
                        <a:latin typeface="Cambria Math" panose="02040503050406030204" pitchFamily="18" charset="0"/>
                      </a:rPr>
                      <m:t>𝑡</m:t>
                    </m:r>
                    <m:r>
                      <a:rPr lang="zh-CN" altLang="en-US" sz="2800" i="1">
                        <a:latin typeface="Cambria Math" panose="02040503050406030204" pitchFamily="18" charset="0"/>
                      </a:rPr>
                      <m:t>)</m:t>
                    </m:r>
                  </m:oMath>
                </a14:m>
                <a:r>
                  <a:rPr lang="zh-CN" altLang="en-US" sz="2800" b="1" dirty="0"/>
                  <a:t> </a:t>
                </a:r>
                <a:r>
                  <a:rPr lang="zh-CN" altLang="en-US" sz="2800" b="1" dirty="0">
                    <a:solidFill>
                      <a:srgbClr val="FFFF00"/>
                    </a:solidFill>
                  </a:rPr>
                  <a:t>正定</a:t>
                </a:r>
                <a:r>
                  <a:rPr lang="zh-CN" altLang="en-US" sz="2800" b="1" dirty="0"/>
                  <a:t>，如果</a:t>
                </a:r>
                <a14:m>
                  <m:oMath xmlns:m="http://schemas.openxmlformats.org/officeDocument/2006/math">
                    <m:r>
                      <a:rPr lang="zh-CN" altLang="en-US" sz="2800" i="1">
                        <a:solidFill>
                          <a:srgbClr val="FFFF00"/>
                        </a:solidFill>
                        <a:latin typeface="Cambria Math" panose="02040503050406030204" pitchFamily="18" charset="0"/>
                      </a:rPr>
                      <m:t>𝑉</m:t>
                    </m:r>
                    <m:r>
                      <a:rPr lang="zh-CN" altLang="en-US" sz="2800" i="1">
                        <a:solidFill>
                          <a:srgbClr val="FFFF00"/>
                        </a:solidFill>
                        <a:latin typeface="Cambria Math" panose="02040503050406030204" pitchFamily="18" charset="0"/>
                      </a:rPr>
                      <m:t>(0,</m:t>
                    </m:r>
                    <m:r>
                      <a:rPr lang="zh-CN" altLang="en-US" sz="2800" i="1">
                        <a:solidFill>
                          <a:srgbClr val="FFFF00"/>
                        </a:solidFill>
                        <a:latin typeface="Cambria Math" panose="02040503050406030204" pitchFamily="18" charset="0"/>
                      </a:rPr>
                      <m:t>𝑡</m:t>
                    </m:r>
                    <m:r>
                      <a:rPr lang="zh-CN" altLang="en-US" sz="2800" i="1">
                        <a:solidFill>
                          <a:srgbClr val="FFFF00"/>
                        </a:solidFill>
                        <a:latin typeface="Cambria Math" panose="02040503050406030204" pitchFamily="18" charset="0"/>
                      </a:rPr>
                      <m:t>)</m:t>
                    </m:r>
                    <m:r>
                      <m:rPr>
                        <m:nor/>
                      </m:rPr>
                      <a:rPr lang="zh-CN" altLang="en-US" sz="2800">
                        <a:solidFill>
                          <a:srgbClr val="FFFF00"/>
                        </a:solidFill>
                        <a:latin typeface="Cambria Math" panose="02040503050406030204" pitchFamily="18" charset="0"/>
                      </a:rPr>
                      <m:t>=0</m:t>
                    </m:r>
                    <m:r>
                      <m:rPr>
                        <m:nor/>
                      </m:rPr>
                      <a:rPr lang="zh-CN" altLang="en-US" sz="2800">
                        <a:latin typeface="Cambria Math" panose="02040503050406030204" pitchFamily="18" charset="0"/>
                      </a:rPr>
                      <m:t>,</m:t>
                    </m:r>
                    <m:r>
                      <a:rPr lang="zh-CN" altLang="en-US" sz="2800" i="1">
                        <a:latin typeface="Cambria Math" panose="02040503050406030204" pitchFamily="18" charset="0"/>
                      </a:rPr>
                      <m:t> ∀</m:t>
                    </m:r>
                    <m:r>
                      <a:rPr lang="zh-CN" altLang="en-US" sz="2800" i="1">
                        <a:latin typeface="Cambria Math" panose="02040503050406030204" pitchFamily="18" charset="0"/>
                      </a:rPr>
                      <m:t>𝑡</m:t>
                    </m:r>
                    <m:r>
                      <a:rPr lang="zh-CN" altLang="en-US" sz="2800" i="1">
                        <a:latin typeface="Cambria Math" panose="02040503050406030204" pitchFamily="18" charset="0"/>
                      </a:rPr>
                      <m:t>≥</m:t>
                    </m:r>
                    <m:sSub>
                      <m:sSubPr>
                        <m:ctrlPr>
                          <a:rPr lang="zh-CN" altLang="en-US" sz="2800" i="1">
                            <a:latin typeface="Cambria Math" panose="02040503050406030204" pitchFamily="18" charset="0"/>
                          </a:rPr>
                        </m:ctrlPr>
                      </m:sSubPr>
                      <m:e>
                        <m:r>
                          <a:rPr lang="zh-CN" altLang="en-US" sz="2800" i="1">
                            <a:latin typeface="Cambria Math" panose="02040503050406030204" pitchFamily="18" charset="0"/>
                          </a:rPr>
                          <m:t>𝑡</m:t>
                        </m:r>
                      </m:e>
                      <m:sub>
                        <m:r>
                          <a:rPr lang="zh-CN" altLang="en-US" sz="2800" i="1">
                            <a:latin typeface="Cambria Math" panose="02040503050406030204" pitchFamily="18" charset="0"/>
                          </a:rPr>
                          <m:t>0</m:t>
                        </m:r>
                      </m:sub>
                    </m:sSub>
                  </m:oMath>
                </a14:m>
                <a:r>
                  <a:rPr lang="zh-CN" altLang="en-US" sz="2800" b="1" dirty="0"/>
                  <a:t>，且存在一个正定函数</a:t>
                </a:r>
                <a14:m>
                  <m:oMath xmlns:m="http://schemas.openxmlformats.org/officeDocument/2006/math">
                    <m:sSub>
                      <m:sSubPr>
                        <m:ctrlPr>
                          <a:rPr lang="zh-CN" altLang="en-US" sz="2800" i="1">
                            <a:latin typeface="Cambria Math" panose="02040503050406030204" pitchFamily="18" charset="0"/>
                          </a:rPr>
                        </m:ctrlPr>
                      </m:sSubPr>
                      <m:e>
                        <m:r>
                          <a:rPr lang="zh-CN" altLang="en-US" sz="2800" i="1">
                            <a:latin typeface="Cambria Math" panose="02040503050406030204" pitchFamily="18" charset="0"/>
                          </a:rPr>
                          <m:t>𝑊</m:t>
                        </m:r>
                      </m:e>
                      <m:sub>
                        <m:r>
                          <a:rPr lang="en-US" altLang="zh-CN" sz="2800" i="1">
                            <a:latin typeface="Cambria Math" panose="02040503050406030204" pitchFamily="18" charset="0"/>
                          </a:rPr>
                          <m:t>1</m:t>
                        </m:r>
                      </m:sub>
                    </m:sSub>
                    <m:r>
                      <a:rPr lang="zh-CN" altLang="en-US" sz="2800" i="1">
                        <a:latin typeface="Cambria Math" panose="02040503050406030204" pitchFamily="18" charset="0"/>
                      </a:rPr>
                      <m:t>(</m:t>
                    </m:r>
                    <m:r>
                      <a:rPr lang="zh-CN" altLang="en-US" sz="2800" b="1" i="1">
                        <a:latin typeface="Cambria Math" panose="02040503050406030204" pitchFamily="18" charset="0"/>
                      </a:rPr>
                      <m:t>𝒙</m:t>
                    </m:r>
                    <m:r>
                      <a:rPr lang="zh-CN" altLang="en-US" sz="2800" i="1">
                        <a:latin typeface="Cambria Math" panose="02040503050406030204" pitchFamily="18" charset="0"/>
                      </a:rPr>
                      <m:t>)</m:t>
                    </m:r>
                  </m:oMath>
                </a14:m>
                <a:r>
                  <a:rPr lang="zh-CN" altLang="en-US" sz="2800" b="1" dirty="0"/>
                  <a:t>使得</a:t>
                </a:r>
                <a:br>
                  <a:rPr lang="en-US" altLang="zh-CN" sz="2800" i="1" dirty="0">
                    <a:solidFill>
                      <a:srgbClr val="00FFFF"/>
                    </a:solidFill>
                    <a:latin typeface="Cambria Math" panose="02040503050406030204" pitchFamily="18" charset="0"/>
                  </a:rPr>
                </a:br>
                <a14:m>
                  <m:oMathPara xmlns:m="http://schemas.openxmlformats.org/officeDocument/2006/math">
                    <m:oMathParaPr>
                      <m:jc m:val="centerGroup"/>
                    </m:oMathParaPr>
                    <m:oMath xmlns:m="http://schemas.openxmlformats.org/officeDocument/2006/math">
                      <m:sSub>
                        <m:sSubPr>
                          <m:ctrlPr>
                            <a:rPr lang="zh-CN" altLang="en-US" sz="2800" i="1" smtClean="0">
                              <a:solidFill>
                                <a:srgbClr val="FFFF00"/>
                              </a:solidFill>
                              <a:latin typeface="Cambria Math" panose="02040503050406030204" pitchFamily="18" charset="0"/>
                            </a:rPr>
                          </m:ctrlPr>
                        </m:sSubPr>
                        <m:e>
                          <m:r>
                            <a:rPr lang="zh-CN" altLang="en-US" sz="2800" i="1">
                              <a:solidFill>
                                <a:srgbClr val="FFFF00"/>
                              </a:solidFill>
                              <a:latin typeface="Cambria Math" panose="02040503050406030204" pitchFamily="18" charset="0"/>
                            </a:rPr>
                            <m:t>𝑊</m:t>
                          </m:r>
                        </m:e>
                        <m:sub>
                          <m:r>
                            <a:rPr lang="zh-CN" altLang="en-US" sz="2800" i="1">
                              <a:solidFill>
                                <a:srgbClr val="FFFF00"/>
                              </a:solidFill>
                              <a:latin typeface="Cambria Math" panose="02040503050406030204" pitchFamily="18" charset="0"/>
                            </a:rPr>
                            <m:t>1</m:t>
                          </m:r>
                        </m:sub>
                      </m:sSub>
                      <m:r>
                        <a:rPr lang="zh-CN" altLang="en-US" sz="2800" i="1">
                          <a:solidFill>
                            <a:srgbClr val="FFFF00"/>
                          </a:solidFill>
                          <a:latin typeface="Cambria Math" panose="02040503050406030204" pitchFamily="18" charset="0"/>
                        </a:rPr>
                        <m:t>(</m:t>
                      </m:r>
                      <m:r>
                        <a:rPr lang="zh-CN" altLang="en-US" sz="2800" b="1" i="1">
                          <a:solidFill>
                            <a:srgbClr val="FFFF00"/>
                          </a:solidFill>
                          <a:latin typeface="Cambria Math" panose="02040503050406030204" pitchFamily="18" charset="0"/>
                        </a:rPr>
                        <m:t>𝒙</m:t>
                      </m:r>
                      <m:r>
                        <a:rPr lang="zh-CN" altLang="en-US" sz="2800" i="1">
                          <a:solidFill>
                            <a:srgbClr val="FFFF00"/>
                          </a:solidFill>
                          <a:latin typeface="Cambria Math" panose="02040503050406030204" pitchFamily="18" charset="0"/>
                        </a:rPr>
                        <m:t>)≤</m:t>
                      </m:r>
                      <m:r>
                        <a:rPr lang="zh-CN" altLang="en-US" sz="2800" i="1">
                          <a:solidFill>
                            <a:srgbClr val="FFFF00"/>
                          </a:solidFill>
                          <a:latin typeface="Cambria Math" panose="02040503050406030204" pitchFamily="18" charset="0"/>
                        </a:rPr>
                        <m:t>𝑉</m:t>
                      </m:r>
                      <m:r>
                        <a:rPr lang="zh-CN" altLang="en-US" sz="2800" i="1">
                          <a:solidFill>
                            <a:srgbClr val="FFFF00"/>
                          </a:solidFill>
                          <a:latin typeface="Cambria Math" panose="02040503050406030204" pitchFamily="18" charset="0"/>
                        </a:rPr>
                        <m:t>(</m:t>
                      </m:r>
                      <m:r>
                        <a:rPr lang="zh-CN" altLang="en-US" sz="2800" b="1" i="1">
                          <a:solidFill>
                            <a:srgbClr val="FFFF00"/>
                          </a:solidFill>
                          <a:latin typeface="Cambria Math" panose="02040503050406030204" pitchFamily="18" charset="0"/>
                        </a:rPr>
                        <m:t>𝒙</m:t>
                      </m:r>
                      <m:r>
                        <a:rPr lang="zh-CN" altLang="en-US" sz="2800" i="1">
                          <a:solidFill>
                            <a:srgbClr val="FFFF00"/>
                          </a:solidFill>
                          <a:latin typeface="Cambria Math" panose="02040503050406030204" pitchFamily="18" charset="0"/>
                        </a:rPr>
                        <m:t>,</m:t>
                      </m:r>
                      <m:r>
                        <a:rPr lang="zh-CN" altLang="en-US" sz="2800" i="1">
                          <a:solidFill>
                            <a:srgbClr val="FFFF00"/>
                          </a:solidFill>
                          <a:latin typeface="Cambria Math" panose="02040503050406030204" pitchFamily="18" charset="0"/>
                        </a:rPr>
                        <m:t>𝑡</m:t>
                      </m:r>
                      <m:r>
                        <a:rPr lang="zh-CN" altLang="en-US" sz="2800" i="1">
                          <a:solidFill>
                            <a:srgbClr val="FFFF00"/>
                          </a:solidFill>
                          <a:latin typeface="Cambria Math" panose="02040503050406030204" pitchFamily="18" charset="0"/>
                        </a:rPr>
                        <m:t>)</m:t>
                      </m:r>
                      <m:r>
                        <a:rPr lang="zh-CN" altLang="en-US" sz="2800" smtClean="0">
                          <a:solidFill>
                            <a:schemeClr val="bg1"/>
                          </a:solidFill>
                          <a:latin typeface="Cambria Math" panose="02040503050406030204" pitchFamily="18" charset="0"/>
                        </a:rPr>
                        <m:t>,</m:t>
                      </m:r>
                      <m:r>
                        <a:rPr lang="zh-CN" altLang="en-US" sz="2800" i="1">
                          <a:solidFill>
                            <a:schemeClr val="bg1"/>
                          </a:solidFill>
                          <a:latin typeface="Cambria Math" panose="02040503050406030204" pitchFamily="18" charset="0"/>
                        </a:rPr>
                        <m:t>   ∀</m:t>
                      </m:r>
                      <m:r>
                        <a:rPr lang="zh-CN" altLang="en-US" sz="2800" i="1">
                          <a:solidFill>
                            <a:schemeClr val="bg1"/>
                          </a:solidFill>
                          <a:latin typeface="Cambria Math" panose="02040503050406030204" pitchFamily="18" charset="0"/>
                        </a:rPr>
                        <m:t>𝑡</m:t>
                      </m:r>
                      <m:r>
                        <a:rPr lang="zh-CN" altLang="en-US" sz="2800" i="1">
                          <a:solidFill>
                            <a:schemeClr val="bg1"/>
                          </a:solidFill>
                          <a:latin typeface="Cambria Math" panose="02040503050406030204" pitchFamily="18" charset="0"/>
                        </a:rPr>
                        <m:t>≥</m:t>
                      </m:r>
                      <m:sSub>
                        <m:sSubPr>
                          <m:ctrlPr>
                            <a:rPr lang="zh-CN" altLang="en-US" sz="2800" i="1">
                              <a:solidFill>
                                <a:schemeClr val="bg1"/>
                              </a:solidFill>
                              <a:latin typeface="Cambria Math" panose="02040503050406030204" pitchFamily="18" charset="0"/>
                            </a:rPr>
                          </m:ctrlPr>
                        </m:sSubPr>
                        <m:e>
                          <m:r>
                            <a:rPr lang="zh-CN" altLang="en-US" sz="2800" i="1">
                              <a:solidFill>
                                <a:schemeClr val="bg1"/>
                              </a:solidFill>
                              <a:latin typeface="Cambria Math" panose="02040503050406030204" pitchFamily="18" charset="0"/>
                            </a:rPr>
                            <m:t>𝑡</m:t>
                          </m:r>
                        </m:e>
                        <m:sub>
                          <m:r>
                            <a:rPr lang="zh-CN" altLang="en-US" sz="2800" i="1">
                              <a:solidFill>
                                <a:schemeClr val="bg1"/>
                              </a:solidFill>
                              <a:latin typeface="Cambria Math" panose="02040503050406030204" pitchFamily="18" charset="0"/>
                            </a:rPr>
                            <m:t>0</m:t>
                          </m:r>
                        </m:sub>
                      </m:sSub>
                    </m:oMath>
                  </m:oMathPara>
                </a14:m>
                <a:endParaRPr lang="en-US" altLang="zh-CN" sz="2800" b="1" dirty="0"/>
              </a:p>
            </p:txBody>
          </p:sp>
        </mc:Choice>
        <mc:Fallback xmlns="">
          <p:sp>
            <p:nvSpPr>
              <p:cNvPr id="19" name="内容占位符 2"/>
              <p:cNvSpPr txBox="1">
                <a:spLocks noRot="1" noChangeAspect="1" noMove="1" noResize="1" noEditPoints="1" noAdjustHandles="1" noChangeArrowheads="1" noChangeShapeType="1" noTextEdit="1"/>
              </p:cNvSpPr>
              <p:nvPr/>
            </p:nvSpPr>
            <p:spPr>
              <a:xfrm>
                <a:off x="438472" y="1052736"/>
                <a:ext cx="8382000" cy="1584176"/>
              </a:xfrm>
              <a:prstGeom prst="rect">
                <a:avLst/>
              </a:prstGeom>
              <a:blipFill>
                <a:blip r:embed="rId4"/>
                <a:stretch>
                  <a:fillRect l="-582" r="-655"/>
                </a:stretch>
              </a:blipFill>
            </p:spPr>
            <p:txBody>
              <a:bodyPr/>
              <a:lstStyle/>
              <a:p>
                <a:r>
                  <a:rPr lang="zh-CN" altLang="en-US">
                    <a:noFill/>
                  </a:rPr>
                  <a:t> </a:t>
                </a:r>
              </a:p>
            </p:txBody>
          </p:sp>
        </mc:Fallback>
      </mc:AlternateContent>
      <p:sp>
        <p:nvSpPr>
          <p:cNvPr id="12" name="TextBox 11"/>
          <p:cNvSpPr txBox="1"/>
          <p:nvPr/>
        </p:nvSpPr>
        <p:spPr>
          <a:xfrm>
            <a:off x="2181519" y="2751311"/>
            <a:ext cx="4895906" cy="461665"/>
          </a:xfrm>
          <a:prstGeom prst="rect">
            <a:avLst/>
          </a:prstGeom>
          <a:noFill/>
        </p:spPr>
        <p:txBody>
          <a:bodyPr wrap="square" rtlCol="0">
            <a:spAutoFit/>
          </a:bodyPr>
          <a:lstStyle/>
          <a:p>
            <a:r>
              <a:rPr lang="zh-CN" altLang="en-US" sz="2400" b="1" dirty="0">
                <a:solidFill>
                  <a:schemeClr val="bg1"/>
                </a:solidFill>
                <a:latin typeface="Times New Roman" pitchFamily="18" charset="0"/>
                <a:cs typeface="Times New Roman" pitchFamily="18" charset="0"/>
              </a:rPr>
              <a:t>存在一个正定函数将</a:t>
            </a:r>
            <a:r>
              <a:rPr lang="en-US" altLang="zh-CN" sz="2400" i="1" dirty="0">
                <a:solidFill>
                  <a:schemeClr val="bg1"/>
                </a:solidFill>
                <a:latin typeface="Times New Roman" pitchFamily="18" charset="0"/>
                <a:cs typeface="Times New Roman" pitchFamily="18" charset="0"/>
              </a:rPr>
              <a:t>V</a:t>
            </a:r>
            <a:r>
              <a:rPr lang="zh-CN" altLang="en-US" sz="2400" b="1" dirty="0">
                <a:solidFill>
                  <a:schemeClr val="bg1"/>
                </a:solidFill>
                <a:latin typeface="Times New Roman" pitchFamily="18" charset="0"/>
                <a:cs typeface="Times New Roman" pitchFamily="18" charset="0"/>
              </a:rPr>
              <a:t>函数“</a:t>
            </a:r>
            <a:r>
              <a:rPr lang="zh-CN" altLang="en-US" sz="2400" b="1" dirty="0">
                <a:solidFill>
                  <a:srgbClr val="FFFF00"/>
                </a:solidFill>
                <a:latin typeface="Times New Roman" pitchFamily="18" charset="0"/>
                <a:cs typeface="Times New Roman" pitchFamily="18" charset="0"/>
              </a:rPr>
              <a:t>托住</a:t>
            </a:r>
            <a:r>
              <a:rPr lang="zh-CN" altLang="en-US" sz="2400" b="1" dirty="0">
                <a:solidFill>
                  <a:schemeClr val="bg1"/>
                </a:solidFill>
                <a:latin typeface="Times New Roman" pitchFamily="18" charset="0"/>
                <a:cs typeface="Times New Roman" pitchFamily="18" charset="0"/>
              </a:rPr>
              <a:t>”</a:t>
            </a:r>
          </a:p>
        </p:txBody>
      </p:sp>
      <p:sp>
        <p:nvSpPr>
          <p:cNvPr id="13" name="内容占位符 2"/>
          <p:cNvSpPr txBox="1">
            <a:spLocks/>
          </p:cNvSpPr>
          <p:nvPr/>
        </p:nvSpPr>
        <p:spPr>
          <a:xfrm>
            <a:off x="438472" y="3684762"/>
            <a:ext cx="8382000" cy="752350"/>
          </a:xfrm>
          <a:prstGeom prst="rect">
            <a:avLst/>
          </a:prstGeom>
        </p:spPr>
        <p:txBody>
          <a:bodyPr vert="horz" lIns="54864" tIns="91440" rtlCol="0">
            <a:normAutofit/>
          </a:bodyPr>
          <a:lstStyle>
            <a:lvl1pPr marL="438912" indent="-320040" algn="l" rtl="0" eaLnBrk="1" latinLnBrk="0" hangingPunct="1">
              <a:spcBef>
                <a:spcPts val="0"/>
              </a:spcBef>
              <a:buClr>
                <a:schemeClr val="accent1"/>
              </a:buClr>
              <a:buSzPct val="80000"/>
              <a:buFont typeface="Wingdings 2"/>
              <a:buChar char=""/>
              <a:defRPr kumimoji="0" sz="3200" kern="1200">
                <a:solidFill>
                  <a:schemeClr val="bg1"/>
                </a:solidFill>
                <a:latin typeface="Times New Roman" pitchFamily="18" charset="0"/>
                <a:ea typeface="+mn-ea"/>
                <a:cs typeface="Times New Roman" pitchFamily="18" charset="0"/>
              </a:defRPr>
            </a:lvl1pPr>
            <a:lvl2pPr marL="731520" indent="-274320" algn="l" rtl="0" eaLnBrk="1" latinLnBrk="0" hangingPunct="1">
              <a:spcBef>
                <a:spcPct val="20000"/>
              </a:spcBef>
              <a:buClr>
                <a:schemeClr val="accent2"/>
              </a:buClr>
              <a:buSzPct val="90000"/>
              <a:buFont typeface="Wingdings"/>
              <a:buChar char=""/>
              <a:defRPr kumimoji="0" sz="2800" kern="1200">
                <a:solidFill>
                  <a:schemeClr val="bg1"/>
                </a:solidFill>
                <a:latin typeface="Times New Roman" pitchFamily="18" charset="0"/>
                <a:ea typeface="+mn-ea"/>
                <a:cs typeface="Times New Roman" pitchFamily="18" charset="0"/>
              </a:defRPr>
            </a:lvl2pPr>
            <a:lvl3pPr marL="996696" indent="-228600" algn="l" rtl="0" eaLnBrk="1" latinLnBrk="0" hangingPunct="1">
              <a:spcBef>
                <a:spcPct val="20000"/>
              </a:spcBef>
              <a:buClr>
                <a:schemeClr val="accent3"/>
              </a:buClr>
              <a:buFont typeface="Arial"/>
              <a:buChar char="▪"/>
              <a:defRPr kumimoji="0" sz="2400" kern="1200">
                <a:solidFill>
                  <a:schemeClr val="bg1"/>
                </a:solidFill>
                <a:latin typeface="Times New Roman" pitchFamily="18" charset="0"/>
                <a:ea typeface="+mn-ea"/>
                <a:cs typeface="Times New Roman" pitchFamily="18" charset="0"/>
              </a:defRPr>
            </a:lvl3pPr>
            <a:lvl4pPr marL="1216152" indent="-182880" algn="l" rtl="0" eaLnBrk="1" latinLnBrk="0" hangingPunct="1">
              <a:spcBef>
                <a:spcPct val="20000"/>
              </a:spcBef>
              <a:buClr>
                <a:schemeClr val="accent4"/>
              </a:buClr>
              <a:buFont typeface="Arial"/>
              <a:buChar char="▪"/>
              <a:defRPr kumimoji="0" sz="2000" kern="1200">
                <a:solidFill>
                  <a:schemeClr val="bg1"/>
                </a:solidFill>
                <a:latin typeface="Times New Roman" pitchFamily="18" charset="0"/>
                <a:ea typeface="+mn-ea"/>
                <a:cs typeface="Times New Roman" pitchFamily="18" charset="0"/>
              </a:defRPr>
            </a:lvl4pPr>
            <a:lvl5pPr marL="1426464" indent="-182880" algn="l" rtl="0" eaLnBrk="1" latinLnBrk="0" hangingPunct="1">
              <a:spcBef>
                <a:spcPct val="20000"/>
              </a:spcBef>
              <a:buClr>
                <a:schemeClr val="accent5"/>
              </a:buClr>
              <a:buFont typeface="Wingdings 3"/>
              <a:buChar char=""/>
              <a:defRPr kumimoji="0" lang="en-US" sz="2000" kern="1200" smtClean="0">
                <a:solidFill>
                  <a:schemeClr val="tx1"/>
                </a:solidFill>
                <a:latin typeface="Times New Roman" pitchFamily="18" charset="0"/>
                <a:ea typeface="+mn-ea"/>
                <a:cs typeface="Times New Roman" pitchFamily="18" charset="0"/>
              </a:defRPr>
            </a:lvl5pPr>
            <a:lvl6pPr marL="1627632" indent="-182880" algn="l" rtl="0" eaLnBrk="1" latinLnBrk="0" hangingPunct="1">
              <a:spcBef>
                <a:spcPct val="20000"/>
              </a:spcBef>
              <a:buClr>
                <a:schemeClr val="accent6"/>
              </a:buClr>
              <a:buSzPct val="100000"/>
              <a:buFont typeface="Wingdings 2"/>
              <a:buChar char=""/>
              <a:defRPr kumimoji="0" sz="2000" kern="1200">
                <a:solidFill>
                  <a:schemeClr val="tx1"/>
                </a:solidFill>
                <a:latin typeface="+mn-lt"/>
                <a:ea typeface="+mn-ea"/>
                <a:cs typeface="+mn-cs"/>
              </a:defRPr>
            </a:lvl6pPr>
            <a:lvl7pPr marL="1828800" indent="-182880" algn="l" rtl="0" eaLnBrk="1" latinLnBrk="0" hangingPunct="1">
              <a:spcBef>
                <a:spcPct val="20000"/>
              </a:spcBef>
              <a:buClr>
                <a:schemeClr val="accent1"/>
              </a:buClr>
              <a:buSzPct val="100000"/>
              <a:buFont typeface="Wingdings 2"/>
              <a:buChar char=""/>
              <a:defRPr kumimoji="0" sz="1800" kern="1200">
                <a:solidFill>
                  <a:schemeClr val="tx1"/>
                </a:solidFill>
                <a:latin typeface="+mn-lt"/>
                <a:ea typeface="+mn-ea"/>
                <a:cs typeface="+mn-cs"/>
              </a:defRPr>
            </a:lvl7pPr>
            <a:lvl8pPr marL="2029968" indent="-182880" algn="l" rtl="0" eaLnBrk="1" latinLnBrk="0" hangingPunct="1">
              <a:spcBef>
                <a:spcPct val="20000"/>
              </a:spcBef>
              <a:buClr>
                <a:schemeClr val="accent2"/>
              </a:buClr>
              <a:buFont typeface="Wingdings 2" pitchFamily="18" charset="2"/>
              <a:buChar char=""/>
              <a:defRPr kumimoji="0" sz="1800" kern="1200">
                <a:solidFill>
                  <a:schemeClr val="tx1"/>
                </a:solidFill>
                <a:latin typeface="+mn-lt"/>
                <a:ea typeface="+mn-ea"/>
                <a:cs typeface="+mn-cs"/>
              </a:defRPr>
            </a:lvl8pPr>
            <a:lvl9pPr marL="2231136" indent="-182880" algn="l" rtl="0" eaLnBrk="1" latinLnBrk="0" hangingPunct="1">
              <a:spcBef>
                <a:spcPct val="20000"/>
              </a:spcBef>
              <a:buClr>
                <a:schemeClr val="accent3"/>
              </a:buClr>
              <a:buFont typeface="Wingdings 2" pitchFamily="18" charset="2"/>
              <a:buChar char=""/>
              <a:defRPr kumimoji="0" sz="1800" kern="1200" baseline="0">
                <a:solidFill>
                  <a:schemeClr val="tx1"/>
                </a:solidFill>
                <a:latin typeface="+mn-lt"/>
                <a:ea typeface="+mn-ea"/>
                <a:cs typeface="+mn-cs"/>
              </a:defRPr>
            </a:lvl9pPr>
            <a:extLst/>
          </a:lstStyle>
          <a:p>
            <a:pPr>
              <a:lnSpc>
                <a:spcPts val="4000"/>
              </a:lnSpc>
            </a:pPr>
            <a:r>
              <a:rPr lang="zh-CN" altLang="en-US" sz="2800" b="1" dirty="0"/>
              <a:t>如何定义半正定、负定、半负定的时变标量函数？</a:t>
            </a:r>
          </a:p>
        </p:txBody>
      </p:sp>
      <p:sp>
        <p:nvSpPr>
          <p:cNvPr id="20" name="TextBox 19"/>
          <p:cNvSpPr txBox="1"/>
          <p:nvPr/>
        </p:nvSpPr>
        <p:spPr>
          <a:xfrm>
            <a:off x="2102578" y="6240887"/>
            <a:ext cx="4967915" cy="461665"/>
          </a:xfrm>
          <a:prstGeom prst="rect">
            <a:avLst/>
          </a:prstGeom>
          <a:noFill/>
        </p:spPr>
        <p:txBody>
          <a:bodyPr wrap="square" rtlCol="0">
            <a:spAutoFit/>
          </a:bodyPr>
          <a:lstStyle/>
          <a:p>
            <a:r>
              <a:rPr lang="zh-CN" altLang="en-US" sz="2400" b="1" dirty="0">
                <a:solidFill>
                  <a:schemeClr val="bg1"/>
                </a:solidFill>
                <a:latin typeface="Times New Roman" pitchFamily="18" charset="0"/>
                <a:cs typeface="Times New Roman" pitchFamily="18" charset="0"/>
              </a:rPr>
              <a:t>存在一个正定函数将</a:t>
            </a:r>
            <a:r>
              <a:rPr lang="en-US" altLang="zh-CN" sz="2400" i="1" dirty="0">
                <a:solidFill>
                  <a:schemeClr val="bg1"/>
                </a:solidFill>
                <a:latin typeface="Times New Roman" pitchFamily="18" charset="0"/>
                <a:cs typeface="Times New Roman" pitchFamily="18" charset="0"/>
              </a:rPr>
              <a:t>V</a:t>
            </a:r>
            <a:r>
              <a:rPr lang="zh-CN" altLang="en-US" sz="2400" b="1" dirty="0">
                <a:solidFill>
                  <a:schemeClr val="bg1"/>
                </a:solidFill>
                <a:latin typeface="Times New Roman" pitchFamily="18" charset="0"/>
                <a:cs typeface="Times New Roman" pitchFamily="18" charset="0"/>
              </a:rPr>
              <a:t>函数“</a:t>
            </a:r>
            <a:r>
              <a:rPr lang="zh-CN" altLang="en-US" sz="2400" b="1" dirty="0">
                <a:solidFill>
                  <a:srgbClr val="FFFF00"/>
                </a:solidFill>
                <a:latin typeface="Times New Roman" pitchFamily="18" charset="0"/>
                <a:cs typeface="Times New Roman" pitchFamily="18" charset="0"/>
              </a:rPr>
              <a:t>压住</a:t>
            </a:r>
            <a:r>
              <a:rPr lang="zh-CN" altLang="en-US" sz="2400" b="1" dirty="0">
                <a:solidFill>
                  <a:schemeClr val="bg1"/>
                </a:solidFill>
                <a:latin typeface="Times New Roman" pitchFamily="18" charset="0"/>
                <a:cs typeface="Times New Roman" pitchFamily="18" charset="0"/>
              </a:rPr>
              <a:t>”</a:t>
            </a:r>
          </a:p>
        </p:txBody>
      </p:sp>
      <mc:AlternateContent xmlns:mc="http://schemas.openxmlformats.org/markup-compatibility/2006" xmlns:a14="http://schemas.microsoft.com/office/drawing/2010/main">
        <mc:Choice Requires="a14">
          <p:sp>
            <p:nvSpPr>
              <p:cNvPr id="21" name="内容占位符 2"/>
              <p:cNvSpPr txBox="1">
                <a:spLocks/>
              </p:cNvSpPr>
              <p:nvPr/>
            </p:nvSpPr>
            <p:spPr>
              <a:xfrm>
                <a:off x="438472" y="3180706"/>
                <a:ext cx="8382000" cy="752350"/>
              </a:xfrm>
              <a:prstGeom prst="rect">
                <a:avLst/>
              </a:prstGeom>
            </p:spPr>
            <p:txBody>
              <a:bodyPr vert="horz" lIns="54864" tIns="91440" rtlCol="0">
                <a:normAutofit/>
              </a:bodyPr>
              <a:lstStyle>
                <a:lvl1pPr marL="438912" indent="-320040" algn="l" rtl="0" eaLnBrk="1" latinLnBrk="0" hangingPunct="1">
                  <a:spcBef>
                    <a:spcPts val="0"/>
                  </a:spcBef>
                  <a:buClr>
                    <a:schemeClr val="accent1"/>
                  </a:buClr>
                  <a:buSzPct val="80000"/>
                  <a:buFont typeface="Wingdings 2"/>
                  <a:buChar char=""/>
                  <a:defRPr kumimoji="0" sz="3200" kern="1200">
                    <a:solidFill>
                      <a:schemeClr val="bg1"/>
                    </a:solidFill>
                    <a:latin typeface="Times New Roman" pitchFamily="18" charset="0"/>
                    <a:ea typeface="+mn-ea"/>
                    <a:cs typeface="Times New Roman" pitchFamily="18" charset="0"/>
                  </a:defRPr>
                </a:lvl1pPr>
                <a:lvl2pPr marL="731520" indent="-274320" algn="l" rtl="0" eaLnBrk="1" latinLnBrk="0" hangingPunct="1">
                  <a:spcBef>
                    <a:spcPct val="20000"/>
                  </a:spcBef>
                  <a:buClr>
                    <a:schemeClr val="accent2"/>
                  </a:buClr>
                  <a:buSzPct val="90000"/>
                  <a:buFont typeface="Wingdings"/>
                  <a:buChar char=""/>
                  <a:defRPr kumimoji="0" sz="2800" kern="1200">
                    <a:solidFill>
                      <a:schemeClr val="bg1"/>
                    </a:solidFill>
                    <a:latin typeface="Times New Roman" pitchFamily="18" charset="0"/>
                    <a:ea typeface="+mn-ea"/>
                    <a:cs typeface="Times New Roman" pitchFamily="18" charset="0"/>
                  </a:defRPr>
                </a:lvl2pPr>
                <a:lvl3pPr marL="996696" indent="-228600" algn="l" rtl="0" eaLnBrk="1" latinLnBrk="0" hangingPunct="1">
                  <a:spcBef>
                    <a:spcPct val="20000"/>
                  </a:spcBef>
                  <a:buClr>
                    <a:schemeClr val="accent3"/>
                  </a:buClr>
                  <a:buFont typeface="Arial"/>
                  <a:buChar char="▪"/>
                  <a:defRPr kumimoji="0" sz="2400" kern="1200">
                    <a:solidFill>
                      <a:schemeClr val="bg1"/>
                    </a:solidFill>
                    <a:latin typeface="Times New Roman" pitchFamily="18" charset="0"/>
                    <a:ea typeface="+mn-ea"/>
                    <a:cs typeface="Times New Roman" pitchFamily="18" charset="0"/>
                  </a:defRPr>
                </a:lvl3pPr>
                <a:lvl4pPr marL="1216152" indent="-182880" algn="l" rtl="0" eaLnBrk="1" latinLnBrk="0" hangingPunct="1">
                  <a:spcBef>
                    <a:spcPct val="20000"/>
                  </a:spcBef>
                  <a:buClr>
                    <a:schemeClr val="accent4"/>
                  </a:buClr>
                  <a:buFont typeface="Arial"/>
                  <a:buChar char="▪"/>
                  <a:defRPr kumimoji="0" sz="2000" kern="1200">
                    <a:solidFill>
                      <a:schemeClr val="bg1"/>
                    </a:solidFill>
                    <a:latin typeface="Times New Roman" pitchFamily="18" charset="0"/>
                    <a:ea typeface="+mn-ea"/>
                    <a:cs typeface="Times New Roman" pitchFamily="18" charset="0"/>
                  </a:defRPr>
                </a:lvl4pPr>
                <a:lvl5pPr marL="1426464" indent="-182880" algn="l" rtl="0" eaLnBrk="1" latinLnBrk="0" hangingPunct="1">
                  <a:spcBef>
                    <a:spcPct val="20000"/>
                  </a:spcBef>
                  <a:buClr>
                    <a:schemeClr val="accent5"/>
                  </a:buClr>
                  <a:buFont typeface="Wingdings 3"/>
                  <a:buChar char=""/>
                  <a:defRPr kumimoji="0" lang="en-US" sz="2000" kern="1200" smtClean="0">
                    <a:solidFill>
                      <a:schemeClr val="tx1"/>
                    </a:solidFill>
                    <a:latin typeface="Times New Roman" pitchFamily="18" charset="0"/>
                    <a:ea typeface="+mn-ea"/>
                    <a:cs typeface="Times New Roman" pitchFamily="18" charset="0"/>
                  </a:defRPr>
                </a:lvl5pPr>
                <a:lvl6pPr marL="1627632" indent="-182880" algn="l" rtl="0" eaLnBrk="1" latinLnBrk="0" hangingPunct="1">
                  <a:spcBef>
                    <a:spcPct val="20000"/>
                  </a:spcBef>
                  <a:buClr>
                    <a:schemeClr val="accent6"/>
                  </a:buClr>
                  <a:buSzPct val="100000"/>
                  <a:buFont typeface="Wingdings 2"/>
                  <a:buChar char=""/>
                  <a:defRPr kumimoji="0" sz="2000" kern="1200">
                    <a:solidFill>
                      <a:schemeClr val="tx1"/>
                    </a:solidFill>
                    <a:latin typeface="+mn-lt"/>
                    <a:ea typeface="+mn-ea"/>
                    <a:cs typeface="+mn-cs"/>
                  </a:defRPr>
                </a:lvl6pPr>
                <a:lvl7pPr marL="1828800" indent="-182880" algn="l" rtl="0" eaLnBrk="1" latinLnBrk="0" hangingPunct="1">
                  <a:spcBef>
                    <a:spcPct val="20000"/>
                  </a:spcBef>
                  <a:buClr>
                    <a:schemeClr val="accent1"/>
                  </a:buClr>
                  <a:buSzPct val="100000"/>
                  <a:buFont typeface="Wingdings 2"/>
                  <a:buChar char=""/>
                  <a:defRPr kumimoji="0" sz="1800" kern="1200">
                    <a:solidFill>
                      <a:schemeClr val="tx1"/>
                    </a:solidFill>
                    <a:latin typeface="+mn-lt"/>
                    <a:ea typeface="+mn-ea"/>
                    <a:cs typeface="+mn-cs"/>
                  </a:defRPr>
                </a:lvl7pPr>
                <a:lvl8pPr marL="2029968" indent="-182880" algn="l" rtl="0" eaLnBrk="1" latinLnBrk="0" hangingPunct="1">
                  <a:spcBef>
                    <a:spcPct val="20000"/>
                  </a:spcBef>
                  <a:buClr>
                    <a:schemeClr val="accent2"/>
                  </a:buClr>
                  <a:buFont typeface="Wingdings 2" pitchFamily="18" charset="2"/>
                  <a:buChar char=""/>
                  <a:defRPr kumimoji="0" sz="1800" kern="1200">
                    <a:solidFill>
                      <a:schemeClr val="tx1"/>
                    </a:solidFill>
                    <a:latin typeface="+mn-lt"/>
                    <a:ea typeface="+mn-ea"/>
                    <a:cs typeface="+mn-cs"/>
                  </a:defRPr>
                </a:lvl8pPr>
                <a:lvl9pPr marL="2231136" indent="-182880" algn="l" rtl="0" eaLnBrk="1" latinLnBrk="0" hangingPunct="1">
                  <a:spcBef>
                    <a:spcPct val="20000"/>
                  </a:spcBef>
                  <a:buClr>
                    <a:schemeClr val="accent3"/>
                  </a:buClr>
                  <a:buFont typeface="Wingdings 2" pitchFamily="18" charset="2"/>
                  <a:buChar char=""/>
                  <a:defRPr kumimoji="0" sz="1800" kern="1200" baseline="0">
                    <a:solidFill>
                      <a:schemeClr val="tx1"/>
                    </a:solidFill>
                    <a:latin typeface="+mn-lt"/>
                    <a:ea typeface="+mn-ea"/>
                    <a:cs typeface="+mn-cs"/>
                  </a:defRPr>
                </a:lvl9pPr>
                <a:extLst/>
              </a:lstStyle>
              <a:p>
                <a:pPr>
                  <a:lnSpc>
                    <a:spcPts val="4000"/>
                  </a:lnSpc>
                </a:pPr>
                <a14:m>
                  <m:oMath xmlns:m="http://schemas.openxmlformats.org/officeDocument/2006/math">
                    <m:r>
                      <a:rPr lang="zh-CN" altLang="en-US" sz="2800" i="1" smtClean="0">
                        <a:solidFill>
                          <a:schemeClr val="bg1"/>
                        </a:solidFill>
                        <a:latin typeface="Cambria Math" panose="02040503050406030204" pitchFamily="18" charset="0"/>
                      </a:rPr>
                      <m:t>𝑉</m:t>
                    </m:r>
                    <m:r>
                      <a:rPr lang="zh-CN" altLang="en-US" sz="2800" i="1" smtClean="0">
                        <a:solidFill>
                          <a:schemeClr val="bg1"/>
                        </a:solidFill>
                        <a:latin typeface="Cambria Math" panose="02040503050406030204" pitchFamily="18" charset="0"/>
                      </a:rPr>
                      <m:t>(</m:t>
                    </m:r>
                    <m:r>
                      <a:rPr lang="zh-CN" altLang="en-US" sz="2800" b="1" i="1">
                        <a:solidFill>
                          <a:schemeClr val="bg1"/>
                        </a:solidFill>
                        <a:latin typeface="Cambria Math" panose="02040503050406030204" pitchFamily="18" charset="0"/>
                      </a:rPr>
                      <m:t>𝒙</m:t>
                    </m:r>
                    <m:r>
                      <a:rPr lang="zh-CN" altLang="en-US" sz="2800" i="1">
                        <a:solidFill>
                          <a:schemeClr val="bg1"/>
                        </a:solidFill>
                        <a:latin typeface="Cambria Math" panose="02040503050406030204" pitchFamily="18" charset="0"/>
                      </a:rPr>
                      <m:t>,</m:t>
                    </m:r>
                    <m:r>
                      <a:rPr lang="zh-CN" altLang="en-US" sz="2800" i="1">
                        <a:solidFill>
                          <a:schemeClr val="bg1"/>
                        </a:solidFill>
                        <a:latin typeface="Cambria Math" panose="02040503050406030204" pitchFamily="18" charset="0"/>
                      </a:rPr>
                      <m:t>𝑡</m:t>
                    </m:r>
                    <m:r>
                      <a:rPr lang="zh-CN" altLang="en-US" sz="2800" i="1">
                        <a:solidFill>
                          <a:schemeClr val="bg1"/>
                        </a:solidFill>
                        <a:latin typeface="Cambria Math" panose="02040503050406030204" pitchFamily="18" charset="0"/>
                      </a:rPr>
                      <m:t>)</m:t>
                    </m:r>
                  </m:oMath>
                </a14:m>
                <a:r>
                  <a:rPr lang="zh-CN" altLang="en-US" sz="2800" b="1" dirty="0"/>
                  <a:t> 径向无界，如果 </a:t>
                </a:r>
                <a14:m>
                  <m:oMath xmlns:m="http://schemas.openxmlformats.org/officeDocument/2006/math">
                    <m:sSub>
                      <m:sSubPr>
                        <m:ctrlPr>
                          <a:rPr lang="zh-CN" altLang="en-US" sz="2800" i="1">
                            <a:latin typeface="Cambria Math" panose="02040503050406030204" pitchFamily="18" charset="0"/>
                          </a:rPr>
                        </m:ctrlPr>
                      </m:sSubPr>
                      <m:e>
                        <m:r>
                          <a:rPr lang="zh-CN" altLang="en-US" sz="2800" i="1">
                            <a:latin typeface="Cambria Math" panose="02040503050406030204" pitchFamily="18" charset="0"/>
                          </a:rPr>
                          <m:t>𝑊</m:t>
                        </m:r>
                      </m:e>
                      <m:sub>
                        <m:r>
                          <a:rPr lang="en-US" altLang="zh-CN" sz="2800" b="0" i="1" smtClean="0">
                            <a:latin typeface="Cambria Math" panose="02040503050406030204" pitchFamily="18" charset="0"/>
                          </a:rPr>
                          <m:t>1</m:t>
                        </m:r>
                      </m:sub>
                    </m:sSub>
                    <m:r>
                      <a:rPr lang="zh-CN" altLang="en-US" sz="2800" i="1">
                        <a:latin typeface="Cambria Math" panose="02040503050406030204" pitchFamily="18" charset="0"/>
                      </a:rPr>
                      <m:t>(</m:t>
                    </m:r>
                    <m:r>
                      <a:rPr lang="zh-CN" altLang="en-US" sz="2800" b="1" i="1">
                        <a:latin typeface="Cambria Math" panose="02040503050406030204" pitchFamily="18" charset="0"/>
                      </a:rPr>
                      <m:t>𝒙</m:t>
                    </m:r>
                    <m:r>
                      <a:rPr lang="zh-CN" altLang="en-US" sz="2800" i="1">
                        <a:latin typeface="Cambria Math" panose="02040503050406030204" pitchFamily="18" charset="0"/>
                      </a:rPr>
                      <m:t>)</m:t>
                    </m:r>
                  </m:oMath>
                </a14:m>
                <a:r>
                  <a:rPr lang="zh-CN" altLang="en-US" sz="2800" b="1" dirty="0"/>
                  <a:t>径向无界。</a:t>
                </a:r>
              </a:p>
            </p:txBody>
          </p:sp>
        </mc:Choice>
        <mc:Fallback xmlns="">
          <p:sp>
            <p:nvSpPr>
              <p:cNvPr id="21" name="内容占位符 2"/>
              <p:cNvSpPr txBox="1">
                <a:spLocks noRot="1" noChangeAspect="1" noMove="1" noResize="1" noEditPoints="1" noAdjustHandles="1" noChangeArrowheads="1" noChangeShapeType="1" noTextEdit="1"/>
              </p:cNvSpPr>
              <p:nvPr/>
            </p:nvSpPr>
            <p:spPr>
              <a:xfrm>
                <a:off x="438472" y="3180706"/>
                <a:ext cx="8382000" cy="752350"/>
              </a:xfrm>
              <a:prstGeom prst="rect">
                <a:avLst/>
              </a:prstGeom>
              <a:blipFill>
                <a:blip r:embed="rId5"/>
                <a:stretch>
                  <a:fillRect b="-4878"/>
                </a:stretch>
              </a:blipFill>
            </p:spPr>
            <p:txBody>
              <a:bodyPr/>
              <a:lstStyle/>
              <a:p>
                <a:r>
                  <a:rPr lang="zh-CN" altLang="en-US">
                    <a:noFill/>
                  </a:rPr>
                  <a:t> </a:t>
                </a:r>
              </a:p>
            </p:txBody>
          </p:sp>
        </mc:Fallback>
      </mc:AlternateContent>
      <p:grpSp>
        <p:nvGrpSpPr>
          <p:cNvPr id="22" name="组合 21"/>
          <p:cNvGrpSpPr/>
          <p:nvPr/>
        </p:nvGrpSpPr>
        <p:grpSpPr>
          <a:xfrm>
            <a:off x="395536" y="4221088"/>
            <a:ext cx="8382000" cy="2019799"/>
            <a:chOff x="395536" y="4221088"/>
            <a:chExt cx="8382000" cy="2019799"/>
          </a:xfrm>
        </p:grpSpPr>
        <mc:AlternateContent xmlns:mc="http://schemas.openxmlformats.org/markup-compatibility/2006" xmlns:a14="http://schemas.microsoft.com/office/drawing/2010/main">
          <mc:Choice Requires="a14">
            <p:sp>
              <p:nvSpPr>
                <p:cNvPr id="15" name="内容占位符 2"/>
                <p:cNvSpPr txBox="1">
                  <a:spLocks/>
                </p:cNvSpPr>
                <p:nvPr/>
              </p:nvSpPr>
              <p:spPr>
                <a:xfrm>
                  <a:off x="395536" y="4221088"/>
                  <a:ext cx="8382000" cy="2019799"/>
                </a:xfrm>
                <a:prstGeom prst="rect">
                  <a:avLst/>
                </a:prstGeom>
              </p:spPr>
              <p:txBody>
                <a:bodyPr vert="horz" lIns="54864" tIns="91440" rtlCol="0">
                  <a:noAutofit/>
                </a:bodyPr>
                <a:lstStyle>
                  <a:lvl1pPr marL="438912" indent="-320040" algn="l" rtl="0" eaLnBrk="1" latinLnBrk="0" hangingPunct="1">
                    <a:spcBef>
                      <a:spcPts val="0"/>
                    </a:spcBef>
                    <a:buClr>
                      <a:schemeClr val="accent1"/>
                    </a:buClr>
                    <a:buSzPct val="80000"/>
                    <a:buFont typeface="Wingdings 2"/>
                    <a:buChar char=""/>
                    <a:defRPr kumimoji="0" sz="3200" kern="1200">
                      <a:solidFill>
                        <a:schemeClr val="bg1"/>
                      </a:solidFill>
                      <a:latin typeface="Times New Roman" pitchFamily="18" charset="0"/>
                      <a:ea typeface="+mn-ea"/>
                      <a:cs typeface="Times New Roman" pitchFamily="18" charset="0"/>
                    </a:defRPr>
                  </a:lvl1pPr>
                  <a:lvl2pPr marL="731520" indent="-274320" algn="l" rtl="0" eaLnBrk="1" latinLnBrk="0" hangingPunct="1">
                    <a:spcBef>
                      <a:spcPct val="20000"/>
                    </a:spcBef>
                    <a:buClr>
                      <a:schemeClr val="accent2"/>
                    </a:buClr>
                    <a:buSzPct val="90000"/>
                    <a:buFont typeface="Wingdings"/>
                    <a:buChar char=""/>
                    <a:defRPr kumimoji="0" sz="2800" kern="1200">
                      <a:solidFill>
                        <a:schemeClr val="bg1"/>
                      </a:solidFill>
                      <a:latin typeface="Times New Roman" pitchFamily="18" charset="0"/>
                      <a:ea typeface="+mn-ea"/>
                      <a:cs typeface="Times New Roman" pitchFamily="18" charset="0"/>
                    </a:defRPr>
                  </a:lvl2pPr>
                  <a:lvl3pPr marL="996696" indent="-228600" algn="l" rtl="0" eaLnBrk="1" latinLnBrk="0" hangingPunct="1">
                    <a:spcBef>
                      <a:spcPct val="20000"/>
                    </a:spcBef>
                    <a:buClr>
                      <a:schemeClr val="accent3"/>
                    </a:buClr>
                    <a:buFont typeface="Arial"/>
                    <a:buChar char="▪"/>
                    <a:defRPr kumimoji="0" sz="2400" kern="1200">
                      <a:solidFill>
                        <a:schemeClr val="bg1"/>
                      </a:solidFill>
                      <a:latin typeface="Times New Roman" pitchFamily="18" charset="0"/>
                      <a:ea typeface="+mn-ea"/>
                      <a:cs typeface="Times New Roman" pitchFamily="18" charset="0"/>
                    </a:defRPr>
                  </a:lvl3pPr>
                  <a:lvl4pPr marL="1216152" indent="-182880" algn="l" rtl="0" eaLnBrk="1" latinLnBrk="0" hangingPunct="1">
                    <a:spcBef>
                      <a:spcPct val="20000"/>
                    </a:spcBef>
                    <a:buClr>
                      <a:schemeClr val="accent4"/>
                    </a:buClr>
                    <a:buFont typeface="Arial"/>
                    <a:buChar char="▪"/>
                    <a:defRPr kumimoji="0" sz="2000" kern="1200">
                      <a:solidFill>
                        <a:schemeClr val="bg1"/>
                      </a:solidFill>
                      <a:latin typeface="Times New Roman" pitchFamily="18" charset="0"/>
                      <a:ea typeface="+mn-ea"/>
                      <a:cs typeface="Times New Roman" pitchFamily="18" charset="0"/>
                    </a:defRPr>
                  </a:lvl4pPr>
                  <a:lvl5pPr marL="1426464" indent="-182880" algn="l" rtl="0" eaLnBrk="1" latinLnBrk="0" hangingPunct="1">
                    <a:spcBef>
                      <a:spcPct val="20000"/>
                    </a:spcBef>
                    <a:buClr>
                      <a:schemeClr val="accent5"/>
                    </a:buClr>
                    <a:buFont typeface="Wingdings 3"/>
                    <a:buChar char=""/>
                    <a:defRPr kumimoji="0" lang="en-US" sz="2000" kern="1200" smtClean="0">
                      <a:solidFill>
                        <a:schemeClr val="tx1"/>
                      </a:solidFill>
                      <a:latin typeface="Times New Roman" pitchFamily="18" charset="0"/>
                      <a:ea typeface="+mn-ea"/>
                      <a:cs typeface="Times New Roman" pitchFamily="18" charset="0"/>
                    </a:defRPr>
                  </a:lvl5pPr>
                  <a:lvl6pPr marL="1627632" indent="-182880" algn="l" rtl="0" eaLnBrk="1" latinLnBrk="0" hangingPunct="1">
                    <a:spcBef>
                      <a:spcPct val="20000"/>
                    </a:spcBef>
                    <a:buClr>
                      <a:schemeClr val="accent6"/>
                    </a:buClr>
                    <a:buSzPct val="100000"/>
                    <a:buFont typeface="Wingdings 2"/>
                    <a:buChar char=""/>
                    <a:defRPr kumimoji="0" sz="2000" kern="1200">
                      <a:solidFill>
                        <a:schemeClr val="tx1"/>
                      </a:solidFill>
                      <a:latin typeface="+mn-lt"/>
                      <a:ea typeface="+mn-ea"/>
                      <a:cs typeface="+mn-cs"/>
                    </a:defRPr>
                  </a:lvl6pPr>
                  <a:lvl7pPr marL="1828800" indent="-182880" algn="l" rtl="0" eaLnBrk="1" latinLnBrk="0" hangingPunct="1">
                    <a:spcBef>
                      <a:spcPct val="20000"/>
                    </a:spcBef>
                    <a:buClr>
                      <a:schemeClr val="accent1"/>
                    </a:buClr>
                    <a:buSzPct val="100000"/>
                    <a:buFont typeface="Wingdings 2"/>
                    <a:buChar char=""/>
                    <a:defRPr kumimoji="0" sz="1800" kern="1200">
                      <a:solidFill>
                        <a:schemeClr val="tx1"/>
                      </a:solidFill>
                      <a:latin typeface="+mn-lt"/>
                      <a:ea typeface="+mn-ea"/>
                      <a:cs typeface="+mn-cs"/>
                    </a:defRPr>
                  </a:lvl7pPr>
                  <a:lvl8pPr marL="2029968" indent="-182880" algn="l" rtl="0" eaLnBrk="1" latinLnBrk="0" hangingPunct="1">
                    <a:spcBef>
                      <a:spcPct val="20000"/>
                    </a:spcBef>
                    <a:buClr>
                      <a:schemeClr val="accent2"/>
                    </a:buClr>
                    <a:buFont typeface="Wingdings 2" pitchFamily="18" charset="2"/>
                    <a:buChar char=""/>
                    <a:defRPr kumimoji="0" sz="1800" kern="1200">
                      <a:solidFill>
                        <a:schemeClr val="tx1"/>
                      </a:solidFill>
                      <a:latin typeface="+mn-lt"/>
                      <a:ea typeface="+mn-ea"/>
                      <a:cs typeface="+mn-cs"/>
                    </a:defRPr>
                  </a:lvl8pPr>
                  <a:lvl9pPr marL="2231136" indent="-182880" algn="l" rtl="0" eaLnBrk="1" latinLnBrk="0" hangingPunct="1">
                    <a:spcBef>
                      <a:spcPct val="20000"/>
                    </a:spcBef>
                    <a:buClr>
                      <a:schemeClr val="accent3"/>
                    </a:buClr>
                    <a:buFont typeface="Wingdings 2" pitchFamily="18" charset="2"/>
                    <a:buChar char=""/>
                    <a:defRPr kumimoji="0" sz="1800" kern="1200" baseline="0">
                      <a:solidFill>
                        <a:schemeClr val="tx1"/>
                      </a:solidFill>
                      <a:latin typeface="+mn-lt"/>
                      <a:ea typeface="+mn-ea"/>
                      <a:cs typeface="+mn-cs"/>
                    </a:defRPr>
                  </a:lvl9pPr>
                  <a:extLst/>
                </a:lstStyle>
                <a:p>
                  <a:pPr marL="118872" indent="0">
                    <a:lnSpc>
                      <a:spcPts val="5000"/>
                    </a:lnSpc>
                    <a:buNone/>
                  </a:pPr>
                  <a:r>
                    <a:rPr lang="zh-CN" altLang="en-US" sz="2800" b="1" dirty="0">
                      <a:solidFill>
                        <a:srgbClr val="FFFF00"/>
                      </a:solidFill>
                    </a:rPr>
                    <a:t>定义</a:t>
                  </a:r>
                  <a:r>
                    <a:rPr lang="en-US" altLang="zh-CN" sz="2800" b="1" dirty="0">
                      <a:solidFill>
                        <a:srgbClr val="FFFF00"/>
                      </a:solidFill>
                    </a:rPr>
                    <a:t>5.2</a:t>
                  </a:r>
                  <a:r>
                    <a:rPr lang="zh-CN" altLang="en-US" sz="2800" b="1" dirty="0"/>
                    <a:t>：标量时</a:t>
                  </a:r>
                  <a:r>
                    <a:rPr lang="zh-CN" altLang="en-US" sz="2800" b="1" dirty="0">
                      <a:solidFill>
                        <a:schemeClr val="bg1"/>
                      </a:solidFill>
                    </a:rPr>
                    <a:t>变函数</a:t>
                  </a:r>
                  <a14:m>
                    <m:oMath xmlns:m="http://schemas.openxmlformats.org/officeDocument/2006/math">
                      <m:r>
                        <a:rPr lang="zh-CN" altLang="en-US" sz="2800" i="1">
                          <a:solidFill>
                            <a:schemeClr val="bg1"/>
                          </a:solidFill>
                          <a:latin typeface="Cambria Math" panose="02040503050406030204" pitchFamily="18" charset="0"/>
                        </a:rPr>
                        <m:t>𝑉</m:t>
                      </m:r>
                      <m:r>
                        <a:rPr lang="zh-CN" altLang="en-US" sz="2800" i="1">
                          <a:solidFill>
                            <a:schemeClr val="bg1"/>
                          </a:solidFill>
                          <a:latin typeface="Cambria Math" panose="02040503050406030204" pitchFamily="18" charset="0"/>
                        </a:rPr>
                        <m:t>(</m:t>
                      </m:r>
                      <m:r>
                        <a:rPr lang="zh-CN" altLang="en-US" sz="2800" b="1" i="1">
                          <a:solidFill>
                            <a:schemeClr val="bg1"/>
                          </a:solidFill>
                          <a:latin typeface="Cambria Math" panose="02040503050406030204" pitchFamily="18" charset="0"/>
                        </a:rPr>
                        <m:t>𝒙</m:t>
                      </m:r>
                      <m:r>
                        <a:rPr lang="zh-CN" altLang="en-US" sz="2800" i="1">
                          <a:solidFill>
                            <a:schemeClr val="bg1"/>
                          </a:solidFill>
                          <a:latin typeface="Cambria Math" panose="02040503050406030204" pitchFamily="18" charset="0"/>
                        </a:rPr>
                        <m:t>,</m:t>
                      </m:r>
                      <m:r>
                        <a:rPr lang="zh-CN" altLang="en-US" sz="2800" i="1">
                          <a:solidFill>
                            <a:schemeClr val="bg1"/>
                          </a:solidFill>
                          <a:latin typeface="Cambria Math" panose="02040503050406030204" pitchFamily="18" charset="0"/>
                        </a:rPr>
                        <m:t>𝑡</m:t>
                      </m:r>
                      <m:r>
                        <a:rPr lang="zh-CN" altLang="en-US" sz="2800" i="1">
                          <a:solidFill>
                            <a:schemeClr val="bg1"/>
                          </a:solidFill>
                          <a:latin typeface="Cambria Math" panose="02040503050406030204" pitchFamily="18" charset="0"/>
                        </a:rPr>
                        <m:t>)</m:t>
                      </m:r>
                    </m:oMath>
                  </a14:m>
                  <a:r>
                    <a:rPr lang="zh-CN" altLang="en-US" sz="2800" b="1" dirty="0">
                      <a:solidFill>
                        <a:srgbClr val="FFFF00"/>
                      </a:solidFill>
                    </a:rPr>
                    <a:t>渐减</a:t>
                  </a:r>
                  <a:r>
                    <a:rPr lang="en-US" altLang="zh-CN" sz="2800" b="1" dirty="0"/>
                    <a:t>(</a:t>
                  </a:r>
                  <a:r>
                    <a:rPr lang="en-US" altLang="zh-CN" sz="2800" b="1" dirty="0">
                      <a:solidFill>
                        <a:srgbClr val="FFFF00"/>
                      </a:solidFill>
                    </a:rPr>
                    <a:t>decrescent</a:t>
                  </a:r>
                  <a:r>
                    <a:rPr lang="en-US" altLang="zh-CN" sz="2800" b="1" dirty="0"/>
                    <a:t>)</a:t>
                  </a:r>
                  <a:r>
                    <a:rPr lang="zh-CN" altLang="en-US" sz="2800" b="1" dirty="0"/>
                    <a:t>，若</a:t>
                  </a:r>
                  <a:br>
                    <a:rPr lang="en-US" altLang="zh-CN" sz="2800" b="1" dirty="0"/>
                  </a:br>
                  <a14:m>
                    <m:oMath xmlns:m="http://schemas.openxmlformats.org/officeDocument/2006/math">
                      <m:r>
                        <a:rPr lang="zh-CN" altLang="en-US" sz="2800" i="1" smtClean="0">
                          <a:solidFill>
                            <a:srgbClr val="FFFF00"/>
                          </a:solidFill>
                          <a:latin typeface="Cambria Math" panose="02040503050406030204" pitchFamily="18" charset="0"/>
                        </a:rPr>
                        <m:t>𝑉</m:t>
                      </m:r>
                      <m:r>
                        <a:rPr lang="zh-CN" altLang="en-US" sz="2800" i="1" smtClean="0">
                          <a:solidFill>
                            <a:srgbClr val="FFFF00"/>
                          </a:solidFill>
                          <a:latin typeface="Cambria Math" panose="02040503050406030204" pitchFamily="18" charset="0"/>
                        </a:rPr>
                        <m:t>(0,</m:t>
                      </m:r>
                      <m:r>
                        <a:rPr lang="zh-CN" altLang="en-US" sz="2800" i="1" smtClean="0">
                          <a:solidFill>
                            <a:srgbClr val="FFFF00"/>
                          </a:solidFill>
                          <a:latin typeface="Cambria Math" panose="02040503050406030204" pitchFamily="18" charset="0"/>
                        </a:rPr>
                        <m:t>𝑡</m:t>
                      </m:r>
                      <m:r>
                        <a:rPr lang="zh-CN" altLang="en-US" sz="2800" i="1" smtClean="0">
                          <a:solidFill>
                            <a:srgbClr val="FFFF00"/>
                          </a:solidFill>
                          <a:latin typeface="Cambria Math" panose="02040503050406030204" pitchFamily="18" charset="0"/>
                        </a:rPr>
                        <m:t>)</m:t>
                      </m:r>
                      <m:r>
                        <m:rPr>
                          <m:nor/>
                        </m:rPr>
                        <a:rPr lang="zh-CN" altLang="en-US" sz="2800">
                          <a:solidFill>
                            <a:srgbClr val="FFFF00"/>
                          </a:solidFill>
                          <a:latin typeface="Cambria Math" panose="02040503050406030204" pitchFamily="18" charset="0"/>
                        </a:rPr>
                        <m:t>=0</m:t>
                      </m:r>
                      <m:r>
                        <m:rPr>
                          <m:nor/>
                        </m:rPr>
                        <a:rPr lang="zh-CN" altLang="en-US" sz="2800">
                          <a:solidFill>
                            <a:schemeClr val="bg1"/>
                          </a:solidFill>
                          <a:latin typeface="Cambria Math" panose="02040503050406030204" pitchFamily="18" charset="0"/>
                        </a:rPr>
                        <m:t>,</m:t>
                      </m:r>
                      <m:r>
                        <a:rPr lang="zh-CN" altLang="en-US" sz="2800" i="1">
                          <a:solidFill>
                            <a:schemeClr val="bg1"/>
                          </a:solidFill>
                          <a:latin typeface="Cambria Math" panose="02040503050406030204" pitchFamily="18" charset="0"/>
                        </a:rPr>
                        <m:t> ∀</m:t>
                      </m:r>
                      <m:r>
                        <a:rPr lang="zh-CN" altLang="en-US" sz="2800" i="1">
                          <a:solidFill>
                            <a:schemeClr val="bg1"/>
                          </a:solidFill>
                          <a:latin typeface="Cambria Math" panose="02040503050406030204" pitchFamily="18" charset="0"/>
                        </a:rPr>
                        <m:t>𝑡</m:t>
                      </m:r>
                      <m:r>
                        <a:rPr lang="zh-CN" altLang="en-US" sz="2800" i="1">
                          <a:solidFill>
                            <a:schemeClr val="bg1"/>
                          </a:solidFill>
                          <a:latin typeface="Cambria Math" panose="02040503050406030204" pitchFamily="18" charset="0"/>
                        </a:rPr>
                        <m:t>≥</m:t>
                      </m:r>
                      <m:sSub>
                        <m:sSubPr>
                          <m:ctrlPr>
                            <a:rPr lang="zh-CN" altLang="en-US" sz="2800" i="1">
                              <a:solidFill>
                                <a:schemeClr val="bg1"/>
                              </a:solidFill>
                              <a:latin typeface="Cambria Math" panose="02040503050406030204" pitchFamily="18" charset="0"/>
                            </a:rPr>
                          </m:ctrlPr>
                        </m:sSubPr>
                        <m:e>
                          <m:r>
                            <a:rPr lang="zh-CN" altLang="en-US" sz="2800" i="1">
                              <a:solidFill>
                                <a:schemeClr val="bg1"/>
                              </a:solidFill>
                              <a:latin typeface="Cambria Math" panose="02040503050406030204" pitchFamily="18" charset="0"/>
                            </a:rPr>
                            <m:t>𝑡</m:t>
                          </m:r>
                        </m:e>
                        <m:sub>
                          <m:r>
                            <a:rPr lang="zh-CN" altLang="en-US" sz="2800" i="1">
                              <a:solidFill>
                                <a:schemeClr val="bg1"/>
                              </a:solidFill>
                              <a:latin typeface="Cambria Math" panose="02040503050406030204" pitchFamily="18" charset="0"/>
                            </a:rPr>
                            <m:t>0</m:t>
                          </m:r>
                        </m:sub>
                      </m:sSub>
                    </m:oMath>
                  </a14:m>
                  <a:r>
                    <a:rPr lang="zh-CN" altLang="en-US" sz="2800" b="1" dirty="0">
                      <a:solidFill>
                        <a:schemeClr val="bg1"/>
                      </a:solidFill>
                    </a:rPr>
                    <a:t>，且存在</a:t>
                  </a:r>
                  <a:r>
                    <a:rPr lang="zh-CN" altLang="en-US" sz="2800" b="1" dirty="0">
                      <a:solidFill>
                        <a:srgbClr val="FFFF00"/>
                      </a:solidFill>
                    </a:rPr>
                    <a:t>正定函数 </a:t>
                  </a:r>
                  <a14:m>
                    <m:oMath xmlns:m="http://schemas.openxmlformats.org/officeDocument/2006/math">
                      <m:sSub>
                        <m:sSubPr>
                          <m:ctrlPr>
                            <a:rPr lang="zh-CN" altLang="en-US" sz="2800" i="1" smtClean="0">
                              <a:solidFill>
                                <a:srgbClr val="FFFF00"/>
                              </a:solidFill>
                              <a:latin typeface="Cambria Math" panose="02040503050406030204" pitchFamily="18" charset="0"/>
                            </a:rPr>
                          </m:ctrlPr>
                        </m:sSubPr>
                        <m:e>
                          <m:r>
                            <a:rPr lang="zh-CN" altLang="en-US" sz="2800" i="1">
                              <a:solidFill>
                                <a:srgbClr val="FFFF00"/>
                              </a:solidFill>
                              <a:latin typeface="Cambria Math" panose="02040503050406030204" pitchFamily="18" charset="0"/>
                            </a:rPr>
                            <m:t>𝑊</m:t>
                          </m:r>
                        </m:e>
                        <m:sub>
                          <m:r>
                            <a:rPr lang="zh-CN" altLang="en-US" sz="2800" i="1">
                              <a:solidFill>
                                <a:srgbClr val="FFFF00"/>
                              </a:solidFill>
                              <a:latin typeface="Cambria Math" panose="02040503050406030204" pitchFamily="18" charset="0"/>
                            </a:rPr>
                            <m:t>2</m:t>
                          </m:r>
                        </m:sub>
                      </m:sSub>
                      <m:r>
                        <a:rPr lang="zh-CN" altLang="en-US" sz="2800" i="1">
                          <a:solidFill>
                            <a:srgbClr val="FFFF00"/>
                          </a:solidFill>
                          <a:latin typeface="Cambria Math" panose="02040503050406030204" pitchFamily="18" charset="0"/>
                        </a:rPr>
                        <m:t>(</m:t>
                      </m:r>
                      <m:r>
                        <a:rPr lang="zh-CN" altLang="en-US" sz="2800" b="1" i="1">
                          <a:solidFill>
                            <a:srgbClr val="FFFF00"/>
                          </a:solidFill>
                          <a:latin typeface="Cambria Math" panose="02040503050406030204" pitchFamily="18" charset="0"/>
                        </a:rPr>
                        <m:t>𝒙</m:t>
                      </m:r>
                      <m:r>
                        <a:rPr lang="zh-CN" altLang="en-US" sz="2800" i="1">
                          <a:solidFill>
                            <a:srgbClr val="FFFF00"/>
                          </a:solidFill>
                          <a:latin typeface="Cambria Math" panose="02040503050406030204" pitchFamily="18" charset="0"/>
                        </a:rPr>
                        <m:t>)</m:t>
                      </m:r>
                    </m:oMath>
                  </a14:m>
                  <a:r>
                    <a:rPr lang="zh-CN" altLang="en-US" sz="2800" b="1" dirty="0">
                      <a:solidFill>
                        <a:schemeClr val="bg1"/>
                      </a:solidFill>
                    </a:rPr>
                    <a:t>，使得</a:t>
                  </a:r>
                  <a:br>
                    <a:rPr lang="en-US" altLang="zh-CN" sz="2800" i="1" dirty="0">
                      <a:solidFill>
                        <a:schemeClr val="bg1"/>
                      </a:solidFill>
                      <a:latin typeface="Cambria Math" panose="02040503050406030204" pitchFamily="18" charset="0"/>
                    </a:rPr>
                  </a:br>
                  <a14:m>
                    <m:oMathPara xmlns:m="http://schemas.openxmlformats.org/officeDocument/2006/math">
                      <m:oMathParaPr>
                        <m:jc m:val="centerGroup"/>
                      </m:oMathParaPr>
                      <m:oMath xmlns:m="http://schemas.openxmlformats.org/officeDocument/2006/math">
                        <m:r>
                          <a:rPr lang="zh-CN" altLang="en-US" sz="2800" i="1" smtClean="0">
                            <a:solidFill>
                              <a:srgbClr val="FFFF00"/>
                            </a:solidFill>
                            <a:latin typeface="Cambria Math" panose="02040503050406030204" pitchFamily="18" charset="0"/>
                          </a:rPr>
                          <m:t>𝑉</m:t>
                        </m:r>
                        <m:r>
                          <a:rPr lang="zh-CN" altLang="en-US" sz="2800" i="1" smtClean="0">
                            <a:solidFill>
                              <a:srgbClr val="FFFF00"/>
                            </a:solidFill>
                            <a:latin typeface="Cambria Math" panose="02040503050406030204" pitchFamily="18" charset="0"/>
                          </a:rPr>
                          <m:t>(</m:t>
                        </m:r>
                        <m:r>
                          <a:rPr lang="zh-CN" altLang="en-US" sz="2800" b="1" i="1">
                            <a:solidFill>
                              <a:srgbClr val="FFFF00"/>
                            </a:solidFill>
                            <a:latin typeface="Cambria Math" panose="02040503050406030204" pitchFamily="18" charset="0"/>
                          </a:rPr>
                          <m:t>𝒙</m:t>
                        </m:r>
                        <m:r>
                          <a:rPr lang="zh-CN" altLang="en-US" sz="2800" i="1">
                            <a:solidFill>
                              <a:srgbClr val="FFFF00"/>
                            </a:solidFill>
                            <a:latin typeface="Cambria Math" panose="02040503050406030204" pitchFamily="18" charset="0"/>
                          </a:rPr>
                          <m:t>,</m:t>
                        </m:r>
                        <m:r>
                          <a:rPr lang="zh-CN" altLang="en-US" sz="2800" i="1">
                            <a:solidFill>
                              <a:srgbClr val="FFFF00"/>
                            </a:solidFill>
                            <a:latin typeface="Cambria Math" panose="02040503050406030204" pitchFamily="18" charset="0"/>
                          </a:rPr>
                          <m:t>𝑡</m:t>
                        </m:r>
                        <m:r>
                          <a:rPr lang="zh-CN" altLang="en-US" sz="2800" i="1">
                            <a:solidFill>
                              <a:srgbClr val="FFFF00"/>
                            </a:solidFill>
                            <a:latin typeface="Cambria Math" panose="02040503050406030204" pitchFamily="18" charset="0"/>
                          </a:rPr>
                          <m:t>)≤</m:t>
                        </m:r>
                        <m:sSub>
                          <m:sSubPr>
                            <m:ctrlPr>
                              <a:rPr lang="zh-CN" altLang="en-US" sz="2800" i="1">
                                <a:solidFill>
                                  <a:srgbClr val="FFFF00"/>
                                </a:solidFill>
                                <a:latin typeface="Cambria Math" panose="02040503050406030204" pitchFamily="18" charset="0"/>
                              </a:rPr>
                            </m:ctrlPr>
                          </m:sSubPr>
                          <m:e>
                            <m:r>
                              <a:rPr lang="zh-CN" altLang="en-US" sz="2800" i="1">
                                <a:solidFill>
                                  <a:srgbClr val="FFFF00"/>
                                </a:solidFill>
                                <a:latin typeface="Cambria Math" panose="02040503050406030204" pitchFamily="18" charset="0"/>
                              </a:rPr>
                              <m:t>𝑊</m:t>
                            </m:r>
                          </m:e>
                          <m:sub>
                            <m:r>
                              <a:rPr lang="zh-CN" altLang="en-US" sz="2800" i="1">
                                <a:solidFill>
                                  <a:srgbClr val="FFFF00"/>
                                </a:solidFill>
                                <a:latin typeface="Cambria Math" panose="02040503050406030204" pitchFamily="18" charset="0"/>
                              </a:rPr>
                              <m:t>2</m:t>
                            </m:r>
                          </m:sub>
                        </m:sSub>
                        <m:r>
                          <a:rPr lang="zh-CN" altLang="en-US" sz="2800" i="1">
                            <a:solidFill>
                              <a:srgbClr val="FFFF00"/>
                            </a:solidFill>
                            <a:latin typeface="Cambria Math" panose="02040503050406030204" pitchFamily="18" charset="0"/>
                          </a:rPr>
                          <m:t>(</m:t>
                        </m:r>
                        <m:r>
                          <a:rPr lang="zh-CN" altLang="en-US" sz="2800" b="1" i="1">
                            <a:solidFill>
                              <a:srgbClr val="FFFF00"/>
                            </a:solidFill>
                            <a:latin typeface="Cambria Math" panose="02040503050406030204" pitchFamily="18" charset="0"/>
                          </a:rPr>
                          <m:t>𝒙</m:t>
                        </m:r>
                        <m:r>
                          <a:rPr lang="zh-CN" altLang="en-US" sz="2800" i="1">
                            <a:solidFill>
                              <a:srgbClr val="FFFF00"/>
                            </a:solidFill>
                            <a:latin typeface="Cambria Math" panose="02040503050406030204" pitchFamily="18" charset="0"/>
                          </a:rPr>
                          <m:t>) </m:t>
                        </m:r>
                        <m:r>
                          <a:rPr lang="zh-CN" altLang="en-US" sz="2800" i="1">
                            <a:solidFill>
                              <a:schemeClr val="bg1"/>
                            </a:solidFill>
                            <a:latin typeface="Cambria Math" panose="02040503050406030204" pitchFamily="18" charset="0"/>
                          </a:rPr>
                          <m:t>  ∀</m:t>
                        </m:r>
                        <m:r>
                          <a:rPr lang="zh-CN" altLang="en-US" sz="2800" i="1">
                            <a:solidFill>
                              <a:schemeClr val="bg1"/>
                            </a:solidFill>
                            <a:latin typeface="Cambria Math" panose="02040503050406030204" pitchFamily="18" charset="0"/>
                          </a:rPr>
                          <m:t>𝑡</m:t>
                        </m:r>
                        <m:r>
                          <a:rPr lang="zh-CN" altLang="en-US" sz="2800" i="1">
                            <a:solidFill>
                              <a:schemeClr val="bg1"/>
                            </a:solidFill>
                            <a:latin typeface="Cambria Math" panose="02040503050406030204" pitchFamily="18" charset="0"/>
                          </a:rPr>
                          <m:t>≥</m:t>
                        </m:r>
                        <m:sSub>
                          <m:sSubPr>
                            <m:ctrlPr>
                              <a:rPr lang="zh-CN" altLang="en-US" sz="2800" i="1">
                                <a:solidFill>
                                  <a:schemeClr val="bg1"/>
                                </a:solidFill>
                                <a:latin typeface="Cambria Math" panose="02040503050406030204" pitchFamily="18" charset="0"/>
                              </a:rPr>
                            </m:ctrlPr>
                          </m:sSubPr>
                          <m:e>
                            <m:r>
                              <a:rPr lang="zh-CN" altLang="en-US" sz="2800" i="1">
                                <a:solidFill>
                                  <a:schemeClr val="bg1"/>
                                </a:solidFill>
                                <a:latin typeface="Cambria Math" panose="02040503050406030204" pitchFamily="18" charset="0"/>
                              </a:rPr>
                              <m:t>𝑡</m:t>
                            </m:r>
                          </m:e>
                          <m:sub>
                            <m:r>
                              <a:rPr lang="zh-CN" altLang="en-US" sz="2800" i="1">
                                <a:solidFill>
                                  <a:schemeClr val="bg1"/>
                                </a:solidFill>
                                <a:latin typeface="Cambria Math" panose="02040503050406030204" pitchFamily="18" charset="0"/>
                              </a:rPr>
                              <m:t>0</m:t>
                            </m:r>
                          </m:sub>
                        </m:sSub>
                      </m:oMath>
                    </m:oMathPara>
                  </a14:m>
                  <a:endParaRPr lang="zh-CN" altLang="en-US" sz="2800" b="1" dirty="0"/>
                </a:p>
              </p:txBody>
            </p:sp>
          </mc:Choice>
          <mc:Fallback xmlns="">
            <p:sp>
              <p:nvSpPr>
                <p:cNvPr id="15" name="内容占位符 2"/>
                <p:cNvSpPr txBox="1">
                  <a:spLocks noRot="1" noChangeAspect="1" noMove="1" noResize="1" noEditPoints="1" noAdjustHandles="1" noChangeArrowheads="1" noChangeShapeType="1" noTextEdit="1"/>
                </p:cNvSpPr>
                <p:nvPr/>
              </p:nvSpPr>
              <p:spPr>
                <a:xfrm>
                  <a:off x="395536" y="4221088"/>
                  <a:ext cx="8382000" cy="2019799"/>
                </a:xfrm>
                <a:prstGeom prst="rect">
                  <a:avLst/>
                </a:prstGeom>
                <a:blipFill>
                  <a:blip r:embed="rId6"/>
                  <a:stretch>
                    <a:fillRect l="-582"/>
                  </a:stretch>
                </a:blipFill>
              </p:spPr>
              <p:txBody>
                <a:bodyPr/>
                <a:lstStyle/>
                <a:p>
                  <a:r>
                    <a:rPr lang="zh-CN" altLang="en-US">
                      <a:noFill/>
                    </a:rPr>
                    <a:t> </a:t>
                  </a:r>
                </a:p>
              </p:txBody>
            </p:sp>
          </mc:Fallback>
        </mc:AlternateContent>
        <p:sp>
          <p:nvSpPr>
            <p:cNvPr id="24" name="TextBox 23"/>
            <p:cNvSpPr txBox="1"/>
            <p:nvPr/>
          </p:nvSpPr>
          <p:spPr>
            <a:xfrm>
              <a:off x="7024915" y="5775647"/>
              <a:ext cx="1723549" cy="461665"/>
            </a:xfrm>
            <a:prstGeom prst="rect">
              <a:avLst/>
            </a:prstGeom>
            <a:noFill/>
          </p:spPr>
          <p:txBody>
            <a:bodyPr wrap="none" rtlCol="0">
              <a:spAutoFit/>
            </a:bodyPr>
            <a:lstStyle/>
            <a:p>
              <a:r>
                <a:rPr lang="zh-CN" altLang="en-US" sz="2400" b="1" dirty="0">
                  <a:solidFill>
                    <a:srgbClr val="FFFF00"/>
                  </a:solidFill>
                  <a:latin typeface="Times New Roman" pitchFamily="18" charset="0"/>
                  <a:cs typeface="Times New Roman" pitchFamily="18" charset="0"/>
                </a:rPr>
                <a:t>无穷小上界</a:t>
              </a:r>
            </a:p>
          </p:txBody>
        </p:sp>
      </p:grpSp>
      <p:sp>
        <p:nvSpPr>
          <p:cNvPr id="25" name="日期占位符 3"/>
          <p:cNvSpPr txBox="1">
            <a:spLocks/>
          </p:cNvSpPr>
          <p:nvPr/>
        </p:nvSpPr>
        <p:spPr>
          <a:xfrm>
            <a:off x="457200" y="6476999"/>
            <a:ext cx="2133600" cy="274320"/>
          </a:xfrm>
          <a:prstGeom prst="rect">
            <a:avLst/>
          </a:prstGeom>
        </p:spPr>
        <p:txBody>
          <a:bodyPr vert="horz" lIns="109728" rIns="45720" bIns="0" rtlCol="0" anchor="b"/>
          <a:lstStyle>
            <a:defPPr>
              <a:defRPr lang="zh-CN"/>
            </a:defPPr>
            <a:lvl1pPr marL="0" algn="l" defTabSz="914400" rtl="0" eaLnBrk="1" latinLnBrk="0" hangingPunct="1">
              <a:defRPr kumimoji="0" sz="1800" kern="1200">
                <a:solidFill>
                  <a:srgbClr val="FF0000"/>
                </a:solidFill>
                <a:latin typeface="Times New Roman" pitchFamily="18" charset="0"/>
                <a:ea typeface="+mn-ea"/>
                <a:cs typeface="Times New Roman" pitchFamily="18"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dirty="0"/>
          </a:p>
        </p:txBody>
      </p:sp>
    </p:spTree>
    <p:custDataLst>
      <p:tags r:id="rId1"/>
    </p:custDataLst>
    <p:extLst>
      <p:ext uri="{BB962C8B-B14F-4D97-AF65-F5344CB8AC3E}">
        <p14:creationId xmlns:p14="http://schemas.microsoft.com/office/powerpoint/2010/main" val="86901676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zh-CN" altLang="en-US" dirty="0"/>
              <a:t>定号的时变标量函数</a:t>
            </a:r>
          </a:p>
        </p:txBody>
      </p:sp>
      <p:sp>
        <p:nvSpPr>
          <p:cNvPr id="7" name="灯片编号占位符 6"/>
          <p:cNvSpPr>
            <a:spLocks noGrp="1"/>
          </p:cNvSpPr>
          <p:nvPr>
            <p:ph type="sldNum" sz="quarter" idx="12"/>
          </p:nvPr>
        </p:nvSpPr>
        <p:spPr/>
        <p:txBody>
          <a:bodyPr/>
          <a:lstStyle/>
          <a:p>
            <a:fld id="{58C210BB-F110-452C-89E7-9EA0A8D47DCE}" type="slidenum">
              <a:rPr lang="zh-CN" altLang="en-US" smtClean="0"/>
              <a:pPr/>
              <a:t>29</a:t>
            </a:fld>
            <a:endParaRPr lang="zh-CN" altLang="en-US" dirty="0"/>
          </a:p>
        </p:txBody>
      </p:sp>
      <mc:AlternateContent xmlns:mc="http://schemas.openxmlformats.org/markup-compatibility/2006" xmlns:a14="http://schemas.microsoft.com/office/drawing/2010/main">
        <mc:Choice Requires="a14">
          <p:sp>
            <p:nvSpPr>
              <p:cNvPr id="19" name="内容占位符 2"/>
              <p:cNvSpPr txBox="1">
                <a:spLocks/>
              </p:cNvSpPr>
              <p:nvPr/>
            </p:nvSpPr>
            <p:spPr>
              <a:xfrm>
                <a:off x="438472" y="1052735"/>
                <a:ext cx="8382000" cy="2932509"/>
              </a:xfrm>
              <a:prstGeom prst="rect">
                <a:avLst/>
              </a:prstGeom>
            </p:spPr>
            <p:txBody>
              <a:bodyPr vert="horz" lIns="54864" tIns="91440" rtlCol="0">
                <a:noAutofit/>
              </a:bodyPr>
              <a:lstStyle>
                <a:lvl1pPr marL="438912" indent="-320040" algn="l" rtl="0" eaLnBrk="1" latinLnBrk="0" hangingPunct="1">
                  <a:spcBef>
                    <a:spcPts val="0"/>
                  </a:spcBef>
                  <a:buClr>
                    <a:schemeClr val="accent1"/>
                  </a:buClr>
                  <a:buSzPct val="80000"/>
                  <a:buFont typeface="Wingdings 2"/>
                  <a:buChar char=""/>
                  <a:defRPr kumimoji="0" sz="3200" kern="1200">
                    <a:solidFill>
                      <a:schemeClr val="bg1"/>
                    </a:solidFill>
                    <a:latin typeface="Times New Roman" pitchFamily="18" charset="0"/>
                    <a:ea typeface="+mn-ea"/>
                    <a:cs typeface="Times New Roman" pitchFamily="18" charset="0"/>
                  </a:defRPr>
                </a:lvl1pPr>
                <a:lvl2pPr marL="731520" indent="-274320" algn="l" rtl="0" eaLnBrk="1" latinLnBrk="0" hangingPunct="1">
                  <a:spcBef>
                    <a:spcPct val="20000"/>
                  </a:spcBef>
                  <a:buClr>
                    <a:schemeClr val="accent2"/>
                  </a:buClr>
                  <a:buSzPct val="90000"/>
                  <a:buFont typeface="Wingdings"/>
                  <a:buChar char=""/>
                  <a:defRPr kumimoji="0" sz="2800" kern="1200">
                    <a:solidFill>
                      <a:schemeClr val="bg1"/>
                    </a:solidFill>
                    <a:latin typeface="Times New Roman" pitchFamily="18" charset="0"/>
                    <a:ea typeface="+mn-ea"/>
                    <a:cs typeface="Times New Roman" pitchFamily="18" charset="0"/>
                  </a:defRPr>
                </a:lvl2pPr>
                <a:lvl3pPr marL="996696" indent="-228600" algn="l" rtl="0" eaLnBrk="1" latinLnBrk="0" hangingPunct="1">
                  <a:spcBef>
                    <a:spcPct val="20000"/>
                  </a:spcBef>
                  <a:buClr>
                    <a:schemeClr val="accent3"/>
                  </a:buClr>
                  <a:buFont typeface="Arial"/>
                  <a:buChar char="▪"/>
                  <a:defRPr kumimoji="0" sz="2400" kern="1200">
                    <a:solidFill>
                      <a:schemeClr val="bg1"/>
                    </a:solidFill>
                    <a:latin typeface="Times New Roman" pitchFamily="18" charset="0"/>
                    <a:ea typeface="+mn-ea"/>
                    <a:cs typeface="Times New Roman" pitchFamily="18" charset="0"/>
                  </a:defRPr>
                </a:lvl3pPr>
                <a:lvl4pPr marL="1216152" indent="-182880" algn="l" rtl="0" eaLnBrk="1" latinLnBrk="0" hangingPunct="1">
                  <a:spcBef>
                    <a:spcPct val="20000"/>
                  </a:spcBef>
                  <a:buClr>
                    <a:schemeClr val="accent4"/>
                  </a:buClr>
                  <a:buFont typeface="Arial"/>
                  <a:buChar char="▪"/>
                  <a:defRPr kumimoji="0" sz="2000" kern="1200">
                    <a:solidFill>
                      <a:schemeClr val="bg1"/>
                    </a:solidFill>
                    <a:latin typeface="Times New Roman" pitchFamily="18" charset="0"/>
                    <a:ea typeface="+mn-ea"/>
                    <a:cs typeface="Times New Roman" pitchFamily="18" charset="0"/>
                  </a:defRPr>
                </a:lvl4pPr>
                <a:lvl5pPr marL="1426464" indent="-182880" algn="l" rtl="0" eaLnBrk="1" latinLnBrk="0" hangingPunct="1">
                  <a:spcBef>
                    <a:spcPct val="20000"/>
                  </a:spcBef>
                  <a:buClr>
                    <a:schemeClr val="accent5"/>
                  </a:buClr>
                  <a:buFont typeface="Wingdings 3"/>
                  <a:buChar char=""/>
                  <a:defRPr kumimoji="0" lang="en-US" sz="2000" kern="1200" smtClean="0">
                    <a:solidFill>
                      <a:schemeClr val="tx1"/>
                    </a:solidFill>
                    <a:latin typeface="Times New Roman" pitchFamily="18" charset="0"/>
                    <a:ea typeface="+mn-ea"/>
                    <a:cs typeface="Times New Roman" pitchFamily="18" charset="0"/>
                  </a:defRPr>
                </a:lvl5pPr>
                <a:lvl6pPr marL="1627632" indent="-182880" algn="l" rtl="0" eaLnBrk="1" latinLnBrk="0" hangingPunct="1">
                  <a:spcBef>
                    <a:spcPct val="20000"/>
                  </a:spcBef>
                  <a:buClr>
                    <a:schemeClr val="accent6"/>
                  </a:buClr>
                  <a:buSzPct val="100000"/>
                  <a:buFont typeface="Wingdings 2"/>
                  <a:buChar char=""/>
                  <a:defRPr kumimoji="0" sz="2000" kern="1200">
                    <a:solidFill>
                      <a:schemeClr val="tx1"/>
                    </a:solidFill>
                    <a:latin typeface="+mn-lt"/>
                    <a:ea typeface="+mn-ea"/>
                    <a:cs typeface="+mn-cs"/>
                  </a:defRPr>
                </a:lvl6pPr>
                <a:lvl7pPr marL="1828800" indent="-182880" algn="l" rtl="0" eaLnBrk="1" latinLnBrk="0" hangingPunct="1">
                  <a:spcBef>
                    <a:spcPct val="20000"/>
                  </a:spcBef>
                  <a:buClr>
                    <a:schemeClr val="accent1"/>
                  </a:buClr>
                  <a:buSzPct val="100000"/>
                  <a:buFont typeface="Wingdings 2"/>
                  <a:buChar char=""/>
                  <a:defRPr kumimoji="0" sz="1800" kern="1200">
                    <a:solidFill>
                      <a:schemeClr val="tx1"/>
                    </a:solidFill>
                    <a:latin typeface="+mn-lt"/>
                    <a:ea typeface="+mn-ea"/>
                    <a:cs typeface="+mn-cs"/>
                  </a:defRPr>
                </a:lvl7pPr>
                <a:lvl8pPr marL="2029968" indent="-182880" algn="l" rtl="0" eaLnBrk="1" latinLnBrk="0" hangingPunct="1">
                  <a:spcBef>
                    <a:spcPct val="20000"/>
                  </a:spcBef>
                  <a:buClr>
                    <a:schemeClr val="accent2"/>
                  </a:buClr>
                  <a:buFont typeface="Wingdings 2" pitchFamily="18" charset="2"/>
                  <a:buChar char=""/>
                  <a:defRPr kumimoji="0" sz="1800" kern="1200">
                    <a:solidFill>
                      <a:schemeClr val="tx1"/>
                    </a:solidFill>
                    <a:latin typeface="+mn-lt"/>
                    <a:ea typeface="+mn-ea"/>
                    <a:cs typeface="+mn-cs"/>
                  </a:defRPr>
                </a:lvl8pPr>
                <a:lvl9pPr marL="2231136" indent="-182880" algn="l" rtl="0" eaLnBrk="1" latinLnBrk="0" hangingPunct="1">
                  <a:spcBef>
                    <a:spcPct val="20000"/>
                  </a:spcBef>
                  <a:buClr>
                    <a:schemeClr val="accent3"/>
                  </a:buClr>
                  <a:buFont typeface="Wingdings 2" pitchFamily="18" charset="2"/>
                  <a:buChar char=""/>
                  <a:defRPr kumimoji="0" sz="1800" kern="1200" baseline="0">
                    <a:solidFill>
                      <a:schemeClr val="tx1"/>
                    </a:solidFill>
                    <a:latin typeface="+mn-lt"/>
                    <a:ea typeface="+mn-ea"/>
                    <a:cs typeface="+mn-cs"/>
                  </a:defRPr>
                </a:lvl9pPr>
                <a:extLst/>
              </a:lstStyle>
              <a:p>
                <a:pPr marL="118872" indent="0">
                  <a:lnSpc>
                    <a:spcPct val="130000"/>
                  </a:lnSpc>
                  <a:buNone/>
                </a:pPr>
                <a:r>
                  <a:rPr lang="zh-CN" altLang="en-US" sz="2800" b="1" dirty="0">
                    <a:solidFill>
                      <a:srgbClr val="FFFF00"/>
                    </a:solidFill>
                  </a:rPr>
                  <a:t>引理</a:t>
                </a:r>
                <a:r>
                  <a:rPr lang="en-US" altLang="zh-CN" sz="2800" b="1" dirty="0">
                    <a:solidFill>
                      <a:srgbClr val="FFFF00"/>
                    </a:solidFill>
                  </a:rPr>
                  <a:t>5.1</a:t>
                </a:r>
                <a:r>
                  <a:rPr lang="zh-CN" altLang="en-US" sz="2800" b="1" dirty="0">
                    <a:solidFill>
                      <a:srgbClr val="FFFF00"/>
                    </a:solidFill>
                  </a:rPr>
                  <a:t>：</a:t>
                </a:r>
                <a:r>
                  <a:rPr lang="zh-CN" altLang="en-US" sz="2800" b="1" dirty="0"/>
                  <a:t>对定义在包含原点的区域 </a:t>
                </a:r>
                <a:r>
                  <a:rPr lang="en-US" altLang="zh-CN" sz="2800" b="1" i="1" dirty="0"/>
                  <a:t>D</a:t>
                </a:r>
                <a:r>
                  <a:rPr lang="zh-CN" altLang="en-US" sz="2800" b="1" dirty="0"/>
                  <a:t>上的</a:t>
                </a:r>
                <a:r>
                  <a:rPr lang="zh-CN" altLang="en-US" sz="2800" b="1" dirty="0">
                    <a:solidFill>
                      <a:srgbClr val="FFFF00"/>
                    </a:solidFill>
                  </a:rPr>
                  <a:t>连续正定函数</a:t>
                </a:r>
                <a14:m>
                  <m:oMath xmlns:m="http://schemas.openxmlformats.org/officeDocument/2006/math">
                    <m:r>
                      <a:rPr lang="zh-CN" altLang="en-US" sz="2800" i="1">
                        <a:solidFill>
                          <a:srgbClr val="FFFF00"/>
                        </a:solidFill>
                        <a:latin typeface="Cambria Math" panose="02040503050406030204" pitchFamily="18" charset="0"/>
                      </a:rPr>
                      <m:t>𝑉</m:t>
                    </m:r>
                    <m:r>
                      <a:rPr lang="zh-CN" altLang="en-US" sz="2800" i="1">
                        <a:solidFill>
                          <a:srgbClr val="FFFF00"/>
                        </a:solidFill>
                        <a:latin typeface="Cambria Math" panose="02040503050406030204" pitchFamily="18" charset="0"/>
                      </a:rPr>
                      <m:t>:</m:t>
                    </m:r>
                    <m:r>
                      <a:rPr lang="zh-CN" altLang="en-US" sz="2800" i="1">
                        <a:solidFill>
                          <a:srgbClr val="FFFF00"/>
                        </a:solidFill>
                        <a:latin typeface="Cambria Math" panose="02040503050406030204" pitchFamily="18" charset="0"/>
                      </a:rPr>
                      <m:t>𝐷</m:t>
                    </m:r>
                    <m:r>
                      <a:rPr lang="zh-CN" altLang="en-US" sz="2800" i="1">
                        <a:solidFill>
                          <a:srgbClr val="FFFF00"/>
                        </a:solidFill>
                        <a:latin typeface="Cambria Math" panose="02040503050406030204" pitchFamily="18" charset="0"/>
                      </a:rPr>
                      <m:t>→</m:t>
                    </m:r>
                    <m:r>
                      <a:rPr lang="zh-CN" altLang="en-US" sz="2800" i="1">
                        <a:solidFill>
                          <a:srgbClr val="FFFF00"/>
                        </a:solidFill>
                        <a:latin typeface="Cambria Math" panose="02040503050406030204" pitchFamily="18" charset="0"/>
                      </a:rPr>
                      <m:t>ℝ</m:t>
                    </m:r>
                    <m:r>
                      <a:rPr lang="zh-CN" altLang="en-US" sz="2800" i="1">
                        <a:solidFill>
                          <a:srgbClr val="FFFF00"/>
                        </a:solidFill>
                        <a:latin typeface="Cambria Math" panose="02040503050406030204" pitchFamily="18" charset="0"/>
                      </a:rPr>
                      <m:t> </m:t>
                    </m:r>
                  </m:oMath>
                </a14:m>
                <a:r>
                  <a:rPr lang="zh-CN" altLang="en-US" sz="2800" b="1" dirty="0"/>
                  <a:t>，记</a:t>
                </a:r>
                <a:br>
                  <a:rPr lang="en-US" altLang="zh-CN" sz="2800" b="1" dirty="0"/>
                </a:br>
                <a:r>
                  <a:rPr lang="zh-CN" altLang="en-US" sz="2800" b="1" dirty="0"/>
                  <a:t> </a:t>
                </a:r>
                <a14:m>
                  <m:oMath xmlns:m="http://schemas.openxmlformats.org/officeDocument/2006/math">
                    <m:sSub>
                      <m:sSubPr>
                        <m:ctrlPr>
                          <a:rPr lang="zh-CN" altLang="en-US" sz="2800" i="1" smtClean="0">
                            <a:solidFill>
                              <a:schemeClr val="bg1"/>
                            </a:solidFill>
                            <a:latin typeface="Cambria Math" panose="02040503050406030204" pitchFamily="18" charset="0"/>
                          </a:rPr>
                        </m:ctrlPr>
                      </m:sSubPr>
                      <m:e>
                        <m:r>
                          <a:rPr lang="zh-CN" altLang="en-US" sz="2800" i="1">
                            <a:solidFill>
                              <a:schemeClr val="bg1"/>
                            </a:solidFill>
                            <a:latin typeface="Cambria Math" panose="02040503050406030204" pitchFamily="18" charset="0"/>
                          </a:rPr>
                          <m:t>𝐵</m:t>
                        </m:r>
                      </m:e>
                      <m:sub>
                        <m:r>
                          <a:rPr lang="zh-CN" altLang="en-US" sz="2800" i="1">
                            <a:solidFill>
                              <a:schemeClr val="bg1"/>
                            </a:solidFill>
                            <a:latin typeface="Cambria Math" panose="02040503050406030204" pitchFamily="18" charset="0"/>
                          </a:rPr>
                          <m:t>𝑟</m:t>
                        </m:r>
                      </m:sub>
                    </m:sSub>
                    <m:r>
                      <a:rPr lang="zh-CN" altLang="en-US" sz="2800" i="1">
                        <a:solidFill>
                          <a:schemeClr val="bg1"/>
                        </a:solidFill>
                        <a:latin typeface="Cambria Math" panose="02040503050406030204" pitchFamily="18" charset="0"/>
                      </a:rPr>
                      <m:t>⊂</m:t>
                    </m:r>
                    <m:r>
                      <a:rPr lang="zh-CN" altLang="en-US" sz="2800" i="1">
                        <a:solidFill>
                          <a:schemeClr val="bg1"/>
                        </a:solidFill>
                        <a:latin typeface="Cambria Math" panose="02040503050406030204" pitchFamily="18" charset="0"/>
                      </a:rPr>
                      <m:t>𝐷</m:t>
                    </m:r>
                  </m:oMath>
                </a14:m>
                <a:r>
                  <a:rPr lang="zh-CN" altLang="en-US" sz="2800" b="1" dirty="0"/>
                  <a:t>为</a:t>
                </a:r>
                <a14:m>
                  <m:oMath xmlns:m="http://schemas.openxmlformats.org/officeDocument/2006/math">
                    <m:r>
                      <a:rPr lang="zh-CN" altLang="en-US" sz="2800" i="1">
                        <a:latin typeface="Cambria Math" panose="02040503050406030204" pitchFamily="18" charset="0"/>
                      </a:rPr>
                      <m:t>𝐷</m:t>
                    </m:r>
                  </m:oMath>
                </a14:m>
                <a:r>
                  <a:rPr lang="zh-CN" altLang="en-US" sz="2800" b="1" dirty="0"/>
                  <a:t>内包围原点且半径为</a:t>
                </a:r>
                <a14:m>
                  <m:oMath xmlns:m="http://schemas.openxmlformats.org/officeDocument/2006/math">
                    <m:r>
                      <a:rPr lang="zh-CN" altLang="en-US" sz="2800" i="1">
                        <a:latin typeface="Cambria Math" panose="02040503050406030204" pitchFamily="18" charset="0"/>
                      </a:rPr>
                      <m:t>𝑟</m:t>
                    </m:r>
                  </m:oMath>
                </a14:m>
                <a:r>
                  <a:rPr lang="zh-CN" altLang="en-US" sz="2800" b="1" dirty="0"/>
                  <a:t>的球域，存在</a:t>
                </a:r>
                <a:br>
                  <a:rPr lang="en-US" altLang="zh-CN" sz="2800" b="1" dirty="0"/>
                </a:br>
                <a:r>
                  <a:rPr lang="zh-CN" altLang="en-US" sz="2800" b="1" dirty="0"/>
                  <a:t>定义在 </a:t>
                </a:r>
                <a14:m>
                  <m:oMath xmlns:m="http://schemas.openxmlformats.org/officeDocument/2006/math">
                    <m:r>
                      <a:rPr lang="zh-CN" altLang="en-US" sz="2800" i="1">
                        <a:latin typeface="Cambria Math" panose="02040503050406030204" pitchFamily="18" charset="0"/>
                      </a:rPr>
                      <m:t>[</m:t>
                    </m:r>
                    <m:r>
                      <m:rPr>
                        <m:nor/>
                      </m:rPr>
                      <a:rPr lang="zh-CN" altLang="en-US" sz="2800">
                        <a:latin typeface="Cambria Math" panose="02040503050406030204" pitchFamily="18" charset="0"/>
                      </a:rPr>
                      <m:t>0</m:t>
                    </m:r>
                    <m:r>
                      <m:rPr>
                        <m:nor/>
                      </m:rPr>
                      <a:rPr lang="zh-CN" altLang="en-US" sz="2800">
                        <a:latin typeface="Cambria Math" panose="02040503050406030204" pitchFamily="18" charset="0"/>
                      </a:rPr>
                      <m:t>,</m:t>
                    </m:r>
                    <m:r>
                      <a:rPr lang="zh-CN" altLang="en-US" sz="2800" i="1">
                        <a:latin typeface="Cambria Math" panose="02040503050406030204" pitchFamily="18" charset="0"/>
                      </a:rPr>
                      <m:t> </m:t>
                    </m:r>
                    <m:r>
                      <a:rPr lang="zh-CN" altLang="en-US" sz="2800" i="1">
                        <a:latin typeface="Cambria Math" panose="02040503050406030204" pitchFamily="18" charset="0"/>
                      </a:rPr>
                      <m:t>𝑟</m:t>
                    </m:r>
                    <m:r>
                      <a:rPr lang="zh-CN" altLang="en-US" sz="2800" i="1">
                        <a:latin typeface="Cambria Math" panose="02040503050406030204" pitchFamily="18" charset="0"/>
                      </a:rPr>
                      <m:t>]</m:t>
                    </m:r>
                  </m:oMath>
                </a14:m>
                <a:r>
                  <a:rPr lang="zh-CN" altLang="en-US" sz="2800" b="1" dirty="0"/>
                  <a:t>上的两个 </a:t>
                </a:r>
                <a14:m>
                  <m:oMath xmlns:m="http://schemas.openxmlformats.org/officeDocument/2006/math">
                    <m:r>
                      <a:rPr lang="zh-CN" altLang="en-US" sz="2800" i="1" smtClean="0">
                        <a:solidFill>
                          <a:srgbClr val="FFFF00"/>
                        </a:solidFill>
                        <a:latin typeface="Cambria Math" panose="02040503050406030204" pitchFamily="18" charset="0"/>
                      </a:rPr>
                      <m:t>𝒦</m:t>
                    </m:r>
                  </m:oMath>
                </a14:m>
                <a:r>
                  <a:rPr lang="zh-CN" altLang="en-US" sz="2800" b="1" dirty="0">
                    <a:solidFill>
                      <a:srgbClr val="FFFF00"/>
                    </a:solidFill>
                    <a:sym typeface="Euclid Math One"/>
                  </a:rPr>
                  <a:t>类</a:t>
                </a:r>
                <a:r>
                  <a:rPr lang="zh-CN" altLang="en-US" sz="2800" b="1" dirty="0">
                    <a:solidFill>
                      <a:srgbClr val="FFFF00"/>
                    </a:solidFill>
                  </a:rPr>
                  <a:t>函数 </a:t>
                </a:r>
                <a14:m>
                  <m:oMath xmlns:m="http://schemas.openxmlformats.org/officeDocument/2006/math">
                    <m:sSub>
                      <m:sSubPr>
                        <m:ctrlPr>
                          <a:rPr lang="zh-CN" altLang="en-US" sz="2800" i="1">
                            <a:solidFill>
                              <a:srgbClr val="FFFF00"/>
                            </a:solidFill>
                            <a:latin typeface="Cambria Math" panose="02040503050406030204" pitchFamily="18" charset="0"/>
                          </a:rPr>
                        </m:ctrlPr>
                      </m:sSubPr>
                      <m:e>
                        <m:r>
                          <a:rPr lang="zh-CN" altLang="en-US" sz="2800" i="1">
                            <a:solidFill>
                              <a:srgbClr val="FFFF00"/>
                            </a:solidFill>
                            <a:latin typeface="Cambria Math" panose="02040503050406030204" pitchFamily="18" charset="0"/>
                          </a:rPr>
                          <m:t>𝛼</m:t>
                        </m:r>
                      </m:e>
                      <m:sub>
                        <m:r>
                          <a:rPr lang="zh-CN" altLang="en-US" sz="2800" i="1">
                            <a:solidFill>
                              <a:srgbClr val="FFFF00"/>
                            </a:solidFill>
                            <a:latin typeface="Cambria Math" panose="02040503050406030204" pitchFamily="18" charset="0"/>
                          </a:rPr>
                          <m:t>1</m:t>
                        </m:r>
                      </m:sub>
                    </m:sSub>
                    <m:r>
                      <a:rPr lang="zh-CN" altLang="en-US" sz="2800" i="1">
                        <a:solidFill>
                          <a:srgbClr val="FFFF00"/>
                        </a:solidFill>
                        <a:latin typeface="Cambria Math" panose="02040503050406030204" pitchFamily="18" charset="0"/>
                      </a:rPr>
                      <m:t>(⋅), </m:t>
                    </m:r>
                    <m:sSub>
                      <m:sSubPr>
                        <m:ctrlPr>
                          <a:rPr lang="zh-CN" altLang="en-US" sz="2800" i="1">
                            <a:solidFill>
                              <a:srgbClr val="FFFF00"/>
                            </a:solidFill>
                            <a:latin typeface="Cambria Math" panose="02040503050406030204" pitchFamily="18" charset="0"/>
                          </a:rPr>
                        </m:ctrlPr>
                      </m:sSubPr>
                      <m:e>
                        <m:r>
                          <a:rPr lang="zh-CN" altLang="en-US" sz="2800" i="1">
                            <a:solidFill>
                              <a:srgbClr val="FFFF00"/>
                            </a:solidFill>
                            <a:latin typeface="Cambria Math" panose="02040503050406030204" pitchFamily="18" charset="0"/>
                          </a:rPr>
                          <m:t>𝛼</m:t>
                        </m:r>
                      </m:e>
                      <m:sub>
                        <m:r>
                          <a:rPr lang="zh-CN" altLang="en-US" sz="2800" i="1">
                            <a:solidFill>
                              <a:srgbClr val="FFFF00"/>
                            </a:solidFill>
                            <a:latin typeface="Cambria Math" panose="02040503050406030204" pitchFamily="18" charset="0"/>
                          </a:rPr>
                          <m:t>2</m:t>
                        </m:r>
                      </m:sub>
                    </m:sSub>
                    <m:r>
                      <a:rPr lang="zh-CN" altLang="en-US" sz="2800" i="1">
                        <a:solidFill>
                          <a:srgbClr val="FFFF00"/>
                        </a:solidFill>
                        <a:latin typeface="Cambria Math" panose="02040503050406030204" pitchFamily="18" charset="0"/>
                      </a:rPr>
                      <m:t>(⋅)</m:t>
                    </m:r>
                  </m:oMath>
                </a14:m>
                <a:r>
                  <a:rPr lang="zh-CN" altLang="en-US" sz="2800" b="1" dirty="0">
                    <a:solidFill>
                      <a:srgbClr val="FFFF00"/>
                    </a:solidFill>
                  </a:rPr>
                  <a:t> </a:t>
                </a:r>
                <a:r>
                  <a:rPr lang="zh-CN" altLang="en-US" sz="2800" b="1" dirty="0"/>
                  <a:t>，使</a:t>
                </a:r>
                <a:br>
                  <a:rPr lang="en-US" altLang="zh-CN" sz="2800" i="1" dirty="0">
                    <a:solidFill>
                      <a:srgbClr val="FFFF00"/>
                    </a:solidFill>
                    <a:latin typeface="Cambria Math" panose="02040503050406030204" pitchFamily="18" charset="0"/>
                  </a:rPr>
                </a:br>
                <a14:m>
                  <m:oMathPara xmlns:m="http://schemas.openxmlformats.org/officeDocument/2006/math">
                    <m:oMathParaPr>
                      <m:jc m:val="centerGroup"/>
                    </m:oMathParaPr>
                    <m:oMath xmlns:m="http://schemas.openxmlformats.org/officeDocument/2006/math">
                      <m:sSub>
                        <m:sSubPr>
                          <m:ctrlPr>
                            <a:rPr lang="zh-CN" altLang="en-US" sz="2800" i="1">
                              <a:solidFill>
                                <a:srgbClr val="FFFF00"/>
                              </a:solidFill>
                              <a:latin typeface="Cambria Math" panose="02040503050406030204" pitchFamily="18" charset="0"/>
                            </a:rPr>
                          </m:ctrlPr>
                        </m:sSubPr>
                        <m:e>
                          <m:r>
                            <a:rPr lang="zh-CN" altLang="en-US" sz="2800" i="1">
                              <a:solidFill>
                                <a:srgbClr val="FFFF00"/>
                              </a:solidFill>
                              <a:latin typeface="Cambria Math" panose="02040503050406030204" pitchFamily="18" charset="0"/>
                            </a:rPr>
                            <m:t>𝛼</m:t>
                          </m:r>
                        </m:e>
                        <m:sub>
                          <m:r>
                            <a:rPr lang="zh-CN" altLang="en-US" sz="2800" i="1">
                              <a:solidFill>
                                <a:srgbClr val="FFFF00"/>
                              </a:solidFill>
                              <a:latin typeface="Cambria Math" panose="02040503050406030204" pitchFamily="18" charset="0"/>
                            </a:rPr>
                            <m:t>1</m:t>
                          </m:r>
                        </m:sub>
                      </m:sSub>
                      <m:r>
                        <a:rPr lang="zh-CN" altLang="en-US" sz="2800" i="1">
                          <a:solidFill>
                            <a:srgbClr val="FFFF00"/>
                          </a:solidFill>
                          <a:latin typeface="Cambria Math" panose="02040503050406030204" pitchFamily="18" charset="0"/>
                        </a:rPr>
                        <m:t>(</m:t>
                      </m:r>
                      <m:d>
                        <m:dPr>
                          <m:begChr m:val="‖"/>
                          <m:endChr m:val="‖"/>
                          <m:ctrlPr>
                            <a:rPr lang="zh-CN" altLang="en-US" sz="2800" b="1" i="1">
                              <a:solidFill>
                                <a:srgbClr val="FFFF00"/>
                              </a:solidFill>
                              <a:latin typeface="Cambria Math" panose="02040503050406030204" pitchFamily="18" charset="0"/>
                            </a:rPr>
                          </m:ctrlPr>
                        </m:dPr>
                        <m:e>
                          <m:r>
                            <a:rPr lang="zh-CN" altLang="en-US" sz="2800" b="1" i="1">
                              <a:solidFill>
                                <a:srgbClr val="FFFF00"/>
                              </a:solidFill>
                              <a:latin typeface="Cambria Math" panose="02040503050406030204" pitchFamily="18" charset="0"/>
                            </a:rPr>
                            <m:t>𝒙</m:t>
                          </m:r>
                        </m:e>
                      </m:d>
                      <m:r>
                        <a:rPr lang="zh-CN" altLang="en-US" sz="2800" i="1">
                          <a:solidFill>
                            <a:srgbClr val="FFFF00"/>
                          </a:solidFill>
                          <a:latin typeface="Cambria Math" panose="02040503050406030204" pitchFamily="18" charset="0"/>
                        </a:rPr>
                        <m:t>)≤</m:t>
                      </m:r>
                      <m:r>
                        <a:rPr lang="zh-CN" altLang="en-US" sz="2800" i="1">
                          <a:solidFill>
                            <a:srgbClr val="FFFF00"/>
                          </a:solidFill>
                          <a:latin typeface="Cambria Math" panose="02040503050406030204" pitchFamily="18" charset="0"/>
                        </a:rPr>
                        <m:t>𝑉</m:t>
                      </m:r>
                      <m:r>
                        <a:rPr lang="zh-CN" altLang="en-US" sz="2800" i="1">
                          <a:solidFill>
                            <a:srgbClr val="FFFF00"/>
                          </a:solidFill>
                          <a:latin typeface="Cambria Math" panose="02040503050406030204" pitchFamily="18" charset="0"/>
                        </a:rPr>
                        <m:t>(</m:t>
                      </m:r>
                      <m:r>
                        <a:rPr lang="zh-CN" altLang="en-US" sz="2800" b="1" i="1">
                          <a:solidFill>
                            <a:srgbClr val="FFFF00"/>
                          </a:solidFill>
                          <a:latin typeface="Cambria Math" panose="02040503050406030204" pitchFamily="18" charset="0"/>
                        </a:rPr>
                        <m:t>𝒙</m:t>
                      </m:r>
                      <m:r>
                        <a:rPr lang="zh-CN" altLang="en-US" sz="2800" i="1">
                          <a:solidFill>
                            <a:srgbClr val="FFFF00"/>
                          </a:solidFill>
                          <a:latin typeface="Cambria Math" panose="02040503050406030204" pitchFamily="18" charset="0"/>
                        </a:rPr>
                        <m:t>)≤</m:t>
                      </m:r>
                      <m:sSub>
                        <m:sSubPr>
                          <m:ctrlPr>
                            <a:rPr lang="zh-CN" altLang="en-US" sz="2800" i="1">
                              <a:solidFill>
                                <a:srgbClr val="FFFF00"/>
                              </a:solidFill>
                              <a:latin typeface="Cambria Math" panose="02040503050406030204" pitchFamily="18" charset="0"/>
                            </a:rPr>
                          </m:ctrlPr>
                        </m:sSubPr>
                        <m:e>
                          <m:r>
                            <a:rPr lang="zh-CN" altLang="en-US" sz="2800" i="1">
                              <a:solidFill>
                                <a:srgbClr val="FFFF00"/>
                              </a:solidFill>
                              <a:latin typeface="Cambria Math" panose="02040503050406030204" pitchFamily="18" charset="0"/>
                            </a:rPr>
                            <m:t>𝛼</m:t>
                          </m:r>
                        </m:e>
                        <m:sub>
                          <m:r>
                            <a:rPr lang="zh-CN" altLang="en-US" sz="2800" i="1">
                              <a:solidFill>
                                <a:srgbClr val="FFFF00"/>
                              </a:solidFill>
                              <a:latin typeface="Cambria Math" panose="02040503050406030204" pitchFamily="18" charset="0"/>
                            </a:rPr>
                            <m:t>2</m:t>
                          </m:r>
                        </m:sub>
                      </m:sSub>
                      <m:r>
                        <a:rPr lang="zh-CN" altLang="en-US" sz="2800" i="1">
                          <a:solidFill>
                            <a:srgbClr val="FFFF00"/>
                          </a:solidFill>
                          <a:latin typeface="Cambria Math" panose="02040503050406030204" pitchFamily="18" charset="0"/>
                        </a:rPr>
                        <m:t>(</m:t>
                      </m:r>
                      <m:d>
                        <m:dPr>
                          <m:begChr m:val="‖"/>
                          <m:endChr m:val="‖"/>
                          <m:ctrlPr>
                            <a:rPr lang="zh-CN" altLang="en-US" sz="2800" b="1" i="1">
                              <a:solidFill>
                                <a:srgbClr val="FFFF00"/>
                              </a:solidFill>
                              <a:latin typeface="Cambria Math" panose="02040503050406030204" pitchFamily="18" charset="0"/>
                            </a:rPr>
                          </m:ctrlPr>
                        </m:dPr>
                        <m:e>
                          <m:r>
                            <a:rPr lang="zh-CN" altLang="en-US" sz="2800" b="1" i="1">
                              <a:solidFill>
                                <a:srgbClr val="FFFF00"/>
                              </a:solidFill>
                              <a:latin typeface="Cambria Math" panose="02040503050406030204" pitchFamily="18" charset="0"/>
                            </a:rPr>
                            <m:t>𝒙</m:t>
                          </m:r>
                        </m:e>
                      </m:d>
                      <m:r>
                        <a:rPr lang="zh-CN" altLang="en-US" sz="2800" i="1">
                          <a:solidFill>
                            <a:srgbClr val="FFFF00"/>
                          </a:solidFill>
                          <a:latin typeface="Cambria Math" panose="02040503050406030204" pitchFamily="18" charset="0"/>
                        </a:rPr>
                        <m:t>)</m:t>
                      </m:r>
                      <m:r>
                        <a:rPr lang="zh-CN" altLang="en-US" sz="2800">
                          <a:solidFill>
                            <a:srgbClr val="FFFF00"/>
                          </a:solidFill>
                          <a:latin typeface="Cambria Math" panose="02040503050406030204" pitchFamily="18" charset="0"/>
                        </a:rPr>
                        <m:t>,</m:t>
                      </m:r>
                      <m:r>
                        <a:rPr lang="zh-CN" altLang="en-US" sz="2800" i="1">
                          <a:solidFill>
                            <a:srgbClr val="FFFF00"/>
                          </a:solidFill>
                          <a:latin typeface="Cambria Math" panose="02040503050406030204" pitchFamily="18" charset="0"/>
                        </a:rPr>
                        <m:t>   ∀</m:t>
                      </m:r>
                      <m:r>
                        <a:rPr lang="zh-CN" altLang="en-US" sz="2800" b="1" i="1">
                          <a:solidFill>
                            <a:srgbClr val="FFFF00"/>
                          </a:solidFill>
                          <a:latin typeface="Cambria Math" panose="02040503050406030204" pitchFamily="18" charset="0"/>
                        </a:rPr>
                        <m:t>𝒙</m:t>
                      </m:r>
                      <m:r>
                        <a:rPr lang="zh-CN" altLang="en-US" sz="2800" i="1">
                          <a:solidFill>
                            <a:srgbClr val="FFFF00"/>
                          </a:solidFill>
                          <a:latin typeface="Cambria Math" panose="02040503050406030204" pitchFamily="18" charset="0"/>
                        </a:rPr>
                        <m:t>∈</m:t>
                      </m:r>
                      <m:sSub>
                        <m:sSubPr>
                          <m:ctrlPr>
                            <a:rPr lang="zh-CN" altLang="en-US" sz="2800" i="1">
                              <a:solidFill>
                                <a:srgbClr val="FFFF00"/>
                              </a:solidFill>
                              <a:latin typeface="Cambria Math" panose="02040503050406030204" pitchFamily="18" charset="0"/>
                            </a:rPr>
                          </m:ctrlPr>
                        </m:sSubPr>
                        <m:e>
                          <m:r>
                            <a:rPr lang="zh-CN" altLang="en-US" sz="2800" i="1">
                              <a:solidFill>
                                <a:srgbClr val="FFFF00"/>
                              </a:solidFill>
                              <a:latin typeface="Cambria Math" panose="02040503050406030204" pitchFamily="18" charset="0"/>
                            </a:rPr>
                            <m:t>𝐵</m:t>
                          </m:r>
                        </m:e>
                        <m:sub>
                          <m:r>
                            <a:rPr lang="zh-CN" altLang="en-US" sz="2800" i="1">
                              <a:solidFill>
                                <a:srgbClr val="FFFF00"/>
                              </a:solidFill>
                              <a:latin typeface="Cambria Math" panose="02040503050406030204" pitchFamily="18" charset="0"/>
                            </a:rPr>
                            <m:t>𝑟</m:t>
                          </m:r>
                        </m:sub>
                      </m:sSub>
                    </m:oMath>
                  </m:oMathPara>
                </a14:m>
                <a:endParaRPr lang="zh-CN" altLang="en-US" sz="2800" b="1" dirty="0"/>
              </a:p>
            </p:txBody>
          </p:sp>
        </mc:Choice>
        <mc:Fallback xmlns="">
          <p:sp>
            <p:nvSpPr>
              <p:cNvPr id="19" name="内容占位符 2"/>
              <p:cNvSpPr txBox="1">
                <a:spLocks noRot="1" noChangeAspect="1" noMove="1" noResize="1" noEditPoints="1" noAdjustHandles="1" noChangeArrowheads="1" noChangeShapeType="1" noTextEdit="1"/>
              </p:cNvSpPr>
              <p:nvPr/>
            </p:nvSpPr>
            <p:spPr>
              <a:xfrm>
                <a:off x="438472" y="1052735"/>
                <a:ext cx="8382000" cy="2932509"/>
              </a:xfrm>
              <a:prstGeom prst="rect">
                <a:avLst/>
              </a:prstGeom>
              <a:blipFill>
                <a:blip r:embed="rId4"/>
                <a:stretch>
                  <a:fillRect l="-582"/>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3" name="内容占位符 2"/>
              <p:cNvSpPr txBox="1">
                <a:spLocks/>
              </p:cNvSpPr>
              <p:nvPr/>
            </p:nvSpPr>
            <p:spPr>
              <a:xfrm>
                <a:off x="323528" y="3933056"/>
                <a:ext cx="8614731" cy="759749"/>
              </a:xfrm>
              <a:prstGeom prst="rect">
                <a:avLst/>
              </a:prstGeom>
            </p:spPr>
            <p:txBody>
              <a:bodyPr vert="horz" lIns="54864" tIns="91440" rtlCol="0">
                <a:normAutofit/>
              </a:bodyPr>
              <a:lstStyle>
                <a:lvl1pPr marL="438912" indent="-320040" algn="l" rtl="0" eaLnBrk="1" latinLnBrk="0" hangingPunct="1">
                  <a:spcBef>
                    <a:spcPts val="0"/>
                  </a:spcBef>
                  <a:buClr>
                    <a:schemeClr val="accent1"/>
                  </a:buClr>
                  <a:buSzPct val="80000"/>
                  <a:buFont typeface="Wingdings 2"/>
                  <a:buChar char=""/>
                  <a:defRPr kumimoji="0" sz="3200" kern="1200">
                    <a:solidFill>
                      <a:schemeClr val="bg1"/>
                    </a:solidFill>
                    <a:latin typeface="Times New Roman" pitchFamily="18" charset="0"/>
                    <a:ea typeface="+mn-ea"/>
                    <a:cs typeface="Times New Roman" pitchFamily="18" charset="0"/>
                  </a:defRPr>
                </a:lvl1pPr>
                <a:lvl2pPr marL="731520" indent="-274320" algn="l" rtl="0" eaLnBrk="1" latinLnBrk="0" hangingPunct="1">
                  <a:spcBef>
                    <a:spcPct val="20000"/>
                  </a:spcBef>
                  <a:buClr>
                    <a:schemeClr val="accent2"/>
                  </a:buClr>
                  <a:buSzPct val="90000"/>
                  <a:buFont typeface="Wingdings"/>
                  <a:buChar char=""/>
                  <a:defRPr kumimoji="0" sz="2800" kern="1200">
                    <a:solidFill>
                      <a:schemeClr val="bg1"/>
                    </a:solidFill>
                    <a:latin typeface="Times New Roman" pitchFamily="18" charset="0"/>
                    <a:ea typeface="+mn-ea"/>
                    <a:cs typeface="Times New Roman" pitchFamily="18" charset="0"/>
                  </a:defRPr>
                </a:lvl2pPr>
                <a:lvl3pPr marL="996696" indent="-228600" algn="l" rtl="0" eaLnBrk="1" latinLnBrk="0" hangingPunct="1">
                  <a:spcBef>
                    <a:spcPct val="20000"/>
                  </a:spcBef>
                  <a:buClr>
                    <a:schemeClr val="accent3"/>
                  </a:buClr>
                  <a:buFont typeface="Arial"/>
                  <a:buChar char="▪"/>
                  <a:defRPr kumimoji="0" sz="2400" kern="1200">
                    <a:solidFill>
                      <a:schemeClr val="bg1"/>
                    </a:solidFill>
                    <a:latin typeface="Times New Roman" pitchFamily="18" charset="0"/>
                    <a:ea typeface="+mn-ea"/>
                    <a:cs typeface="Times New Roman" pitchFamily="18" charset="0"/>
                  </a:defRPr>
                </a:lvl3pPr>
                <a:lvl4pPr marL="1216152" indent="-182880" algn="l" rtl="0" eaLnBrk="1" latinLnBrk="0" hangingPunct="1">
                  <a:spcBef>
                    <a:spcPct val="20000"/>
                  </a:spcBef>
                  <a:buClr>
                    <a:schemeClr val="accent4"/>
                  </a:buClr>
                  <a:buFont typeface="Arial"/>
                  <a:buChar char="▪"/>
                  <a:defRPr kumimoji="0" sz="2000" kern="1200">
                    <a:solidFill>
                      <a:schemeClr val="bg1"/>
                    </a:solidFill>
                    <a:latin typeface="Times New Roman" pitchFamily="18" charset="0"/>
                    <a:ea typeface="+mn-ea"/>
                    <a:cs typeface="Times New Roman" pitchFamily="18" charset="0"/>
                  </a:defRPr>
                </a:lvl4pPr>
                <a:lvl5pPr marL="1426464" indent="-182880" algn="l" rtl="0" eaLnBrk="1" latinLnBrk="0" hangingPunct="1">
                  <a:spcBef>
                    <a:spcPct val="20000"/>
                  </a:spcBef>
                  <a:buClr>
                    <a:schemeClr val="accent5"/>
                  </a:buClr>
                  <a:buFont typeface="Wingdings 3"/>
                  <a:buChar char=""/>
                  <a:defRPr kumimoji="0" lang="en-US" sz="2000" kern="1200" smtClean="0">
                    <a:solidFill>
                      <a:schemeClr val="tx1"/>
                    </a:solidFill>
                    <a:latin typeface="Times New Roman" pitchFamily="18" charset="0"/>
                    <a:ea typeface="+mn-ea"/>
                    <a:cs typeface="Times New Roman" pitchFamily="18" charset="0"/>
                  </a:defRPr>
                </a:lvl5pPr>
                <a:lvl6pPr marL="1627632" indent="-182880" algn="l" rtl="0" eaLnBrk="1" latinLnBrk="0" hangingPunct="1">
                  <a:spcBef>
                    <a:spcPct val="20000"/>
                  </a:spcBef>
                  <a:buClr>
                    <a:schemeClr val="accent6"/>
                  </a:buClr>
                  <a:buSzPct val="100000"/>
                  <a:buFont typeface="Wingdings 2"/>
                  <a:buChar char=""/>
                  <a:defRPr kumimoji="0" sz="2000" kern="1200">
                    <a:solidFill>
                      <a:schemeClr val="tx1"/>
                    </a:solidFill>
                    <a:latin typeface="+mn-lt"/>
                    <a:ea typeface="+mn-ea"/>
                    <a:cs typeface="+mn-cs"/>
                  </a:defRPr>
                </a:lvl6pPr>
                <a:lvl7pPr marL="1828800" indent="-182880" algn="l" rtl="0" eaLnBrk="1" latinLnBrk="0" hangingPunct="1">
                  <a:spcBef>
                    <a:spcPct val="20000"/>
                  </a:spcBef>
                  <a:buClr>
                    <a:schemeClr val="accent1"/>
                  </a:buClr>
                  <a:buSzPct val="100000"/>
                  <a:buFont typeface="Wingdings 2"/>
                  <a:buChar char=""/>
                  <a:defRPr kumimoji="0" sz="1800" kern="1200">
                    <a:solidFill>
                      <a:schemeClr val="tx1"/>
                    </a:solidFill>
                    <a:latin typeface="+mn-lt"/>
                    <a:ea typeface="+mn-ea"/>
                    <a:cs typeface="+mn-cs"/>
                  </a:defRPr>
                </a:lvl7pPr>
                <a:lvl8pPr marL="2029968" indent="-182880" algn="l" rtl="0" eaLnBrk="1" latinLnBrk="0" hangingPunct="1">
                  <a:spcBef>
                    <a:spcPct val="20000"/>
                  </a:spcBef>
                  <a:buClr>
                    <a:schemeClr val="accent2"/>
                  </a:buClr>
                  <a:buFont typeface="Wingdings 2" pitchFamily="18" charset="2"/>
                  <a:buChar char=""/>
                  <a:defRPr kumimoji="0" sz="1800" kern="1200">
                    <a:solidFill>
                      <a:schemeClr val="tx1"/>
                    </a:solidFill>
                    <a:latin typeface="+mn-lt"/>
                    <a:ea typeface="+mn-ea"/>
                    <a:cs typeface="+mn-cs"/>
                  </a:defRPr>
                </a:lvl8pPr>
                <a:lvl9pPr marL="2231136" indent="-182880" algn="l" rtl="0" eaLnBrk="1" latinLnBrk="0" hangingPunct="1">
                  <a:spcBef>
                    <a:spcPct val="20000"/>
                  </a:spcBef>
                  <a:buClr>
                    <a:schemeClr val="accent3"/>
                  </a:buClr>
                  <a:buFont typeface="Wingdings 2" pitchFamily="18" charset="2"/>
                  <a:buChar char=""/>
                  <a:defRPr kumimoji="0" sz="1800" kern="1200" baseline="0">
                    <a:solidFill>
                      <a:schemeClr val="tx1"/>
                    </a:solidFill>
                    <a:latin typeface="+mn-lt"/>
                    <a:ea typeface="+mn-ea"/>
                    <a:cs typeface="+mn-cs"/>
                  </a:defRPr>
                </a:lvl9pPr>
                <a:extLst/>
              </a:lstStyle>
              <a:p>
                <a:pPr>
                  <a:lnSpc>
                    <a:spcPts val="4000"/>
                  </a:lnSpc>
                  <a:buFont typeface="Wingdings" panose="05000000000000000000" pitchFamily="2" charset="2"/>
                  <a:buChar char="Ø"/>
                </a:pPr>
                <a:r>
                  <a:rPr lang="zh-CN" altLang="en-US" sz="2800" b="1" dirty="0"/>
                  <a:t>如果 </a:t>
                </a:r>
                <a14:m>
                  <m:oMath xmlns:m="http://schemas.openxmlformats.org/officeDocument/2006/math">
                    <m:r>
                      <a:rPr lang="zh-CN" altLang="en-US" sz="2800" i="1" smtClean="0">
                        <a:solidFill>
                          <a:srgbClr val="FFFF00"/>
                        </a:solidFill>
                        <a:latin typeface="Cambria Math" panose="02040503050406030204" pitchFamily="18" charset="0"/>
                      </a:rPr>
                      <m:t>𝐷</m:t>
                    </m:r>
                    <m:r>
                      <a:rPr lang="zh-CN" altLang="en-US" sz="2800" i="1" smtClean="0">
                        <a:solidFill>
                          <a:srgbClr val="FFFF00"/>
                        </a:solidFill>
                        <a:latin typeface="Cambria Math" panose="02040503050406030204" pitchFamily="18" charset="0"/>
                      </a:rPr>
                      <m:t>=</m:t>
                    </m:r>
                    <m:sSup>
                      <m:sSupPr>
                        <m:ctrlPr>
                          <a:rPr lang="zh-CN" altLang="en-US" sz="2800" i="1">
                            <a:solidFill>
                              <a:srgbClr val="FFFF00"/>
                            </a:solidFill>
                            <a:latin typeface="Cambria Math" panose="02040503050406030204" pitchFamily="18" charset="0"/>
                          </a:rPr>
                        </m:ctrlPr>
                      </m:sSupPr>
                      <m:e>
                        <m:r>
                          <a:rPr lang="zh-CN" altLang="en-US" sz="2800" i="1">
                            <a:solidFill>
                              <a:srgbClr val="FFFF00"/>
                            </a:solidFill>
                            <a:latin typeface="Cambria Math" panose="02040503050406030204" pitchFamily="18" charset="0"/>
                          </a:rPr>
                          <m:t>ℝ</m:t>
                        </m:r>
                      </m:e>
                      <m:sup>
                        <m:r>
                          <a:rPr lang="zh-CN" altLang="en-US" sz="2800" i="1">
                            <a:solidFill>
                              <a:srgbClr val="FFFF00"/>
                            </a:solidFill>
                            <a:latin typeface="Cambria Math" panose="02040503050406030204" pitchFamily="18" charset="0"/>
                          </a:rPr>
                          <m:t>𝑛</m:t>
                        </m:r>
                      </m:sup>
                    </m:sSup>
                    <m:r>
                      <a:rPr lang="zh-CN" altLang="en-US" sz="2800" i="1">
                        <a:solidFill>
                          <a:srgbClr val="00FFFF"/>
                        </a:solidFill>
                        <a:latin typeface="Cambria Math" panose="02040503050406030204" pitchFamily="18" charset="0"/>
                      </a:rPr>
                      <m:t> </m:t>
                    </m:r>
                  </m:oMath>
                </a14:m>
                <a:r>
                  <a:rPr lang="zh-CN" altLang="en-US" sz="2800" b="1" dirty="0">
                    <a:solidFill>
                      <a:schemeClr val="bg1"/>
                    </a:solidFill>
                  </a:rPr>
                  <a:t>，</a:t>
                </a:r>
                <a:r>
                  <a:rPr lang="zh-CN" altLang="en-US" sz="2800" dirty="0">
                    <a:solidFill>
                      <a:schemeClr val="bg1"/>
                    </a:solidFill>
                  </a:rPr>
                  <a:t> </a:t>
                </a:r>
                <a14:m>
                  <m:oMath xmlns:m="http://schemas.openxmlformats.org/officeDocument/2006/math">
                    <m:sSub>
                      <m:sSubPr>
                        <m:ctrlPr>
                          <a:rPr lang="zh-CN" altLang="en-US" sz="2800" i="1">
                            <a:solidFill>
                              <a:schemeClr val="bg1"/>
                            </a:solidFill>
                            <a:latin typeface="Cambria Math" panose="02040503050406030204" pitchFamily="18" charset="0"/>
                          </a:rPr>
                        </m:ctrlPr>
                      </m:sSubPr>
                      <m:e>
                        <m:r>
                          <a:rPr lang="zh-CN" altLang="en-US" sz="2800" i="1">
                            <a:solidFill>
                              <a:schemeClr val="bg1"/>
                            </a:solidFill>
                            <a:latin typeface="Cambria Math" panose="02040503050406030204" pitchFamily="18" charset="0"/>
                          </a:rPr>
                          <m:t>𝛼</m:t>
                        </m:r>
                      </m:e>
                      <m:sub>
                        <m:r>
                          <a:rPr lang="zh-CN" altLang="en-US" sz="2800" i="1">
                            <a:solidFill>
                              <a:schemeClr val="bg1"/>
                            </a:solidFill>
                            <a:latin typeface="Cambria Math" panose="02040503050406030204" pitchFamily="18" charset="0"/>
                          </a:rPr>
                          <m:t>1</m:t>
                        </m:r>
                      </m:sub>
                    </m:sSub>
                    <m:r>
                      <a:rPr lang="zh-CN" altLang="en-US" sz="2800" i="1">
                        <a:solidFill>
                          <a:schemeClr val="bg1"/>
                        </a:solidFill>
                        <a:latin typeface="Cambria Math" panose="02040503050406030204" pitchFamily="18" charset="0"/>
                      </a:rPr>
                      <m:t>(⋅), </m:t>
                    </m:r>
                    <m:sSub>
                      <m:sSubPr>
                        <m:ctrlPr>
                          <a:rPr lang="zh-CN" altLang="en-US" sz="2800" i="1">
                            <a:solidFill>
                              <a:schemeClr val="bg1"/>
                            </a:solidFill>
                            <a:latin typeface="Cambria Math" panose="02040503050406030204" pitchFamily="18" charset="0"/>
                          </a:rPr>
                        </m:ctrlPr>
                      </m:sSubPr>
                      <m:e>
                        <m:r>
                          <a:rPr lang="zh-CN" altLang="en-US" sz="2800" i="1">
                            <a:solidFill>
                              <a:schemeClr val="bg1"/>
                            </a:solidFill>
                            <a:latin typeface="Cambria Math" panose="02040503050406030204" pitchFamily="18" charset="0"/>
                          </a:rPr>
                          <m:t>𝛼</m:t>
                        </m:r>
                      </m:e>
                      <m:sub>
                        <m:r>
                          <a:rPr lang="zh-CN" altLang="en-US" sz="2800" i="1">
                            <a:solidFill>
                              <a:schemeClr val="bg1"/>
                            </a:solidFill>
                            <a:latin typeface="Cambria Math" panose="02040503050406030204" pitchFamily="18" charset="0"/>
                          </a:rPr>
                          <m:t>2</m:t>
                        </m:r>
                      </m:sub>
                    </m:sSub>
                    <m:r>
                      <a:rPr lang="zh-CN" altLang="en-US" sz="2800" i="1">
                        <a:solidFill>
                          <a:schemeClr val="bg1"/>
                        </a:solidFill>
                        <a:latin typeface="Cambria Math" panose="02040503050406030204" pitchFamily="18" charset="0"/>
                      </a:rPr>
                      <m:t>(⋅)</m:t>
                    </m:r>
                  </m:oMath>
                </a14:m>
                <a:r>
                  <a:rPr lang="zh-CN" altLang="en-US" sz="2800" b="1" dirty="0"/>
                  <a:t>可以定义在 </a:t>
                </a:r>
                <a14:m>
                  <m:oMath xmlns:m="http://schemas.openxmlformats.org/officeDocument/2006/math">
                    <m:r>
                      <a:rPr lang="zh-CN" altLang="en-US" sz="2800" i="1" smtClean="0">
                        <a:solidFill>
                          <a:schemeClr val="bg1"/>
                        </a:solidFill>
                        <a:latin typeface="Cambria Math" panose="02040503050406030204" pitchFamily="18" charset="0"/>
                      </a:rPr>
                      <m:t>[</m:t>
                    </m:r>
                    <m:r>
                      <m:rPr>
                        <m:nor/>
                      </m:rPr>
                      <a:rPr lang="zh-CN" altLang="en-US" sz="2800" i="0">
                        <a:solidFill>
                          <a:schemeClr val="bg1"/>
                        </a:solidFill>
                        <a:latin typeface="Cambria Math" panose="02040503050406030204" pitchFamily="18" charset="0"/>
                      </a:rPr>
                      <m:t>0</m:t>
                    </m:r>
                    <m:r>
                      <m:rPr>
                        <m:nor/>
                      </m:rPr>
                      <a:rPr lang="zh-CN" altLang="en-US" sz="2800" i="0">
                        <a:solidFill>
                          <a:schemeClr val="bg1"/>
                        </a:solidFill>
                        <a:latin typeface="Cambria Math" panose="02040503050406030204" pitchFamily="18" charset="0"/>
                      </a:rPr>
                      <m:t>,</m:t>
                    </m:r>
                    <m:r>
                      <a:rPr lang="zh-CN" altLang="en-US" sz="2800" i="1">
                        <a:solidFill>
                          <a:schemeClr val="bg1"/>
                        </a:solidFill>
                        <a:latin typeface="Cambria Math" panose="02040503050406030204" pitchFamily="18" charset="0"/>
                      </a:rPr>
                      <m:t> </m:t>
                    </m:r>
                    <m:r>
                      <a:rPr lang="zh-CN" altLang="en-US" sz="2800" i="1">
                        <a:solidFill>
                          <a:schemeClr val="bg1"/>
                        </a:solidFill>
                        <a:latin typeface="Cambria Math" panose="02040503050406030204" pitchFamily="18" charset="0"/>
                      </a:rPr>
                      <m:t>∞</m:t>
                    </m:r>
                    <m:r>
                      <a:rPr lang="zh-CN" altLang="en-US" sz="2800" i="1">
                        <a:solidFill>
                          <a:schemeClr val="bg1"/>
                        </a:solidFill>
                        <a:latin typeface="Cambria Math" panose="02040503050406030204" pitchFamily="18" charset="0"/>
                      </a:rPr>
                      <m:t>) </m:t>
                    </m:r>
                  </m:oMath>
                </a14:m>
                <a:r>
                  <a:rPr lang="zh-CN" altLang="en-US" sz="2800" b="1" dirty="0"/>
                  <a:t>。</a:t>
                </a:r>
              </a:p>
            </p:txBody>
          </p:sp>
        </mc:Choice>
        <mc:Fallback xmlns="">
          <p:sp>
            <p:nvSpPr>
              <p:cNvPr id="23" name="内容占位符 2"/>
              <p:cNvSpPr txBox="1">
                <a:spLocks noRot="1" noChangeAspect="1" noMove="1" noResize="1" noEditPoints="1" noAdjustHandles="1" noChangeArrowheads="1" noChangeShapeType="1" noTextEdit="1"/>
              </p:cNvSpPr>
              <p:nvPr/>
            </p:nvSpPr>
            <p:spPr>
              <a:xfrm>
                <a:off x="323528" y="3933056"/>
                <a:ext cx="8614731" cy="759749"/>
              </a:xfrm>
              <a:prstGeom prst="rect">
                <a:avLst/>
              </a:prstGeom>
              <a:blipFill>
                <a:blip r:embed="rId5"/>
                <a:stretch>
                  <a:fillRect b="-400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3" name="内容占位符 2">
                <a:extLst>
                  <a:ext uri="{FF2B5EF4-FFF2-40B4-BE49-F238E27FC236}">
                    <a16:creationId xmlns:a16="http://schemas.microsoft.com/office/drawing/2014/main" id="{11019329-26C3-4CAF-8639-22FCE8FA91DF}"/>
                  </a:ext>
                </a:extLst>
              </p:cNvPr>
              <p:cNvSpPr txBox="1">
                <a:spLocks/>
              </p:cNvSpPr>
              <p:nvPr/>
            </p:nvSpPr>
            <p:spPr>
              <a:xfrm>
                <a:off x="323528" y="4509120"/>
                <a:ext cx="8614731" cy="1172470"/>
              </a:xfrm>
              <a:prstGeom prst="rect">
                <a:avLst/>
              </a:prstGeom>
            </p:spPr>
            <p:txBody>
              <a:bodyPr vert="horz" lIns="54864" tIns="91440" rtlCol="0">
                <a:normAutofit/>
              </a:bodyPr>
              <a:lstStyle>
                <a:lvl1pPr marL="438912" indent="-320040" algn="l" rtl="0" eaLnBrk="1" latinLnBrk="0" hangingPunct="1">
                  <a:spcBef>
                    <a:spcPts val="0"/>
                  </a:spcBef>
                  <a:buClr>
                    <a:schemeClr val="accent1"/>
                  </a:buClr>
                  <a:buSzPct val="80000"/>
                  <a:buFont typeface="Wingdings 2"/>
                  <a:buChar char=""/>
                  <a:defRPr kumimoji="0" sz="3200" kern="1200">
                    <a:solidFill>
                      <a:schemeClr val="bg1"/>
                    </a:solidFill>
                    <a:latin typeface="Times New Roman" pitchFamily="18" charset="0"/>
                    <a:ea typeface="+mn-ea"/>
                    <a:cs typeface="Times New Roman" pitchFamily="18" charset="0"/>
                  </a:defRPr>
                </a:lvl1pPr>
                <a:lvl2pPr marL="731520" indent="-274320" algn="l" rtl="0" eaLnBrk="1" latinLnBrk="0" hangingPunct="1">
                  <a:spcBef>
                    <a:spcPct val="20000"/>
                  </a:spcBef>
                  <a:buClr>
                    <a:schemeClr val="accent2"/>
                  </a:buClr>
                  <a:buSzPct val="90000"/>
                  <a:buFont typeface="Wingdings"/>
                  <a:buChar char=""/>
                  <a:defRPr kumimoji="0" sz="2800" kern="1200">
                    <a:solidFill>
                      <a:schemeClr val="bg1"/>
                    </a:solidFill>
                    <a:latin typeface="Times New Roman" pitchFamily="18" charset="0"/>
                    <a:ea typeface="+mn-ea"/>
                    <a:cs typeface="Times New Roman" pitchFamily="18" charset="0"/>
                  </a:defRPr>
                </a:lvl2pPr>
                <a:lvl3pPr marL="996696" indent="-228600" algn="l" rtl="0" eaLnBrk="1" latinLnBrk="0" hangingPunct="1">
                  <a:spcBef>
                    <a:spcPct val="20000"/>
                  </a:spcBef>
                  <a:buClr>
                    <a:schemeClr val="accent3"/>
                  </a:buClr>
                  <a:buFont typeface="Arial"/>
                  <a:buChar char="▪"/>
                  <a:defRPr kumimoji="0" sz="2400" kern="1200">
                    <a:solidFill>
                      <a:schemeClr val="bg1"/>
                    </a:solidFill>
                    <a:latin typeface="Times New Roman" pitchFamily="18" charset="0"/>
                    <a:ea typeface="+mn-ea"/>
                    <a:cs typeface="Times New Roman" pitchFamily="18" charset="0"/>
                  </a:defRPr>
                </a:lvl3pPr>
                <a:lvl4pPr marL="1216152" indent="-182880" algn="l" rtl="0" eaLnBrk="1" latinLnBrk="0" hangingPunct="1">
                  <a:spcBef>
                    <a:spcPct val="20000"/>
                  </a:spcBef>
                  <a:buClr>
                    <a:schemeClr val="accent4"/>
                  </a:buClr>
                  <a:buFont typeface="Arial"/>
                  <a:buChar char="▪"/>
                  <a:defRPr kumimoji="0" sz="2000" kern="1200">
                    <a:solidFill>
                      <a:schemeClr val="bg1"/>
                    </a:solidFill>
                    <a:latin typeface="Times New Roman" pitchFamily="18" charset="0"/>
                    <a:ea typeface="+mn-ea"/>
                    <a:cs typeface="Times New Roman" pitchFamily="18" charset="0"/>
                  </a:defRPr>
                </a:lvl4pPr>
                <a:lvl5pPr marL="1426464" indent="-182880" algn="l" rtl="0" eaLnBrk="1" latinLnBrk="0" hangingPunct="1">
                  <a:spcBef>
                    <a:spcPct val="20000"/>
                  </a:spcBef>
                  <a:buClr>
                    <a:schemeClr val="accent5"/>
                  </a:buClr>
                  <a:buFont typeface="Wingdings 3"/>
                  <a:buChar char=""/>
                  <a:defRPr kumimoji="0" lang="en-US" sz="2000" kern="1200" smtClean="0">
                    <a:solidFill>
                      <a:schemeClr val="tx1"/>
                    </a:solidFill>
                    <a:latin typeface="Times New Roman" pitchFamily="18" charset="0"/>
                    <a:ea typeface="+mn-ea"/>
                    <a:cs typeface="Times New Roman" pitchFamily="18" charset="0"/>
                  </a:defRPr>
                </a:lvl5pPr>
                <a:lvl6pPr marL="1627632" indent="-182880" algn="l" rtl="0" eaLnBrk="1" latinLnBrk="0" hangingPunct="1">
                  <a:spcBef>
                    <a:spcPct val="20000"/>
                  </a:spcBef>
                  <a:buClr>
                    <a:schemeClr val="accent6"/>
                  </a:buClr>
                  <a:buSzPct val="100000"/>
                  <a:buFont typeface="Wingdings 2"/>
                  <a:buChar char=""/>
                  <a:defRPr kumimoji="0" sz="2000" kern="1200">
                    <a:solidFill>
                      <a:schemeClr val="tx1"/>
                    </a:solidFill>
                    <a:latin typeface="+mn-lt"/>
                    <a:ea typeface="+mn-ea"/>
                    <a:cs typeface="+mn-cs"/>
                  </a:defRPr>
                </a:lvl6pPr>
                <a:lvl7pPr marL="1828800" indent="-182880" algn="l" rtl="0" eaLnBrk="1" latinLnBrk="0" hangingPunct="1">
                  <a:spcBef>
                    <a:spcPct val="20000"/>
                  </a:spcBef>
                  <a:buClr>
                    <a:schemeClr val="accent1"/>
                  </a:buClr>
                  <a:buSzPct val="100000"/>
                  <a:buFont typeface="Wingdings 2"/>
                  <a:buChar char=""/>
                  <a:defRPr kumimoji="0" sz="1800" kern="1200">
                    <a:solidFill>
                      <a:schemeClr val="tx1"/>
                    </a:solidFill>
                    <a:latin typeface="+mn-lt"/>
                    <a:ea typeface="+mn-ea"/>
                    <a:cs typeface="+mn-cs"/>
                  </a:defRPr>
                </a:lvl7pPr>
                <a:lvl8pPr marL="2029968" indent="-182880" algn="l" rtl="0" eaLnBrk="1" latinLnBrk="0" hangingPunct="1">
                  <a:spcBef>
                    <a:spcPct val="20000"/>
                  </a:spcBef>
                  <a:buClr>
                    <a:schemeClr val="accent2"/>
                  </a:buClr>
                  <a:buFont typeface="Wingdings 2" pitchFamily="18" charset="2"/>
                  <a:buChar char=""/>
                  <a:defRPr kumimoji="0" sz="1800" kern="1200">
                    <a:solidFill>
                      <a:schemeClr val="tx1"/>
                    </a:solidFill>
                    <a:latin typeface="+mn-lt"/>
                    <a:ea typeface="+mn-ea"/>
                    <a:cs typeface="+mn-cs"/>
                  </a:defRPr>
                </a:lvl8pPr>
                <a:lvl9pPr marL="2231136" indent="-182880" algn="l" rtl="0" eaLnBrk="1" latinLnBrk="0" hangingPunct="1">
                  <a:spcBef>
                    <a:spcPct val="20000"/>
                  </a:spcBef>
                  <a:buClr>
                    <a:schemeClr val="accent3"/>
                  </a:buClr>
                  <a:buFont typeface="Wingdings 2" pitchFamily="18" charset="2"/>
                  <a:buChar char=""/>
                  <a:defRPr kumimoji="0" sz="1800" kern="1200" baseline="0">
                    <a:solidFill>
                      <a:schemeClr val="tx1"/>
                    </a:solidFill>
                    <a:latin typeface="+mn-lt"/>
                    <a:ea typeface="+mn-ea"/>
                    <a:cs typeface="+mn-cs"/>
                  </a:defRPr>
                </a:lvl9pPr>
                <a:extLst/>
              </a:lstStyle>
              <a:p>
                <a:pPr>
                  <a:lnSpc>
                    <a:spcPts val="4000"/>
                  </a:lnSpc>
                  <a:buFont typeface="Wingdings" panose="05000000000000000000" pitchFamily="2" charset="2"/>
                  <a:buChar char="Ø"/>
                </a:pPr>
                <a:r>
                  <a:rPr lang="zh-CN" altLang="en-US" sz="2800" b="1" dirty="0"/>
                  <a:t>如果</a:t>
                </a:r>
                <a14:m>
                  <m:oMath xmlns:m="http://schemas.openxmlformats.org/officeDocument/2006/math">
                    <m:r>
                      <a:rPr lang="zh-CN" altLang="en-US" sz="2800" i="1" smtClean="0">
                        <a:solidFill>
                          <a:srgbClr val="FFFF00"/>
                        </a:solidFill>
                        <a:latin typeface="Cambria Math" panose="02040503050406030204" pitchFamily="18" charset="0"/>
                      </a:rPr>
                      <m:t>𝑉</m:t>
                    </m:r>
                    <m:r>
                      <a:rPr lang="zh-CN" altLang="en-US" sz="2800" i="1" smtClean="0">
                        <a:solidFill>
                          <a:srgbClr val="FFFF00"/>
                        </a:solidFill>
                        <a:latin typeface="Cambria Math" panose="02040503050406030204" pitchFamily="18" charset="0"/>
                      </a:rPr>
                      <m:t>(</m:t>
                    </m:r>
                    <m:r>
                      <a:rPr lang="zh-CN" altLang="en-US" sz="2800" b="1" i="1">
                        <a:solidFill>
                          <a:srgbClr val="FFFF00"/>
                        </a:solidFill>
                        <a:latin typeface="Cambria Math" panose="02040503050406030204" pitchFamily="18" charset="0"/>
                      </a:rPr>
                      <m:t>𝒙</m:t>
                    </m:r>
                    <m:r>
                      <a:rPr lang="zh-CN" altLang="en-US" sz="2800" i="1">
                        <a:solidFill>
                          <a:srgbClr val="FFFF00"/>
                        </a:solidFill>
                        <a:latin typeface="Cambria Math" panose="02040503050406030204" pitchFamily="18" charset="0"/>
                      </a:rPr>
                      <m:t>)</m:t>
                    </m:r>
                  </m:oMath>
                </a14:m>
                <a:r>
                  <a:rPr lang="zh-CN" altLang="en-US" sz="2800" b="1" dirty="0">
                    <a:solidFill>
                      <a:srgbClr val="FFFF00"/>
                    </a:solidFill>
                  </a:rPr>
                  <a:t>径向无界</a:t>
                </a:r>
                <a:r>
                  <a:rPr lang="zh-CN" altLang="en-US" sz="2800" b="1" dirty="0"/>
                  <a:t>，那么，上面的</a:t>
                </a:r>
                <a:r>
                  <a:rPr lang="zh-CN" altLang="en-US" sz="2800" b="1" dirty="0">
                    <a:solidFill>
                      <a:srgbClr val="FFFF00"/>
                    </a:solidFill>
                  </a:rPr>
                  <a:t> </a:t>
                </a:r>
                <a14:m>
                  <m:oMath xmlns:m="http://schemas.openxmlformats.org/officeDocument/2006/math">
                    <m:sSub>
                      <m:sSubPr>
                        <m:ctrlPr>
                          <a:rPr lang="zh-CN" altLang="en-US" sz="2800" i="1" smtClean="0">
                            <a:solidFill>
                              <a:srgbClr val="FFFF00"/>
                            </a:solidFill>
                            <a:latin typeface="Cambria Math" panose="02040503050406030204" pitchFamily="18" charset="0"/>
                          </a:rPr>
                        </m:ctrlPr>
                      </m:sSubPr>
                      <m:e>
                        <m:r>
                          <a:rPr lang="zh-CN" altLang="en-US" sz="2800" i="1">
                            <a:solidFill>
                              <a:srgbClr val="FFFF00"/>
                            </a:solidFill>
                            <a:latin typeface="Cambria Math" panose="02040503050406030204" pitchFamily="18" charset="0"/>
                          </a:rPr>
                          <m:t>𝛼</m:t>
                        </m:r>
                      </m:e>
                      <m:sub>
                        <m:r>
                          <a:rPr lang="zh-CN" altLang="en-US" sz="2800" i="1">
                            <a:solidFill>
                              <a:srgbClr val="FFFF00"/>
                            </a:solidFill>
                            <a:latin typeface="Cambria Math" panose="02040503050406030204" pitchFamily="18" charset="0"/>
                          </a:rPr>
                          <m:t>1</m:t>
                        </m:r>
                      </m:sub>
                    </m:sSub>
                    <m:r>
                      <a:rPr lang="zh-CN" altLang="en-US" sz="2800" i="1">
                        <a:solidFill>
                          <a:srgbClr val="FFFF00"/>
                        </a:solidFill>
                        <a:latin typeface="Cambria Math" panose="02040503050406030204" pitchFamily="18" charset="0"/>
                      </a:rPr>
                      <m:t>(⋅), </m:t>
                    </m:r>
                    <m:sSub>
                      <m:sSubPr>
                        <m:ctrlPr>
                          <a:rPr lang="zh-CN" altLang="en-US" sz="2800" i="1">
                            <a:solidFill>
                              <a:srgbClr val="FFFF00"/>
                            </a:solidFill>
                            <a:latin typeface="Cambria Math" panose="02040503050406030204" pitchFamily="18" charset="0"/>
                          </a:rPr>
                        </m:ctrlPr>
                      </m:sSubPr>
                      <m:e>
                        <m:r>
                          <a:rPr lang="zh-CN" altLang="en-US" sz="2800" i="1">
                            <a:solidFill>
                              <a:srgbClr val="FFFF00"/>
                            </a:solidFill>
                            <a:latin typeface="Cambria Math" panose="02040503050406030204" pitchFamily="18" charset="0"/>
                          </a:rPr>
                          <m:t>𝛼</m:t>
                        </m:r>
                      </m:e>
                      <m:sub>
                        <m:r>
                          <a:rPr lang="zh-CN" altLang="en-US" sz="2800" i="1">
                            <a:solidFill>
                              <a:srgbClr val="FFFF00"/>
                            </a:solidFill>
                            <a:latin typeface="Cambria Math" panose="02040503050406030204" pitchFamily="18" charset="0"/>
                          </a:rPr>
                          <m:t>2</m:t>
                        </m:r>
                      </m:sub>
                    </m:sSub>
                    <m:r>
                      <a:rPr lang="zh-CN" altLang="en-US" sz="2800" i="1">
                        <a:solidFill>
                          <a:srgbClr val="FFFF00"/>
                        </a:solidFill>
                        <a:latin typeface="Cambria Math" panose="02040503050406030204" pitchFamily="18" charset="0"/>
                      </a:rPr>
                      <m:t>(⋅)</m:t>
                    </m:r>
                  </m:oMath>
                </a14:m>
                <a:r>
                  <a:rPr lang="zh-CN" altLang="en-US" sz="2800" b="1" dirty="0">
                    <a:solidFill>
                      <a:srgbClr val="FFFF00"/>
                    </a:solidFill>
                  </a:rPr>
                  <a:t> 可以选为 </a:t>
                </a:r>
                <a14:m>
                  <m:oMath xmlns:m="http://schemas.openxmlformats.org/officeDocument/2006/math">
                    <m:sSub>
                      <m:sSubPr>
                        <m:ctrlPr>
                          <a:rPr lang="zh-CN" altLang="en-US" sz="2800" i="1" smtClean="0">
                            <a:solidFill>
                              <a:srgbClr val="FFFF00"/>
                            </a:solidFill>
                            <a:latin typeface="Cambria Math" panose="02040503050406030204" pitchFamily="18" charset="0"/>
                          </a:rPr>
                        </m:ctrlPr>
                      </m:sSubPr>
                      <m:e>
                        <m:r>
                          <a:rPr lang="zh-CN" altLang="en-US" sz="2800" i="1">
                            <a:solidFill>
                              <a:srgbClr val="FFFF00"/>
                            </a:solidFill>
                            <a:latin typeface="Cambria Math" panose="02040503050406030204" pitchFamily="18" charset="0"/>
                          </a:rPr>
                          <m:t>𝒦</m:t>
                        </m:r>
                      </m:e>
                      <m:sub>
                        <m:r>
                          <a:rPr lang="zh-CN" altLang="en-US" sz="2800" i="1">
                            <a:solidFill>
                              <a:srgbClr val="FFFF00"/>
                            </a:solidFill>
                            <a:latin typeface="Cambria Math" panose="02040503050406030204" pitchFamily="18" charset="0"/>
                          </a:rPr>
                          <m:t>∞</m:t>
                        </m:r>
                      </m:sub>
                    </m:sSub>
                  </m:oMath>
                </a14:m>
                <a:r>
                  <a:rPr lang="zh-CN" altLang="en-US" sz="2800" b="1" dirty="0">
                    <a:solidFill>
                      <a:srgbClr val="FFFF00"/>
                    </a:solidFill>
                    <a:sym typeface="Euclid Math One"/>
                  </a:rPr>
                  <a:t>类函数</a:t>
                </a:r>
                <a:r>
                  <a:rPr lang="zh-CN" altLang="en-US" sz="2800" b="1" dirty="0"/>
                  <a:t>。</a:t>
                </a:r>
              </a:p>
            </p:txBody>
          </p:sp>
        </mc:Choice>
        <mc:Fallback xmlns="">
          <p:sp>
            <p:nvSpPr>
              <p:cNvPr id="33" name="内容占位符 2">
                <a:extLst>
                  <a:ext uri="{FF2B5EF4-FFF2-40B4-BE49-F238E27FC236}">
                    <a16:creationId xmlns:a16="http://schemas.microsoft.com/office/drawing/2014/main" id="{11019329-26C3-4CAF-8639-22FCE8FA91DF}"/>
                  </a:ext>
                </a:extLst>
              </p:cNvPr>
              <p:cNvSpPr txBox="1">
                <a:spLocks noRot="1" noChangeAspect="1" noMove="1" noResize="1" noEditPoints="1" noAdjustHandles="1" noChangeArrowheads="1" noChangeShapeType="1" noTextEdit="1"/>
              </p:cNvSpPr>
              <p:nvPr/>
            </p:nvSpPr>
            <p:spPr>
              <a:xfrm>
                <a:off x="323528" y="4509120"/>
                <a:ext cx="8614731" cy="1172470"/>
              </a:xfrm>
              <a:prstGeom prst="rect">
                <a:avLst/>
              </a:prstGeom>
              <a:blipFill>
                <a:blip r:embed="rId6"/>
                <a:stretch>
                  <a:fillRect b="-10417"/>
                </a:stretch>
              </a:blipFill>
            </p:spPr>
            <p:txBody>
              <a:bodyPr/>
              <a:lstStyle/>
              <a:p>
                <a:r>
                  <a:rPr lang="zh-CN" altLang="en-US">
                    <a:noFill/>
                  </a:rPr>
                  <a:t> </a:t>
                </a:r>
              </a:p>
            </p:txBody>
          </p:sp>
        </mc:Fallback>
      </mc:AlternateContent>
      <p:grpSp>
        <p:nvGrpSpPr>
          <p:cNvPr id="11" name="组合 10">
            <a:extLst>
              <a:ext uri="{FF2B5EF4-FFF2-40B4-BE49-F238E27FC236}">
                <a16:creationId xmlns:a16="http://schemas.microsoft.com/office/drawing/2014/main" id="{4317A376-F99E-4E5C-AA69-00F68014BD43}"/>
              </a:ext>
            </a:extLst>
          </p:cNvPr>
          <p:cNvGrpSpPr/>
          <p:nvPr/>
        </p:nvGrpSpPr>
        <p:grpSpPr>
          <a:xfrm>
            <a:off x="539552" y="5489575"/>
            <a:ext cx="8052669" cy="1133475"/>
            <a:chOff x="1313980" y="5489575"/>
            <a:chExt cx="8052669" cy="1133475"/>
          </a:xfrm>
        </p:grpSpPr>
        <mc:AlternateContent xmlns:mc="http://schemas.openxmlformats.org/markup-compatibility/2006" xmlns:a14="http://schemas.microsoft.com/office/drawing/2010/main">
          <mc:Choice Requires="a14">
            <p:sp>
              <p:nvSpPr>
                <p:cNvPr id="39" name="对象 38">
                  <a:extLst>
                    <a:ext uri="{FF2B5EF4-FFF2-40B4-BE49-F238E27FC236}">
                      <a16:creationId xmlns:a16="http://schemas.microsoft.com/office/drawing/2014/main" id="{97974CEE-B579-444E-8DF4-D37DBC068FC1}"/>
                    </a:ext>
                  </a:extLst>
                </p:cNvPr>
                <p:cNvSpPr txBox="1"/>
                <p:nvPr/>
              </p:nvSpPr>
              <p:spPr bwMode="auto">
                <a:xfrm>
                  <a:off x="5216414" y="5489575"/>
                  <a:ext cx="3874429" cy="609600"/>
                </a:xfrm>
                <a:prstGeom prst="rect">
                  <a:avLst/>
                </a:prstGeom>
                <a:noFill/>
                <a:ln>
                  <a:noFill/>
                </a:ln>
              </p:spPr>
              <p:txBody>
                <a:bodyPr>
                  <a:noAutofit/>
                </a:bodyPr>
                <a:lstStyle/>
                <a:p>
                  <a:pPr/>
                  <a14:m>
                    <m:oMathPara xmlns:m="http://schemas.openxmlformats.org/officeDocument/2006/math">
                      <m:oMathParaPr>
                        <m:jc m:val="left"/>
                      </m:oMathParaPr>
                      <m:oMath xmlns:m="http://schemas.openxmlformats.org/officeDocument/2006/math">
                        <m:sSub>
                          <m:sSubPr>
                            <m:ctrlPr>
                              <a:rPr lang="zh-CN" altLang="en-US" sz="2800" i="1" smtClean="0">
                                <a:solidFill>
                                  <a:schemeClr val="bg1"/>
                                </a:solidFill>
                                <a:latin typeface="Cambria Math" panose="02040503050406030204" pitchFamily="18" charset="0"/>
                              </a:rPr>
                            </m:ctrlPr>
                          </m:sSubPr>
                          <m:e>
                            <m:r>
                              <a:rPr lang="zh-CN" altLang="en-US" sz="2800" i="1">
                                <a:solidFill>
                                  <a:schemeClr val="bg1"/>
                                </a:solidFill>
                                <a:latin typeface="Cambria Math" panose="02040503050406030204" pitchFamily="18" charset="0"/>
                              </a:rPr>
                              <m:t>𝛼</m:t>
                            </m:r>
                          </m:e>
                          <m:sub>
                            <m:r>
                              <a:rPr lang="zh-CN" altLang="en-US" sz="2800" i="1">
                                <a:solidFill>
                                  <a:schemeClr val="bg1"/>
                                </a:solidFill>
                                <a:latin typeface="Cambria Math" panose="02040503050406030204" pitchFamily="18" charset="0"/>
                              </a:rPr>
                              <m:t>1</m:t>
                            </m:r>
                          </m:sub>
                        </m:sSub>
                        <m:r>
                          <a:rPr lang="zh-CN" altLang="en-US" sz="2800" i="1">
                            <a:solidFill>
                              <a:schemeClr val="bg1"/>
                            </a:solidFill>
                            <a:latin typeface="Cambria Math" panose="02040503050406030204" pitchFamily="18" charset="0"/>
                          </a:rPr>
                          <m:t>(</m:t>
                        </m:r>
                        <m:r>
                          <a:rPr lang="zh-CN" altLang="en-US" sz="2800" i="1">
                            <a:solidFill>
                              <a:schemeClr val="bg1"/>
                            </a:solidFill>
                            <a:latin typeface="Cambria Math" panose="02040503050406030204" pitchFamily="18" charset="0"/>
                          </a:rPr>
                          <m:t>𝑟</m:t>
                        </m:r>
                        <m:r>
                          <a:rPr lang="zh-CN" altLang="en-US" sz="2800" i="1">
                            <a:solidFill>
                              <a:schemeClr val="bg1"/>
                            </a:solidFill>
                            <a:latin typeface="Cambria Math" panose="02040503050406030204" pitchFamily="18" charset="0"/>
                          </a:rPr>
                          <m:t>)=</m:t>
                        </m:r>
                        <m:func>
                          <m:funcPr>
                            <m:ctrlPr>
                              <a:rPr lang="zh-CN" altLang="en-US" sz="2800" i="1">
                                <a:solidFill>
                                  <a:schemeClr val="bg1"/>
                                </a:solidFill>
                                <a:latin typeface="Cambria Math" panose="02040503050406030204" pitchFamily="18" charset="0"/>
                              </a:rPr>
                            </m:ctrlPr>
                          </m:funcPr>
                          <m:fName>
                            <m:sSub>
                              <m:sSubPr>
                                <m:ctrlPr>
                                  <a:rPr lang="zh-CN" altLang="en-US" sz="2800" i="1">
                                    <a:solidFill>
                                      <a:schemeClr val="bg1"/>
                                    </a:solidFill>
                                    <a:latin typeface="Cambria Math" panose="02040503050406030204" pitchFamily="18" charset="0"/>
                                  </a:rPr>
                                </m:ctrlPr>
                              </m:sSubPr>
                              <m:e>
                                <m:r>
                                  <m:rPr>
                                    <m:sty m:val="p"/>
                                  </m:rPr>
                                  <a:rPr lang="zh-CN" altLang="en-US" sz="2800" i="0">
                                    <a:solidFill>
                                      <a:schemeClr val="bg1"/>
                                    </a:solidFill>
                                    <a:latin typeface="Cambria Math" panose="02040503050406030204" pitchFamily="18" charset="0"/>
                                  </a:rPr>
                                  <m:t>inf</m:t>
                                </m:r>
                              </m:e>
                              <m:sub>
                                <m:r>
                                  <a:rPr lang="zh-CN" altLang="en-US" sz="2800" i="1">
                                    <a:solidFill>
                                      <a:schemeClr val="bg1"/>
                                    </a:solidFill>
                                    <a:latin typeface="Cambria Math" panose="02040503050406030204" pitchFamily="18" charset="0"/>
                                  </a:rPr>
                                  <m:t>𝑟</m:t>
                                </m:r>
                                <m:r>
                                  <a:rPr lang="zh-CN" altLang="en-US" sz="2800" i="1">
                                    <a:solidFill>
                                      <a:schemeClr val="bg1"/>
                                    </a:solidFill>
                                    <a:latin typeface="Cambria Math" panose="02040503050406030204" pitchFamily="18" charset="0"/>
                                  </a:rPr>
                                  <m:t>≤</m:t>
                                </m:r>
                                <m:d>
                                  <m:dPr>
                                    <m:begChr m:val="‖"/>
                                    <m:endChr m:val="‖"/>
                                    <m:ctrlPr>
                                      <a:rPr lang="zh-CN" altLang="en-US" sz="2800" b="1" i="1">
                                        <a:solidFill>
                                          <a:schemeClr val="bg1"/>
                                        </a:solidFill>
                                        <a:latin typeface="Cambria Math" panose="02040503050406030204" pitchFamily="18" charset="0"/>
                                      </a:rPr>
                                    </m:ctrlPr>
                                  </m:dPr>
                                  <m:e>
                                    <m:r>
                                      <a:rPr lang="zh-CN" altLang="en-US" sz="2800" b="1" i="1">
                                        <a:solidFill>
                                          <a:schemeClr val="bg1"/>
                                        </a:solidFill>
                                        <a:latin typeface="Cambria Math" panose="02040503050406030204" pitchFamily="18" charset="0"/>
                                      </a:rPr>
                                      <m:t>𝒙</m:t>
                                    </m:r>
                                  </m:e>
                                </m:d>
                              </m:sub>
                            </m:sSub>
                          </m:fName>
                          <m:e>
                            <m:r>
                              <a:rPr lang="zh-CN" altLang="en-US" sz="2800" i="1">
                                <a:solidFill>
                                  <a:schemeClr val="bg1"/>
                                </a:solidFill>
                                <a:latin typeface="Cambria Math" panose="02040503050406030204" pitchFamily="18" charset="0"/>
                              </a:rPr>
                              <m:t>𝑉</m:t>
                            </m:r>
                          </m:e>
                        </m:func>
                        <m:r>
                          <a:rPr lang="zh-CN" altLang="en-US" sz="2800" i="1">
                            <a:solidFill>
                              <a:schemeClr val="bg1"/>
                            </a:solidFill>
                            <a:latin typeface="Cambria Math" panose="02040503050406030204" pitchFamily="18" charset="0"/>
                          </a:rPr>
                          <m:t>(</m:t>
                        </m:r>
                        <m:r>
                          <a:rPr lang="zh-CN" altLang="en-US" sz="2800" b="1" i="1">
                            <a:solidFill>
                              <a:schemeClr val="bg1"/>
                            </a:solidFill>
                            <a:latin typeface="Cambria Math" panose="02040503050406030204" pitchFamily="18" charset="0"/>
                          </a:rPr>
                          <m:t>𝒙</m:t>
                        </m:r>
                        <m:r>
                          <a:rPr lang="zh-CN" altLang="en-US" sz="2800" i="1">
                            <a:solidFill>
                              <a:schemeClr val="bg1"/>
                            </a:solidFill>
                            <a:latin typeface="Cambria Math" panose="02040503050406030204" pitchFamily="18" charset="0"/>
                          </a:rPr>
                          <m:t>)</m:t>
                        </m:r>
                      </m:oMath>
                    </m:oMathPara>
                  </a14:m>
                  <a:endParaRPr lang="zh-CN" altLang="en-US" sz="2800" dirty="0">
                    <a:solidFill>
                      <a:schemeClr val="bg1"/>
                    </a:solidFill>
                  </a:endParaRPr>
                </a:p>
              </p:txBody>
            </p:sp>
          </mc:Choice>
          <mc:Fallback xmlns="">
            <p:sp>
              <p:nvSpPr>
                <p:cNvPr id="39" name="对象 38">
                  <a:extLst>
                    <a:ext uri="{FF2B5EF4-FFF2-40B4-BE49-F238E27FC236}">
                      <a16:creationId xmlns:a16="http://schemas.microsoft.com/office/drawing/2014/main" id="{97974CEE-B579-444E-8DF4-D37DBC068FC1}"/>
                    </a:ext>
                  </a:extLst>
                </p:cNvPr>
                <p:cNvSpPr txBox="1">
                  <a:spLocks noRot="1" noChangeAspect="1" noMove="1" noResize="1" noEditPoints="1" noAdjustHandles="1" noChangeArrowheads="1" noChangeShapeType="1" noTextEdit="1"/>
                </p:cNvSpPr>
                <p:nvPr/>
              </p:nvSpPr>
              <p:spPr bwMode="auto">
                <a:xfrm>
                  <a:off x="5216414" y="5489575"/>
                  <a:ext cx="3874429" cy="609600"/>
                </a:xfrm>
                <a:prstGeom prst="rect">
                  <a:avLst/>
                </a:prstGeom>
                <a:blipFill>
                  <a:blip r:embed="rId7"/>
                  <a:stretch>
                    <a:fillRect/>
                  </a:stretch>
                </a:blipFill>
                <a:ln>
                  <a:no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0" name="对象 39">
                  <a:extLst>
                    <a:ext uri="{FF2B5EF4-FFF2-40B4-BE49-F238E27FC236}">
                      <a16:creationId xmlns:a16="http://schemas.microsoft.com/office/drawing/2014/main" id="{5C5D6D50-BB0A-4008-ABA7-AB3720CF3E2E}"/>
                    </a:ext>
                  </a:extLst>
                </p:cNvPr>
                <p:cNvSpPr txBox="1"/>
                <p:nvPr/>
              </p:nvSpPr>
              <p:spPr bwMode="auto">
                <a:xfrm>
                  <a:off x="5216414" y="6015038"/>
                  <a:ext cx="4150235" cy="608012"/>
                </a:xfrm>
                <a:prstGeom prst="rect">
                  <a:avLst/>
                </a:prstGeom>
                <a:noFill/>
                <a:ln>
                  <a:noFill/>
                </a:ln>
              </p:spPr>
              <p:txBody>
                <a:bodyPr>
                  <a:noAutofit/>
                </a:bodyPr>
                <a:lstStyle/>
                <a:p>
                  <a:pPr/>
                  <a14:m>
                    <m:oMathPara xmlns:m="http://schemas.openxmlformats.org/officeDocument/2006/math">
                      <m:oMathParaPr>
                        <m:jc m:val="left"/>
                      </m:oMathParaPr>
                      <m:oMath xmlns:m="http://schemas.openxmlformats.org/officeDocument/2006/math">
                        <m:sSub>
                          <m:sSubPr>
                            <m:ctrlPr>
                              <a:rPr lang="zh-CN" altLang="en-US" sz="2800" i="1" smtClean="0">
                                <a:solidFill>
                                  <a:schemeClr val="bg1"/>
                                </a:solidFill>
                                <a:latin typeface="Cambria Math" panose="02040503050406030204" pitchFamily="18" charset="0"/>
                              </a:rPr>
                            </m:ctrlPr>
                          </m:sSubPr>
                          <m:e>
                            <m:r>
                              <a:rPr lang="zh-CN" altLang="en-US" sz="2800" i="1">
                                <a:solidFill>
                                  <a:schemeClr val="bg1"/>
                                </a:solidFill>
                                <a:latin typeface="Cambria Math" panose="02040503050406030204" pitchFamily="18" charset="0"/>
                              </a:rPr>
                              <m:t>𝛼</m:t>
                            </m:r>
                          </m:e>
                          <m:sub>
                            <m:r>
                              <a:rPr lang="zh-CN" altLang="en-US" sz="2800" i="1">
                                <a:solidFill>
                                  <a:schemeClr val="bg1"/>
                                </a:solidFill>
                                <a:latin typeface="Cambria Math" panose="02040503050406030204" pitchFamily="18" charset="0"/>
                              </a:rPr>
                              <m:t>2</m:t>
                            </m:r>
                          </m:sub>
                        </m:sSub>
                        <m:r>
                          <a:rPr lang="zh-CN" altLang="en-US" sz="2800" i="1">
                            <a:solidFill>
                              <a:schemeClr val="bg1"/>
                            </a:solidFill>
                            <a:latin typeface="Cambria Math" panose="02040503050406030204" pitchFamily="18" charset="0"/>
                          </a:rPr>
                          <m:t>(</m:t>
                        </m:r>
                        <m:r>
                          <a:rPr lang="zh-CN" altLang="en-US" sz="2800" i="1">
                            <a:solidFill>
                              <a:schemeClr val="bg1"/>
                            </a:solidFill>
                            <a:latin typeface="Cambria Math" panose="02040503050406030204" pitchFamily="18" charset="0"/>
                          </a:rPr>
                          <m:t>𝑟</m:t>
                        </m:r>
                        <m:r>
                          <a:rPr lang="zh-CN" altLang="en-US" sz="2800" i="1">
                            <a:solidFill>
                              <a:schemeClr val="bg1"/>
                            </a:solidFill>
                            <a:latin typeface="Cambria Math" panose="02040503050406030204" pitchFamily="18" charset="0"/>
                          </a:rPr>
                          <m:t>)=</m:t>
                        </m:r>
                        <m:func>
                          <m:funcPr>
                            <m:ctrlPr>
                              <a:rPr lang="zh-CN" altLang="en-US" sz="2800" i="1">
                                <a:solidFill>
                                  <a:schemeClr val="bg1"/>
                                </a:solidFill>
                                <a:latin typeface="Cambria Math" panose="02040503050406030204" pitchFamily="18" charset="0"/>
                              </a:rPr>
                            </m:ctrlPr>
                          </m:funcPr>
                          <m:fName>
                            <m:sSub>
                              <m:sSubPr>
                                <m:ctrlPr>
                                  <a:rPr lang="zh-CN" altLang="en-US" sz="2800" i="1">
                                    <a:solidFill>
                                      <a:schemeClr val="bg1"/>
                                    </a:solidFill>
                                    <a:latin typeface="Cambria Math" panose="02040503050406030204" pitchFamily="18" charset="0"/>
                                  </a:rPr>
                                </m:ctrlPr>
                              </m:sSubPr>
                              <m:e>
                                <m:r>
                                  <m:rPr>
                                    <m:sty m:val="p"/>
                                  </m:rPr>
                                  <a:rPr lang="zh-CN" altLang="en-US" sz="2800" i="0">
                                    <a:solidFill>
                                      <a:schemeClr val="bg1"/>
                                    </a:solidFill>
                                    <a:latin typeface="Cambria Math" panose="02040503050406030204" pitchFamily="18" charset="0"/>
                                  </a:rPr>
                                  <m:t>sup</m:t>
                                </m:r>
                              </m:e>
                              <m:sub>
                                <m:r>
                                  <a:rPr lang="zh-CN" altLang="en-US" sz="2800" i="1">
                                    <a:solidFill>
                                      <a:schemeClr val="bg1"/>
                                    </a:solidFill>
                                    <a:latin typeface="Cambria Math" panose="02040503050406030204" pitchFamily="18" charset="0"/>
                                  </a:rPr>
                                  <m:t>0</m:t>
                                </m:r>
                                <m:r>
                                  <a:rPr lang="zh-CN" altLang="en-US" sz="2800" i="1">
                                    <a:solidFill>
                                      <a:schemeClr val="bg1"/>
                                    </a:solidFill>
                                    <a:latin typeface="Cambria Math" panose="02040503050406030204" pitchFamily="18" charset="0"/>
                                  </a:rPr>
                                  <m:t>≤</m:t>
                                </m:r>
                                <m:d>
                                  <m:dPr>
                                    <m:begChr m:val="‖"/>
                                    <m:endChr m:val="‖"/>
                                    <m:ctrlPr>
                                      <a:rPr lang="zh-CN" altLang="en-US" sz="2800" b="1" i="1">
                                        <a:solidFill>
                                          <a:schemeClr val="bg1"/>
                                        </a:solidFill>
                                        <a:latin typeface="Cambria Math" panose="02040503050406030204" pitchFamily="18" charset="0"/>
                                      </a:rPr>
                                    </m:ctrlPr>
                                  </m:dPr>
                                  <m:e>
                                    <m:r>
                                      <a:rPr lang="zh-CN" altLang="en-US" sz="2800" b="1" i="1">
                                        <a:solidFill>
                                          <a:schemeClr val="bg1"/>
                                        </a:solidFill>
                                        <a:latin typeface="Cambria Math" panose="02040503050406030204" pitchFamily="18" charset="0"/>
                                      </a:rPr>
                                      <m:t>𝒙</m:t>
                                    </m:r>
                                  </m:e>
                                </m:d>
                                <m:r>
                                  <a:rPr lang="zh-CN" altLang="en-US" sz="2800" i="1">
                                    <a:solidFill>
                                      <a:schemeClr val="bg1"/>
                                    </a:solidFill>
                                    <a:latin typeface="Cambria Math" panose="02040503050406030204" pitchFamily="18" charset="0"/>
                                  </a:rPr>
                                  <m:t>≤</m:t>
                                </m:r>
                                <m:r>
                                  <a:rPr lang="zh-CN" altLang="en-US" sz="2800" i="1">
                                    <a:solidFill>
                                      <a:schemeClr val="bg1"/>
                                    </a:solidFill>
                                    <a:latin typeface="Cambria Math" panose="02040503050406030204" pitchFamily="18" charset="0"/>
                                  </a:rPr>
                                  <m:t>𝑟</m:t>
                                </m:r>
                              </m:sub>
                            </m:sSub>
                          </m:fName>
                          <m:e>
                            <m:r>
                              <a:rPr lang="zh-CN" altLang="en-US" sz="2800" i="1">
                                <a:solidFill>
                                  <a:schemeClr val="bg1"/>
                                </a:solidFill>
                                <a:latin typeface="Cambria Math" panose="02040503050406030204" pitchFamily="18" charset="0"/>
                              </a:rPr>
                              <m:t>𝑉</m:t>
                            </m:r>
                          </m:e>
                        </m:func>
                        <m:r>
                          <a:rPr lang="zh-CN" altLang="en-US" sz="2800" i="1">
                            <a:solidFill>
                              <a:schemeClr val="bg1"/>
                            </a:solidFill>
                            <a:latin typeface="Cambria Math" panose="02040503050406030204" pitchFamily="18" charset="0"/>
                          </a:rPr>
                          <m:t>(</m:t>
                        </m:r>
                        <m:r>
                          <a:rPr lang="zh-CN" altLang="en-US" sz="2800" b="1" i="1">
                            <a:solidFill>
                              <a:schemeClr val="bg1"/>
                            </a:solidFill>
                            <a:latin typeface="Cambria Math" panose="02040503050406030204" pitchFamily="18" charset="0"/>
                          </a:rPr>
                          <m:t>𝒙</m:t>
                        </m:r>
                        <m:r>
                          <a:rPr lang="zh-CN" altLang="en-US" sz="2800" i="1">
                            <a:solidFill>
                              <a:schemeClr val="bg1"/>
                            </a:solidFill>
                            <a:latin typeface="Cambria Math" panose="02040503050406030204" pitchFamily="18" charset="0"/>
                          </a:rPr>
                          <m:t>)</m:t>
                        </m:r>
                      </m:oMath>
                    </m:oMathPara>
                  </a14:m>
                  <a:endParaRPr lang="zh-CN" altLang="en-US" sz="2800" dirty="0">
                    <a:solidFill>
                      <a:schemeClr val="bg1"/>
                    </a:solidFill>
                  </a:endParaRPr>
                </a:p>
              </p:txBody>
            </p:sp>
          </mc:Choice>
          <mc:Fallback xmlns="">
            <p:sp>
              <p:nvSpPr>
                <p:cNvPr id="40" name="对象 39">
                  <a:extLst>
                    <a:ext uri="{FF2B5EF4-FFF2-40B4-BE49-F238E27FC236}">
                      <a16:creationId xmlns:a16="http://schemas.microsoft.com/office/drawing/2014/main" id="{5C5D6D50-BB0A-4008-ABA7-AB3720CF3E2E}"/>
                    </a:ext>
                  </a:extLst>
                </p:cNvPr>
                <p:cNvSpPr txBox="1">
                  <a:spLocks noRot="1" noChangeAspect="1" noMove="1" noResize="1" noEditPoints="1" noAdjustHandles="1" noChangeArrowheads="1" noChangeShapeType="1" noTextEdit="1"/>
                </p:cNvSpPr>
                <p:nvPr/>
              </p:nvSpPr>
              <p:spPr bwMode="auto">
                <a:xfrm>
                  <a:off x="5216414" y="6015038"/>
                  <a:ext cx="4150235" cy="608012"/>
                </a:xfrm>
                <a:prstGeom prst="rect">
                  <a:avLst/>
                </a:prstGeom>
                <a:blipFill>
                  <a:blip r:embed="rId8"/>
                  <a:stretch>
                    <a:fillRect/>
                  </a:stretch>
                </a:blipFill>
                <a:ln>
                  <a:noFill/>
                </a:ln>
              </p:spPr>
              <p:txBody>
                <a:bodyPr/>
                <a:lstStyle/>
                <a:p>
                  <a:r>
                    <a:rPr lang="zh-CN" altLang="en-US">
                      <a:noFill/>
                    </a:rPr>
                    <a:t> </a:t>
                  </a:r>
                </a:p>
              </p:txBody>
            </p:sp>
          </mc:Fallback>
        </mc:AlternateContent>
        <p:sp>
          <p:nvSpPr>
            <p:cNvPr id="41" name="TextBox 19">
              <a:extLst>
                <a:ext uri="{FF2B5EF4-FFF2-40B4-BE49-F238E27FC236}">
                  <a16:creationId xmlns:a16="http://schemas.microsoft.com/office/drawing/2014/main" id="{20AF2C41-9D5C-4335-89C8-484EBE90680D}"/>
                </a:ext>
              </a:extLst>
            </p:cNvPr>
            <p:cNvSpPr txBox="1"/>
            <p:nvPr/>
          </p:nvSpPr>
          <p:spPr>
            <a:xfrm>
              <a:off x="1313980" y="5809039"/>
              <a:ext cx="4032514" cy="461665"/>
            </a:xfrm>
            <a:prstGeom prst="rect">
              <a:avLst/>
            </a:prstGeom>
            <a:noFill/>
          </p:spPr>
          <p:txBody>
            <a:bodyPr wrap="none" rtlCol="0">
              <a:spAutoFit/>
            </a:bodyPr>
            <a:lstStyle/>
            <a:p>
              <a:r>
                <a:rPr lang="zh-CN" altLang="en-US" sz="2400" b="1" dirty="0">
                  <a:solidFill>
                    <a:schemeClr val="bg1"/>
                  </a:solidFill>
                  <a:latin typeface="Times New Roman" pitchFamily="18" charset="0"/>
                  <a:cs typeface="Times New Roman" pitchFamily="18" charset="0"/>
                </a:rPr>
                <a:t>证明见</a:t>
              </a:r>
              <a:r>
                <a:rPr lang="en-US" altLang="zh-CN" sz="2400" b="1" dirty="0">
                  <a:solidFill>
                    <a:schemeClr val="bg1"/>
                  </a:solidFill>
                  <a:latin typeface="Times New Roman" pitchFamily="18" charset="0"/>
                  <a:cs typeface="Times New Roman" pitchFamily="18" charset="0"/>
                </a:rPr>
                <a:t>Khalil, Appendix C.4</a:t>
              </a:r>
              <a:endParaRPr lang="zh-CN" altLang="en-US" sz="2400" b="1" dirty="0">
                <a:solidFill>
                  <a:schemeClr val="bg1"/>
                </a:solidFill>
                <a:latin typeface="Times New Roman" pitchFamily="18" charset="0"/>
                <a:cs typeface="Times New Roman" pitchFamily="18" charset="0"/>
              </a:endParaRPr>
            </a:p>
          </p:txBody>
        </p:sp>
      </p:grpSp>
      <p:sp>
        <p:nvSpPr>
          <p:cNvPr id="25" name="日期占位符 3"/>
          <p:cNvSpPr txBox="1">
            <a:spLocks/>
          </p:cNvSpPr>
          <p:nvPr/>
        </p:nvSpPr>
        <p:spPr>
          <a:xfrm>
            <a:off x="457200" y="6476999"/>
            <a:ext cx="2133600" cy="274320"/>
          </a:xfrm>
          <a:prstGeom prst="rect">
            <a:avLst/>
          </a:prstGeom>
        </p:spPr>
        <p:txBody>
          <a:bodyPr vert="horz" lIns="109728" rIns="45720" bIns="0" rtlCol="0" anchor="b"/>
          <a:lstStyle>
            <a:defPPr>
              <a:defRPr lang="zh-CN"/>
            </a:defPPr>
            <a:lvl1pPr marL="0" algn="l" defTabSz="914400" rtl="0" eaLnBrk="1" latinLnBrk="0" hangingPunct="1">
              <a:defRPr kumimoji="0" sz="1800" kern="1200">
                <a:solidFill>
                  <a:srgbClr val="FF0000"/>
                </a:solidFill>
                <a:latin typeface="Times New Roman" pitchFamily="18" charset="0"/>
                <a:ea typeface="+mn-ea"/>
                <a:cs typeface="Times New Roman" pitchFamily="18"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dirty="0"/>
          </a:p>
        </p:txBody>
      </p:sp>
    </p:spTree>
    <p:custDataLst>
      <p:tags r:id="rId1"/>
    </p:custDataLst>
    <p:extLst>
      <p:ext uri="{BB962C8B-B14F-4D97-AF65-F5344CB8AC3E}">
        <p14:creationId xmlns:p14="http://schemas.microsoft.com/office/powerpoint/2010/main" val="334293988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zh-CN" altLang="en-US" dirty="0"/>
              <a:t>定号的时变标量函数</a:t>
            </a:r>
          </a:p>
        </p:txBody>
      </p:sp>
      <p:sp>
        <p:nvSpPr>
          <p:cNvPr id="7" name="灯片编号占位符 6"/>
          <p:cNvSpPr>
            <a:spLocks noGrp="1"/>
          </p:cNvSpPr>
          <p:nvPr>
            <p:ph type="sldNum" sz="quarter" idx="12"/>
          </p:nvPr>
        </p:nvSpPr>
        <p:spPr/>
        <p:txBody>
          <a:bodyPr/>
          <a:lstStyle/>
          <a:p>
            <a:fld id="{58C210BB-F110-452C-89E7-9EA0A8D47DCE}" type="slidenum">
              <a:rPr lang="zh-CN" altLang="en-US" smtClean="0"/>
              <a:pPr/>
              <a:t>30</a:t>
            </a:fld>
            <a:endParaRPr lang="zh-CN" altLang="en-US" dirty="0"/>
          </a:p>
        </p:txBody>
      </p:sp>
      <mc:AlternateContent xmlns:mc="http://schemas.openxmlformats.org/markup-compatibility/2006" xmlns:a14="http://schemas.microsoft.com/office/drawing/2010/main">
        <mc:Choice Requires="a14">
          <p:sp>
            <p:nvSpPr>
              <p:cNvPr id="19" name="内容占位符 2"/>
              <p:cNvSpPr txBox="1">
                <a:spLocks/>
              </p:cNvSpPr>
              <p:nvPr/>
            </p:nvSpPr>
            <p:spPr>
              <a:xfrm>
                <a:off x="438472" y="1052735"/>
                <a:ext cx="8382000" cy="2675921"/>
              </a:xfrm>
              <a:prstGeom prst="rect">
                <a:avLst/>
              </a:prstGeom>
            </p:spPr>
            <p:txBody>
              <a:bodyPr vert="horz" lIns="54864" tIns="91440" rtlCol="0">
                <a:normAutofit/>
              </a:bodyPr>
              <a:lstStyle>
                <a:lvl1pPr marL="438912" indent="-320040" algn="l" rtl="0" eaLnBrk="1" latinLnBrk="0" hangingPunct="1">
                  <a:spcBef>
                    <a:spcPts val="0"/>
                  </a:spcBef>
                  <a:buClr>
                    <a:schemeClr val="accent1"/>
                  </a:buClr>
                  <a:buSzPct val="80000"/>
                  <a:buFont typeface="Wingdings 2"/>
                  <a:buChar char=""/>
                  <a:defRPr kumimoji="0" sz="3200" kern="1200">
                    <a:solidFill>
                      <a:schemeClr val="bg1"/>
                    </a:solidFill>
                    <a:latin typeface="Times New Roman" pitchFamily="18" charset="0"/>
                    <a:ea typeface="+mn-ea"/>
                    <a:cs typeface="Times New Roman" pitchFamily="18" charset="0"/>
                  </a:defRPr>
                </a:lvl1pPr>
                <a:lvl2pPr marL="731520" indent="-274320" algn="l" rtl="0" eaLnBrk="1" latinLnBrk="0" hangingPunct="1">
                  <a:spcBef>
                    <a:spcPct val="20000"/>
                  </a:spcBef>
                  <a:buClr>
                    <a:schemeClr val="accent2"/>
                  </a:buClr>
                  <a:buSzPct val="90000"/>
                  <a:buFont typeface="Wingdings"/>
                  <a:buChar char=""/>
                  <a:defRPr kumimoji="0" sz="2800" kern="1200">
                    <a:solidFill>
                      <a:schemeClr val="bg1"/>
                    </a:solidFill>
                    <a:latin typeface="Times New Roman" pitchFamily="18" charset="0"/>
                    <a:ea typeface="+mn-ea"/>
                    <a:cs typeface="Times New Roman" pitchFamily="18" charset="0"/>
                  </a:defRPr>
                </a:lvl2pPr>
                <a:lvl3pPr marL="996696" indent="-228600" algn="l" rtl="0" eaLnBrk="1" latinLnBrk="0" hangingPunct="1">
                  <a:spcBef>
                    <a:spcPct val="20000"/>
                  </a:spcBef>
                  <a:buClr>
                    <a:schemeClr val="accent3"/>
                  </a:buClr>
                  <a:buFont typeface="Arial"/>
                  <a:buChar char="▪"/>
                  <a:defRPr kumimoji="0" sz="2400" kern="1200">
                    <a:solidFill>
                      <a:schemeClr val="bg1"/>
                    </a:solidFill>
                    <a:latin typeface="Times New Roman" pitchFamily="18" charset="0"/>
                    <a:ea typeface="+mn-ea"/>
                    <a:cs typeface="Times New Roman" pitchFamily="18" charset="0"/>
                  </a:defRPr>
                </a:lvl3pPr>
                <a:lvl4pPr marL="1216152" indent="-182880" algn="l" rtl="0" eaLnBrk="1" latinLnBrk="0" hangingPunct="1">
                  <a:spcBef>
                    <a:spcPct val="20000"/>
                  </a:spcBef>
                  <a:buClr>
                    <a:schemeClr val="accent4"/>
                  </a:buClr>
                  <a:buFont typeface="Arial"/>
                  <a:buChar char="▪"/>
                  <a:defRPr kumimoji="0" sz="2000" kern="1200">
                    <a:solidFill>
                      <a:schemeClr val="bg1"/>
                    </a:solidFill>
                    <a:latin typeface="Times New Roman" pitchFamily="18" charset="0"/>
                    <a:ea typeface="+mn-ea"/>
                    <a:cs typeface="Times New Roman" pitchFamily="18" charset="0"/>
                  </a:defRPr>
                </a:lvl4pPr>
                <a:lvl5pPr marL="1426464" indent="-182880" algn="l" rtl="0" eaLnBrk="1" latinLnBrk="0" hangingPunct="1">
                  <a:spcBef>
                    <a:spcPct val="20000"/>
                  </a:spcBef>
                  <a:buClr>
                    <a:schemeClr val="accent5"/>
                  </a:buClr>
                  <a:buFont typeface="Wingdings 3"/>
                  <a:buChar char=""/>
                  <a:defRPr kumimoji="0" lang="en-US" sz="2000" kern="1200" smtClean="0">
                    <a:solidFill>
                      <a:schemeClr val="tx1"/>
                    </a:solidFill>
                    <a:latin typeface="Times New Roman" pitchFamily="18" charset="0"/>
                    <a:ea typeface="+mn-ea"/>
                    <a:cs typeface="Times New Roman" pitchFamily="18" charset="0"/>
                  </a:defRPr>
                </a:lvl5pPr>
                <a:lvl6pPr marL="1627632" indent="-182880" algn="l" rtl="0" eaLnBrk="1" latinLnBrk="0" hangingPunct="1">
                  <a:spcBef>
                    <a:spcPct val="20000"/>
                  </a:spcBef>
                  <a:buClr>
                    <a:schemeClr val="accent6"/>
                  </a:buClr>
                  <a:buSzPct val="100000"/>
                  <a:buFont typeface="Wingdings 2"/>
                  <a:buChar char=""/>
                  <a:defRPr kumimoji="0" sz="2000" kern="1200">
                    <a:solidFill>
                      <a:schemeClr val="tx1"/>
                    </a:solidFill>
                    <a:latin typeface="+mn-lt"/>
                    <a:ea typeface="+mn-ea"/>
                    <a:cs typeface="+mn-cs"/>
                  </a:defRPr>
                </a:lvl6pPr>
                <a:lvl7pPr marL="1828800" indent="-182880" algn="l" rtl="0" eaLnBrk="1" latinLnBrk="0" hangingPunct="1">
                  <a:spcBef>
                    <a:spcPct val="20000"/>
                  </a:spcBef>
                  <a:buClr>
                    <a:schemeClr val="accent1"/>
                  </a:buClr>
                  <a:buSzPct val="100000"/>
                  <a:buFont typeface="Wingdings 2"/>
                  <a:buChar char=""/>
                  <a:defRPr kumimoji="0" sz="1800" kern="1200">
                    <a:solidFill>
                      <a:schemeClr val="tx1"/>
                    </a:solidFill>
                    <a:latin typeface="+mn-lt"/>
                    <a:ea typeface="+mn-ea"/>
                    <a:cs typeface="+mn-cs"/>
                  </a:defRPr>
                </a:lvl7pPr>
                <a:lvl8pPr marL="2029968" indent="-182880" algn="l" rtl="0" eaLnBrk="1" latinLnBrk="0" hangingPunct="1">
                  <a:spcBef>
                    <a:spcPct val="20000"/>
                  </a:spcBef>
                  <a:buClr>
                    <a:schemeClr val="accent2"/>
                  </a:buClr>
                  <a:buFont typeface="Wingdings 2" pitchFamily="18" charset="2"/>
                  <a:buChar char=""/>
                  <a:defRPr kumimoji="0" sz="1800" kern="1200">
                    <a:solidFill>
                      <a:schemeClr val="tx1"/>
                    </a:solidFill>
                    <a:latin typeface="+mn-lt"/>
                    <a:ea typeface="+mn-ea"/>
                    <a:cs typeface="+mn-cs"/>
                  </a:defRPr>
                </a:lvl8pPr>
                <a:lvl9pPr marL="2231136" indent="-182880" algn="l" rtl="0" eaLnBrk="1" latinLnBrk="0" hangingPunct="1">
                  <a:spcBef>
                    <a:spcPct val="20000"/>
                  </a:spcBef>
                  <a:buClr>
                    <a:schemeClr val="accent3"/>
                  </a:buClr>
                  <a:buFont typeface="Wingdings 2" pitchFamily="18" charset="2"/>
                  <a:buChar char=""/>
                  <a:defRPr kumimoji="0" sz="1800" kern="1200" baseline="0">
                    <a:solidFill>
                      <a:schemeClr val="tx1"/>
                    </a:solidFill>
                    <a:latin typeface="+mn-lt"/>
                    <a:ea typeface="+mn-ea"/>
                    <a:cs typeface="+mn-cs"/>
                  </a:defRPr>
                </a:lvl9pPr>
                <a:extLst/>
              </a:lstStyle>
              <a:p>
                <a:pPr marL="118872" indent="0">
                  <a:lnSpc>
                    <a:spcPts val="4000"/>
                  </a:lnSpc>
                  <a:buNone/>
                </a:pPr>
                <a:r>
                  <a:rPr lang="zh-CN" altLang="en-US" sz="2800" b="1" dirty="0">
                    <a:solidFill>
                      <a:srgbClr val="FFFF00"/>
                    </a:solidFill>
                  </a:rPr>
                  <a:t>引理</a:t>
                </a:r>
                <a:r>
                  <a:rPr lang="en-US" altLang="zh-CN" sz="2800" b="1" dirty="0">
                    <a:solidFill>
                      <a:srgbClr val="FFFF00"/>
                    </a:solidFill>
                  </a:rPr>
                  <a:t>5.2</a:t>
                </a:r>
                <a:r>
                  <a:rPr lang="zh-CN" altLang="en-US" sz="2800" b="1" dirty="0">
                    <a:solidFill>
                      <a:srgbClr val="FFFF00"/>
                    </a:solidFill>
                  </a:rPr>
                  <a:t>：</a:t>
                </a:r>
                <a:endParaRPr lang="en-US" altLang="zh-CN" sz="2800" b="1" dirty="0">
                  <a:solidFill>
                    <a:srgbClr val="FFFF00"/>
                  </a:solidFill>
                </a:endParaRPr>
              </a:p>
              <a:p>
                <a:pPr marL="118872" indent="0">
                  <a:lnSpc>
                    <a:spcPct val="150000"/>
                  </a:lnSpc>
                  <a:buNone/>
                </a:pPr>
                <a:r>
                  <a:rPr lang="zh-CN" altLang="en-US" sz="2800" b="1" dirty="0"/>
                  <a:t>标量时变函数 </a:t>
                </a:r>
                <a14:m>
                  <m:oMath xmlns:m="http://schemas.openxmlformats.org/officeDocument/2006/math">
                    <m:r>
                      <a:rPr lang="zh-CN" altLang="en-US" sz="2800" i="1">
                        <a:latin typeface="Cambria Math" panose="02040503050406030204" pitchFamily="18" charset="0"/>
                      </a:rPr>
                      <m:t>𝑉</m:t>
                    </m:r>
                    <m:r>
                      <a:rPr lang="zh-CN" altLang="en-US" sz="2800" i="1">
                        <a:latin typeface="Cambria Math" panose="02040503050406030204" pitchFamily="18" charset="0"/>
                      </a:rPr>
                      <m:t>(</m:t>
                    </m:r>
                    <m:r>
                      <a:rPr lang="zh-CN" altLang="en-US" sz="2800" b="1" i="1">
                        <a:latin typeface="Cambria Math" panose="02040503050406030204" pitchFamily="18" charset="0"/>
                      </a:rPr>
                      <m:t>𝒙</m:t>
                    </m:r>
                    <m:r>
                      <a:rPr lang="zh-CN" altLang="en-US" sz="2800" i="1">
                        <a:latin typeface="Cambria Math" panose="02040503050406030204" pitchFamily="18" charset="0"/>
                      </a:rPr>
                      <m:t>,</m:t>
                    </m:r>
                    <m:r>
                      <a:rPr lang="zh-CN" altLang="en-US" sz="2800" i="1">
                        <a:latin typeface="Cambria Math" panose="02040503050406030204" pitchFamily="18" charset="0"/>
                      </a:rPr>
                      <m:t>𝑡</m:t>
                    </m:r>
                    <m:r>
                      <a:rPr lang="zh-CN" altLang="en-US" sz="2800" i="1">
                        <a:latin typeface="Cambria Math" panose="02040503050406030204" pitchFamily="18" charset="0"/>
                      </a:rPr>
                      <m:t>)</m:t>
                    </m:r>
                  </m:oMath>
                </a14:m>
                <a:r>
                  <a:rPr lang="zh-CN" altLang="en-US" sz="2800" b="1" dirty="0"/>
                  <a:t> </a:t>
                </a:r>
                <a:r>
                  <a:rPr lang="en-US" altLang="zh-CN" sz="2800" b="1" dirty="0"/>
                  <a:t>(</a:t>
                </a:r>
                <a:r>
                  <a:rPr lang="zh-CN" altLang="en-US" sz="2800" b="1" dirty="0"/>
                  <a:t>局部</a:t>
                </a:r>
                <a:r>
                  <a:rPr lang="en-US" altLang="zh-CN" sz="2800" b="1" dirty="0"/>
                  <a:t>/</a:t>
                </a:r>
                <a:r>
                  <a:rPr lang="zh-CN" altLang="en-US" sz="2800" b="1" dirty="0"/>
                  <a:t>全局</a:t>
                </a:r>
                <a:r>
                  <a:rPr lang="en-US" altLang="zh-CN" sz="2800" b="1" dirty="0"/>
                  <a:t>)</a:t>
                </a:r>
                <a:r>
                  <a:rPr lang="zh-CN" altLang="en-US" sz="2800" b="1" dirty="0"/>
                  <a:t>正定 </a:t>
                </a:r>
                <a:r>
                  <a:rPr lang="zh-CN" altLang="en-US" sz="2800" b="1" dirty="0">
                    <a:solidFill>
                      <a:srgbClr val="FFFF00"/>
                    </a:solidFill>
                  </a:rPr>
                  <a:t>当且仅当 </a:t>
                </a:r>
                <a:r>
                  <a:rPr lang="zh-CN" altLang="en-US" sz="2800" b="1" dirty="0"/>
                  <a:t>存在一个</a:t>
                </a:r>
                <a14:m>
                  <m:oMath xmlns:m="http://schemas.openxmlformats.org/officeDocument/2006/math">
                    <m:r>
                      <a:rPr lang="zh-CN" altLang="en-US" sz="2800" i="1" smtClean="0">
                        <a:solidFill>
                          <a:srgbClr val="FFFF00"/>
                        </a:solidFill>
                        <a:latin typeface="Cambria Math" panose="02040503050406030204" pitchFamily="18" charset="0"/>
                      </a:rPr>
                      <m:t>𝒦</m:t>
                    </m:r>
                  </m:oMath>
                </a14:m>
                <a:r>
                  <a:rPr lang="zh-CN" altLang="en-US" sz="2800" b="1" dirty="0">
                    <a:solidFill>
                      <a:srgbClr val="FFFF00"/>
                    </a:solidFill>
                  </a:rPr>
                  <a:t>类函数 </a:t>
                </a:r>
                <a14:m>
                  <m:oMath xmlns:m="http://schemas.openxmlformats.org/officeDocument/2006/math">
                    <m:sSub>
                      <m:sSubPr>
                        <m:ctrlPr>
                          <a:rPr lang="zh-CN" altLang="en-US" sz="2800" i="1">
                            <a:solidFill>
                              <a:srgbClr val="FFFF00"/>
                            </a:solidFill>
                            <a:latin typeface="Cambria Math" panose="02040503050406030204" pitchFamily="18" charset="0"/>
                          </a:rPr>
                        </m:ctrlPr>
                      </m:sSubPr>
                      <m:e>
                        <m:r>
                          <a:rPr lang="zh-CN" altLang="en-US" sz="2800" i="1">
                            <a:solidFill>
                              <a:srgbClr val="FFFF00"/>
                            </a:solidFill>
                            <a:latin typeface="Cambria Math" panose="02040503050406030204" pitchFamily="18" charset="0"/>
                          </a:rPr>
                          <m:t>𝛼</m:t>
                        </m:r>
                      </m:e>
                      <m:sub>
                        <m:r>
                          <a:rPr lang="zh-CN" altLang="en-US" sz="2800" i="1">
                            <a:solidFill>
                              <a:srgbClr val="FFFF00"/>
                            </a:solidFill>
                            <a:latin typeface="Cambria Math" panose="02040503050406030204" pitchFamily="18" charset="0"/>
                          </a:rPr>
                          <m:t>1</m:t>
                        </m:r>
                      </m:sub>
                    </m:sSub>
                    <m:r>
                      <a:rPr lang="zh-CN" altLang="en-US" sz="2800" i="1">
                        <a:solidFill>
                          <a:srgbClr val="FFFF00"/>
                        </a:solidFill>
                        <a:latin typeface="Cambria Math" panose="02040503050406030204" pitchFamily="18" charset="0"/>
                      </a:rPr>
                      <m:t>(⋅)</m:t>
                    </m:r>
                  </m:oMath>
                </a14:m>
                <a:r>
                  <a:rPr lang="zh-CN" altLang="en-US" sz="2800" b="1" dirty="0"/>
                  <a:t>使得下式（局部</a:t>
                </a:r>
                <a:r>
                  <a:rPr lang="en-US" altLang="zh-CN" sz="2800" b="1" dirty="0"/>
                  <a:t>/</a:t>
                </a:r>
                <a:r>
                  <a:rPr lang="zh-CN" altLang="en-US" sz="2800" b="1" dirty="0"/>
                  <a:t>全局）成立：</a:t>
                </a:r>
                <a:r>
                  <a:rPr lang="zh-CN" altLang="en-US" sz="2800" dirty="0">
                    <a:solidFill>
                      <a:srgbClr val="00FFFF"/>
                    </a:solidFill>
                  </a:rPr>
                  <a:t> </a:t>
                </a:r>
                <a:br>
                  <a:rPr lang="en-US" altLang="zh-CN" sz="2800" i="1" dirty="0">
                    <a:solidFill>
                      <a:srgbClr val="00FFFF"/>
                    </a:solidFill>
                    <a:latin typeface="Cambria Math" panose="02040503050406030204" pitchFamily="18" charset="0"/>
                  </a:rPr>
                </a:br>
                <a14:m>
                  <m:oMathPara xmlns:m="http://schemas.openxmlformats.org/officeDocument/2006/math">
                    <m:oMathParaPr>
                      <m:jc m:val="centerGroup"/>
                    </m:oMathParaPr>
                    <m:oMath xmlns:m="http://schemas.openxmlformats.org/officeDocument/2006/math">
                      <m:sSub>
                        <m:sSubPr>
                          <m:ctrlPr>
                            <a:rPr lang="zh-CN" altLang="en-US" sz="2800" i="1" smtClean="0">
                              <a:solidFill>
                                <a:srgbClr val="FFFF00"/>
                              </a:solidFill>
                              <a:latin typeface="Cambria Math" panose="02040503050406030204" pitchFamily="18" charset="0"/>
                            </a:rPr>
                          </m:ctrlPr>
                        </m:sSubPr>
                        <m:e>
                          <m:r>
                            <a:rPr lang="zh-CN" altLang="en-US" sz="2800" i="1">
                              <a:solidFill>
                                <a:srgbClr val="FFFF00"/>
                              </a:solidFill>
                              <a:latin typeface="Cambria Math" panose="02040503050406030204" pitchFamily="18" charset="0"/>
                            </a:rPr>
                            <m:t>𝛼</m:t>
                          </m:r>
                        </m:e>
                        <m:sub>
                          <m:r>
                            <a:rPr lang="zh-CN" altLang="en-US" sz="2800" i="1">
                              <a:solidFill>
                                <a:srgbClr val="FFFF00"/>
                              </a:solidFill>
                              <a:latin typeface="Cambria Math" panose="02040503050406030204" pitchFamily="18" charset="0"/>
                            </a:rPr>
                            <m:t>1</m:t>
                          </m:r>
                        </m:sub>
                      </m:sSub>
                      <m:r>
                        <a:rPr lang="zh-CN" altLang="en-US" sz="2800" i="1">
                          <a:solidFill>
                            <a:srgbClr val="FFFF00"/>
                          </a:solidFill>
                          <a:latin typeface="Cambria Math" panose="02040503050406030204" pitchFamily="18" charset="0"/>
                        </a:rPr>
                        <m:t>(</m:t>
                      </m:r>
                      <m:d>
                        <m:dPr>
                          <m:begChr m:val="‖"/>
                          <m:endChr m:val="‖"/>
                          <m:ctrlPr>
                            <a:rPr lang="zh-CN" altLang="en-US" sz="2800" b="1" i="1">
                              <a:solidFill>
                                <a:srgbClr val="FFFF00"/>
                              </a:solidFill>
                              <a:latin typeface="Cambria Math" panose="02040503050406030204" pitchFamily="18" charset="0"/>
                            </a:rPr>
                          </m:ctrlPr>
                        </m:dPr>
                        <m:e>
                          <m:r>
                            <a:rPr lang="zh-CN" altLang="en-US" sz="2800" b="1" i="1">
                              <a:solidFill>
                                <a:srgbClr val="FFFF00"/>
                              </a:solidFill>
                              <a:latin typeface="Cambria Math" panose="02040503050406030204" pitchFamily="18" charset="0"/>
                            </a:rPr>
                            <m:t>𝒙</m:t>
                          </m:r>
                        </m:e>
                      </m:d>
                      <m:r>
                        <a:rPr lang="zh-CN" altLang="en-US" sz="2800" i="1">
                          <a:solidFill>
                            <a:srgbClr val="FFFF00"/>
                          </a:solidFill>
                          <a:latin typeface="Cambria Math" panose="02040503050406030204" pitchFamily="18" charset="0"/>
                        </a:rPr>
                        <m:t>)≤</m:t>
                      </m:r>
                      <m:r>
                        <a:rPr lang="zh-CN" altLang="en-US" sz="2800" i="1">
                          <a:solidFill>
                            <a:srgbClr val="FFFF00"/>
                          </a:solidFill>
                          <a:latin typeface="Cambria Math" panose="02040503050406030204" pitchFamily="18" charset="0"/>
                        </a:rPr>
                        <m:t>𝑉</m:t>
                      </m:r>
                      <m:r>
                        <a:rPr lang="zh-CN" altLang="en-US" sz="2800" i="1">
                          <a:solidFill>
                            <a:srgbClr val="FFFF00"/>
                          </a:solidFill>
                          <a:latin typeface="Cambria Math" panose="02040503050406030204" pitchFamily="18" charset="0"/>
                        </a:rPr>
                        <m:t>(</m:t>
                      </m:r>
                      <m:r>
                        <a:rPr lang="zh-CN" altLang="en-US" sz="2800" b="1" i="1">
                          <a:solidFill>
                            <a:srgbClr val="FFFF00"/>
                          </a:solidFill>
                          <a:latin typeface="Cambria Math" panose="02040503050406030204" pitchFamily="18" charset="0"/>
                        </a:rPr>
                        <m:t>𝒙</m:t>
                      </m:r>
                      <m:r>
                        <a:rPr lang="zh-CN" altLang="en-US" sz="2800" i="1">
                          <a:solidFill>
                            <a:srgbClr val="FFFF00"/>
                          </a:solidFill>
                          <a:latin typeface="Cambria Math" panose="02040503050406030204" pitchFamily="18" charset="0"/>
                        </a:rPr>
                        <m:t>,</m:t>
                      </m:r>
                      <m:r>
                        <a:rPr lang="zh-CN" altLang="en-US" sz="2800" i="1">
                          <a:solidFill>
                            <a:srgbClr val="FFFF00"/>
                          </a:solidFill>
                          <a:latin typeface="Cambria Math" panose="02040503050406030204" pitchFamily="18" charset="0"/>
                        </a:rPr>
                        <m:t>𝑡</m:t>
                      </m:r>
                      <m:r>
                        <a:rPr lang="zh-CN" altLang="en-US" sz="2800" i="1">
                          <a:solidFill>
                            <a:srgbClr val="FFFF00"/>
                          </a:solidFill>
                          <a:latin typeface="Cambria Math" panose="02040503050406030204" pitchFamily="18" charset="0"/>
                        </a:rPr>
                        <m:t>)</m:t>
                      </m:r>
                      <m:r>
                        <a:rPr lang="zh-CN" altLang="en-US" sz="2800" smtClean="0">
                          <a:solidFill>
                            <a:schemeClr val="bg1"/>
                          </a:solidFill>
                          <a:latin typeface="Cambria Math" panose="02040503050406030204" pitchFamily="18" charset="0"/>
                        </a:rPr>
                        <m:t>,</m:t>
                      </m:r>
                      <m:r>
                        <a:rPr lang="zh-CN" altLang="en-US" sz="2800" i="1">
                          <a:solidFill>
                            <a:schemeClr val="bg1"/>
                          </a:solidFill>
                          <a:latin typeface="Cambria Math" panose="02040503050406030204" pitchFamily="18" charset="0"/>
                        </a:rPr>
                        <m:t>   ∀</m:t>
                      </m:r>
                      <m:r>
                        <a:rPr lang="zh-CN" altLang="en-US" sz="2800" i="1">
                          <a:solidFill>
                            <a:schemeClr val="bg1"/>
                          </a:solidFill>
                          <a:latin typeface="Cambria Math" panose="02040503050406030204" pitchFamily="18" charset="0"/>
                        </a:rPr>
                        <m:t>𝑡</m:t>
                      </m:r>
                      <m:r>
                        <a:rPr lang="zh-CN" altLang="en-US" sz="2800" i="1">
                          <a:solidFill>
                            <a:schemeClr val="bg1"/>
                          </a:solidFill>
                          <a:latin typeface="Cambria Math" panose="02040503050406030204" pitchFamily="18" charset="0"/>
                        </a:rPr>
                        <m:t>≥</m:t>
                      </m:r>
                      <m:sSub>
                        <m:sSubPr>
                          <m:ctrlPr>
                            <a:rPr lang="zh-CN" altLang="en-US" sz="2800" i="1">
                              <a:solidFill>
                                <a:schemeClr val="bg1"/>
                              </a:solidFill>
                              <a:latin typeface="Cambria Math" panose="02040503050406030204" pitchFamily="18" charset="0"/>
                            </a:rPr>
                          </m:ctrlPr>
                        </m:sSubPr>
                        <m:e>
                          <m:r>
                            <a:rPr lang="zh-CN" altLang="en-US" sz="2800" i="1">
                              <a:solidFill>
                                <a:schemeClr val="bg1"/>
                              </a:solidFill>
                              <a:latin typeface="Cambria Math" panose="02040503050406030204" pitchFamily="18" charset="0"/>
                            </a:rPr>
                            <m:t>𝑡</m:t>
                          </m:r>
                        </m:e>
                        <m:sub>
                          <m:r>
                            <a:rPr lang="zh-CN" altLang="en-US" sz="2800" i="1">
                              <a:solidFill>
                                <a:schemeClr val="bg1"/>
                              </a:solidFill>
                              <a:latin typeface="Cambria Math" panose="02040503050406030204" pitchFamily="18" charset="0"/>
                            </a:rPr>
                            <m:t>0</m:t>
                          </m:r>
                        </m:sub>
                      </m:sSub>
                    </m:oMath>
                  </m:oMathPara>
                </a14:m>
                <a:endParaRPr lang="zh-CN" altLang="en-US" sz="2800" b="1" dirty="0"/>
              </a:p>
            </p:txBody>
          </p:sp>
        </mc:Choice>
        <mc:Fallback xmlns="">
          <p:sp>
            <p:nvSpPr>
              <p:cNvPr id="19" name="内容占位符 2"/>
              <p:cNvSpPr txBox="1">
                <a:spLocks noRot="1" noChangeAspect="1" noMove="1" noResize="1" noEditPoints="1" noAdjustHandles="1" noChangeArrowheads="1" noChangeShapeType="1" noTextEdit="1"/>
              </p:cNvSpPr>
              <p:nvPr/>
            </p:nvSpPr>
            <p:spPr>
              <a:xfrm>
                <a:off x="438472" y="1052735"/>
                <a:ext cx="8382000" cy="2675921"/>
              </a:xfrm>
              <a:prstGeom prst="rect">
                <a:avLst/>
              </a:prstGeom>
              <a:blipFill>
                <a:blip r:embed="rId4"/>
                <a:stretch>
                  <a:fillRect l="-582" r="-1382"/>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3" name="内容占位符 2"/>
              <p:cNvSpPr txBox="1">
                <a:spLocks/>
              </p:cNvSpPr>
              <p:nvPr/>
            </p:nvSpPr>
            <p:spPr>
              <a:xfrm>
                <a:off x="438472" y="3831679"/>
                <a:ext cx="8382000" cy="2117601"/>
              </a:xfrm>
              <a:prstGeom prst="rect">
                <a:avLst/>
              </a:prstGeom>
            </p:spPr>
            <p:txBody>
              <a:bodyPr vert="horz" lIns="54864" tIns="91440" rtlCol="0">
                <a:normAutofit/>
              </a:bodyPr>
              <a:lstStyle>
                <a:lvl1pPr marL="438912" indent="-320040" algn="l" rtl="0" eaLnBrk="1" latinLnBrk="0" hangingPunct="1">
                  <a:spcBef>
                    <a:spcPts val="0"/>
                  </a:spcBef>
                  <a:buClr>
                    <a:schemeClr val="accent1"/>
                  </a:buClr>
                  <a:buSzPct val="80000"/>
                  <a:buFont typeface="Wingdings 2"/>
                  <a:buChar char=""/>
                  <a:defRPr kumimoji="0" sz="3200" kern="1200">
                    <a:solidFill>
                      <a:schemeClr val="bg1"/>
                    </a:solidFill>
                    <a:latin typeface="Times New Roman" pitchFamily="18" charset="0"/>
                    <a:ea typeface="+mn-ea"/>
                    <a:cs typeface="Times New Roman" pitchFamily="18" charset="0"/>
                  </a:defRPr>
                </a:lvl1pPr>
                <a:lvl2pPr marL="731520" indent="-274320" algn="l" rtl="0" eaLnBrk="1" latinLnBrk="0" hangingPunct="1">
                  <a:spcBef>
                    <a:spcPct val="20000"/>
                  </a:spcBef>
                  <a:buClr>
                    <a:schemeClr val="accent2"/>
                  </a:buClr>
                  <a:buSzPct val="90000"/>
                  <a:buFont typeface="Wingdings"/>
                  <a:buChar char=""/>
                  <a:defRPr kumimoji="0" sz="2800" kern="1200">
                    <a:solidFill>
                      <a:schemeClr val="bg1"/>
                    </a:solidFill>
                    <a:latin typeface="Times New Roman" pitchFamily="18" charset="0"/>
                    <a:ea typeface="+mn-ea"/>
                    <a:cs typeface="Times New Roman" pitchFamily="18" charset="0"/>
                  </a:defRPr>
                </a:lvl2pPr>
                <a:lvl3pPr marL="996696" indent="-228600" algn="l" rtl="0" eaLnBrk="1" latinLnBrk="0" hangingPunct="1">
                  <a:spcBef>
                    <a:spcPct val="20000"/>
                  </a:spcBef>
                  <a:buClr>
                    <a:schemeClr val="accent3"/>
                  </a:buClr>
                  <a:buFont typeface="Arial"/>
                  <a:buChar char="▪"/>
                  <a:defRPr kumimoji="0" sz="2400" kern="1200">
                    <a:solidFill>
                      <a:schemeClr val="bg1"/>
                    </a:solidFill>
                    <a:latin typeface="Times New Roman" pitchFamily="18" charset="0"/>
                    <a:ea typeface="+mn-ea"/>
                    <a:cs typeface="Times New Roman" pitchFamily="18" charset="0"/>
                  </a:defRPr>
                </a:lvl3pPr>
                <a:lvl4pPr marL="1216152" indent="-182880" algn="l" rtl="0" eaLnBrk="1" latinLnBrk="0" hangingPunct="1">
                  <a:spcBef>
                    <a:spcPct val="20000"/>
                  </a:spcBef>
                  <a:buClr>
                    <a:schemeClr val="accent4"/>
                  </a:buClr>
                  <a:buFont typeface="Arial"/>
                  <a:buChar char="▪"/>
                  <a:defRPr kumimoji="0" sz="2000" kern="1200">
                    <a:solidFill>
                      <a:schemeClr val="bg1"/>
                    </a:solidFill>
                    <a:latin typeface="Times New Roman" pitchFamily="18" charset="0"/>
                    <a:ea typeface="+mn-ea"/>
                    <a:cs typeface="Times New Roman" pitchFamily="18" charset="0"/>
                  </a:defRPr>
                </a:lvl4pPr>
                <a:lvl5pPr marL="1426464" indent="-182880" algn="l" rtl="0" eaLnBrk="1" latinLnBrk="0" hangingPunct="1">
                  <a:spcBef>
                    <a:spcPct val="20000"/>
                  </a:spcBef>
                  <a:buClr>
                    <a:schemeClr val="accent5"/>
                  </a:buClr>
                  <a:buFont typeface="Wingdings 3"/>
                  <a:buChar char=""/>
                  <a:defRPr kumimoji="0" lang="en-US" sz="2000" kern="1200" smtClean="0">
                    <a:solidFill>
                      <a:schemeClr val="tx1"/>
                    </a:solidFill>
                    <a:latin typeface="Times New Roman" pitchFamily="18" charset="0"/>
                    <a:ea typeface="+mn-ea"/>
                    <a:cs typeface="Times New Roman" pitchFamily="18" charset="0"/>
                  </a:defRPr>
                </a:lvl5pPr>
                <a:lvl6pPr marL="1627632" indent="-182880" algn="l" rtl="0" eaLnBrk="1" latinLnBrk="0" hangingPunct="1">
                  <a:spcBef>
                    <a:spcPct val="20000"/>
                  </a:spcBef>
                  <a:buClr>
                    <a:schemeClr val="accent6"/>
                  </a:buClr>
                  <a:buSzPct val="100000"/>
                  <a:buFont typeface="Wingdings 2"/>
                  <a:buChar char=""/>
                  <a:defRPr kumimoji="0" sz="2000" kern="1200">
                    <a:solidFill>
                      <a:schemeClr val="tx1"/>
                    </a:solidFill>
                    <a:latin typeface="+mn-lt"/>
                    <a:ea typeface="+mn-ea"/>
                    <a:cs typeface="+mn-cs"/>
                  </a:defRPr>
                </a:lvl6pPr>
                <a:lvl7pPr marL="1828800" indent="-182880" algn="l" rtl="0" eaLnBrk="1" latinLnBrk="0" hangingPunct="1">
                  <a:spcBef>
                    <a:spcPct val="20000"/>
                  </a:spcBef>
                  <a:buClr>
                    <a:schemeClr val="accent1"/>
                  </a:buClr>
                  <a:buSzPct val="100000"/>
                  <a:buFont typeface="Wingdings 2"/>
                  <a:buChar char=""/>
                  <a:defRPr kumimoji="0" sz="1800" kern="1200">
                    <a:solidFill>
                      <a:schemeClr val="tx1"/>
                    </a:solidFill>
                    <a:latin typeface="+mn-lt"/>
                    <a:ea typeface="+mn-ea"/>
                    <a:cs typeface="+mn-cs"/>
                  </a:defRPr>
                </a:lvl7pPr>
                <a:lvl8pPr marL="2029968" indent="-182880" algn="l" rtl="0" eaLnBrk="1" latinLnBrk="0" hangingPunct="1">
                  <a:spcBef>
                    <a:spcPct val="20000"/>
                  </a:spcBef>
                  <a:buClr>
                    <a:schemeClr val="accent2"/>
                  </a:buClr>
                  <a:buFont typeface="Wingdings 2" pitchFamily="18" charset="2"/>
                  <a:buChar char=""/>
                  <a:defRPr kumimoji="0" sz="1800" kern="1200">
                    <a:solidFill>
                      <a:schemeClr val="tx1"/>
                    </a:solidFill>
                    <a:latin typeface="+mn-lt"/>
                    <a:ea typeface="+mn-ea"/>
                    <a:cs typeface="+mn-cs"/>
                  </a:defRPr>
                </a:lvl8pPr>
                <a:lvl9pPr marL="2231136" indent="-182880" algn="l" rtl="0" eaLnBrk="1" latinLnBrk="0" hangingPunct="1">
                  <a:spcBef>
                    <a:spcPct val="20000"/>
                  </a:spcBef>
                  <a:buClr>
                    <a:schemeClr val="accent3"/>
                  </a:buClr>
                  <a:buFont typeface="Wingdings 2" pitchFamily="18" charset="2"/>
                  <a:buChar char=""/>
                  <a:defRPr kumimoji="0" sz="1800" kern="1200" baseline="0">
                    <a:solidFill>
                      <a:schemeClr val="tx1"/>
                    </a:solidFill>
                    <a:latin typeface="+mn-lt"/>
                    <a:ea typeface="+mn-ea"/>
                    <a:cs typeface="+mn-cs"/>
                  </a:defRPr>
                </a:lvl9pPr>
                <a:extLst/>
              </a:lstStyle>
              <a:p>
                <a:pPr marL="118872" indent="0">
                  <a:lnSpc>
                    <a:spcPct val="150000"/>
                  </a:lnSpc>
                  <a:buNone/>
                </a:pPr>
                <a:r>
                  <a:rPr lang="zh-CN" altLang="en-US" sz="2800" b="1" dirty="0"/>
                  <a:t>标量时变函数 </a:t>
                </a:r>
                <a14:m>
                  <m:oMath xmlns:m="http://schemas.openxmlformats.org/officeDocument/2006/math">
                    <m:r>
                      <a:rPr lang="zh-CN" altLang="en-US" sz="2800" i="1" smtClean="0">
                        <a:solidFill>
                          <a:schemeClr val="bg1"/>
                        </a:solidFill>
                        <a:latin typeface="Cambria Math" panose="02040503050406030204" pitchFamily="18" charset="0"/>
                      </a:rPr>
                      <m:t>𝑉</m:t>
                    </m:r>
                    <m:r>
                      <a:rPr lang="zh-CN" altLang="en-US" sz="2800" i="1" smtClean="0">
                        <a:solidFill>
                          <a:schemeClr val="bg1"/>
                        </a:solidFill>
                        <a:latin typeface="Cambria Math" panose="02040503050406030204" pitchFamily="18" charset="0"/>
                      </a:rPr>
                      <m:t>(</m:t>
                    </m:r>
                    <m:r>
                      <a:rPr lang="zh-CN" altLang="en-US" sz="2800" b="1" i="1">
                        <a:solidFill>
                          <a:schemeClr val="bg1"/>
                        </a:solidFill>
                        <a:latin typeface="Cambria Math" panose="02040503050406030204" pitchFamily="18" charset="0"/>
                      </a:rPr>
                      <m:t>𝒙</m:t>
                    </m:r>
                    <m:r>
                      <a:rPr lang="zh-CN" altLang="en-US" sz="2800" i="1">
                        <a:solidFill>
                          <a:schemeClr val="bg1"/>
                        </a:solidFill>
                        <a:latin typeface="Cambria Math" panose="02040503050406030204" pitchFamily="18" charset="0"/>
                      </a:rPr>
                      <m:t>,</m:t>
                    </m:r>
                    <m:r>
                      <a:rPr lang="zh-CN" altLang="en-US" sz="2800" i="1">
                        <a:solidFill>
                          <a:schemeClr val="bg1"/>
                        </a:solidFill>
                        <a:latin typeface="Cambria Math" panose="02040503050406030204" pitchFamily="18" charset="0"/>
                      </a:rPr>
                      <m:t>𝑡</m:t>
                    </m:r>
                    <m:r>
                      <a:rPr lang="zh-CN" altLang="en-US" sz="2800" i="1">
                        <a:solidFill>
                          <a:schemeClr val="bg1"/>
                        </a:solidFill>
                        <a:latin typeface="Cambria Math" panose="02040503050406030204" pitchFamily="18" charset="0"/>
                      </a:rPr>
                      <m:t>)</m:t>
                    </m:r>
                  </m:oMath>
                </a14:m>
                <a:r>
                  <a:rPr lang="zh-CN" altLang="en-US" sz="2800" b="1" dirty="0">
                    <a:solidFill>
                      <a:schemeClr val="bg1"/>
                    </a:solidFill>
                  </a:rPr>
                  <a:t> </a:t>
                </a:r>
                <a:r>
                  <a:rPr lang="en-US" altLang="zh-CN" sz="2800" b="1" dirty="0"/>
                  <a:t>(</a:t>
                </a:r>
                <a:r>
                  <a:rPr lang="zh-CN" altLang="en-US" sz="2800" b="1" dirty="0"/>
                  <a:t>局部</a:t>
                </a:r>
                <a:r>
                  <a:rPr lang="en-US" altLang="zh-CN" sz="2800" b="1" dirty="0"/>
                  <a:t>/</a:t>
                </a:r>
                <a:r>
                  <a:rPr lang="zh-CN" altLang="en-US" sz="2800" b="1" dirty="0"/>
                  <a:t>全局</a:t>
                </a:r>
                <a:r>
                  <a:rPr lang="en-US" altLang="zh-CN" sz="2800" b="1" dirty="0"/>
                  <a:t>)</a:t>
                </a:r>
                <a:r>
                  <a:rPr lang="zh-CN" altLang="en-US" sz="2800" b="1" dirty="0"/>
                  <a:t>渐减 </a:t>
                </a:r>
                <a:r>
                  <a:rPr lang="zh-CN" altLang="en-US" sz="2800" b="1" dirty="0">
                    <a:solidFill>
                      <a:srgbClr val="FFFF00"/>
                    </a:solidFill>
                  </a:rPr>
                  <a:t>当且仅当 </a:t>
                </a:r>
                <a:r>
                  <a:rPr lang="zh-CN" altLang="en-US" sz="2800" b="1" dirty="0"/>
                  <a:t>存在一个</a:t>
                </a:r>
                <a14:m>
                  <m:oMath xmlns:m="http://schemas.openxmlformats.org/officeDocument/2006/math">
                    <m:r>
                      <a:rPr lang="zh-CN" altLang="en-US" sz="2800" i="1" smtClean="0">
                        <a:solidFill>
                          <a:srgbClr val="FFFF00"/>
                        </a:solidFill>
                        <a:latin typeface="Cambria Math" panose="02040503050406030204" pitchFamily="18" charset="0"/>
                      </a:rPr>
                      <m:t>𝒦</m:t>
                    </m:r>
                  </m:oMath>
                </a14:m>
                <a:r>
                  <a:rPr lang="zh-CN" altLang="en-US" sz="2800" b="1" dirty="0">
                    <a:solidFill>
                      <a:srgbClr val="FFFF00"/>
                    </a:solidFill>
                  </a:rPr>
                  <a:t>类函数</a:t>
                </a:r>
                <a14:m>
                  <m:oMath xmlns:m="http://schemas.openxmlformats.org/officeDocument/2006/math">
                    <m:sSub>
                      <m:sSubPr>
                        <m:ctrlPr>
                          <a:rPr lang="zh-CN" altLang="en-US" sz="2800" i="1" smtClean="0">
                            <a:solidFill>
                              <a:srgbClr val="FFFF00"/>
                            </a:solidFill>
                            <a:latin typeface="Cambria Math" panose="02040503050406030204" pitchFamily="18" charset="0"/>
                          </a:rPr>
                        </m:ctrlPr>
                      </m:sSubPr>
                      <m:e>
                        <m:r>
                          <a:rPr lang="zh-CN" altLang="en-US" sz="2800" i="1">
                            <a:solidFill>
                              <a:srgbClr val="FFFF00"/>
                            </a:solidFill>
                            <a:latin typeface="Cambria Math" panose="02040503050406030204" pitchFamily="18" charset="0"/>
                          </a:rPr>
                          <m:t>𝛼</m:t>
                        </m:r>
                      </m:e>
                      <m:sub>
                        <m:r>
                          <a:rPr lang="zh-CN" altLang="en-US" sz="2800" i="1">
                            <a:solidFill>
                              <a:srgbClr val="FFFF00"/>
                            </a:solidFill>
                            <a:latin typeface="Cambria Math" panose="02040503050406030204" pitchFamily="18" charset="0"/>
                          </a:rPr>
                          <m:t>2</m:t>
                        </m:r>
                      </m:sub>
                    </m:sSub>
                    <m:r>
                      <a:rPr lang="zh-CN" altLang="en-US" sz="2800" i="1">
                        <a:solidFill>
                          <a:srgbClr val="FFFF00"/>
                        </a:solidFill>
                        <a:latin typeface="Cambria Math" panose="02040503050406030204" pitchFamily="18" charset="0"/>
                      </a:rPr>
                      <m:t>(⋅)</m:t>
                    </m:r>
                  </m:oMath>
                </a14:m>
                <a:r>
                  <a:rPr lang="zh-CN" altLang="en-US" sz="2800" b="1" dirty="0"/>
                  <a:t>使得下式（局部</a:t>
                </a:r>
                <a:r>
                  <a:rPr lang="en-US" altLang="zh-CN" sz="2800" b="1" dirty="0"/>
                  <a:t>/</a:t>
                </a:r>
                <a:r>
                  <a:rPr lang="zh-CN" altLang="en-US" sz="2800" b="1" dirty="0"/>
                  <a:t>全局）成立：</a:t>
                </a:r>
                <a:br>
                  <a:rPr lang="en-US" altLang="zh-CN" sz="2800" i="1" dirty="0">
                    <a:solidFill>
                      <a:srgbClr val="00FFFF"/>
                    </a:solidFill>
                    <a:latin typeface="Cambria Math" panose="02040503050406030204" pitchFamily="18" charset="0"/>
                  </a:rPr>
                </a:br>
                <a14:m>
                  <m:oMathPara xmlns:m="http://schemas.openxmlformats.org/officeDocument/2006/math">
                    <m:oMathParaPr>
                      <m:jc m:val="centerGroup"/>
                    </m:oMathParaPr>
                    <m:oMath xmlns:m="http://schemas.openxmlformats.org/officeDocument/2006/math">
                      <m:r>
                        <a:rPr lang="zh-CN" altLang="en-US" sz="2800" i="1" smtClean="0">
                          <a:solidFill>
                            <a:srgbClr val="FFFF00"/>
                          </a:solidFill>
                          <a:latin typeface="Cambria Math" panose="02040503050406030204" pitchFamily="18" charset="0"/>
                        </a:rPr>
                        <m:t>𝑉</m:t>
                      </m:r>
                      <m:r>
                        <a:rPr lang="zh-CN" altLang="en-US" sz="2800" i="1" smtClean="0">
                          <a:solidFill>
                            <a:srgbClr val="FFFF00"/>
                          </a:solidFill>
                          <a:latin typeface="Cambria Math" panose="02040503050406030204" pitchFamily="18" charset="0"/>
                        </a:rPr>
                        <m:t>(</m:t>
                      </m:r>
                      <m:r>
                        <a:rPr lang="zh-CN" altLang="en-US" sz="2800" b="1" i="1">
                          <a:solidFill>
                            <a:srgbClr val="FFFF00"/>
                          </a:solidFill>
                          <a:latin typeface="Cambria Math" panose="02040503050406030204" pitchFamily="18" charset="0"/>
                        </a:rPr>
                        <m:t>𝒙</m:t>
                      </m:r>
                      <m:r>
                        <a:rPr lang="zh-CN" altLang="en-US" sz="2800" i="1">
                          <a:solidFill>
                            <a:srgbClr val="FFFF00"/>
                          </a:solidFill>
                          <a:latin typeface="Cambria Math" panose="02040503050406030204" pitchFamily="18" charset="0"/>
                        </a:rPr>
                        <m:t>,</m:t>
                      </m:r>
                      <m:r>
                        <a:rPr lang="zh-CN" altLang="en-US" sz="2800" i="1">
                          <a:solidFill>
                            <a:srgbClr val="FFFF00"/>
                          </a:solidFill>
                          <a:latin typeface="Cambria Math" panose="02040503050406030204" pitchFamily="18" charset="0"/>
                        </a:rPr>
                        <m:t>𝑡</m:t>
                      </m:r>
                      <m:r>
                        <a:rPr lang="zh-CN" altLang="en-US" sz="2800" i="1">
                          <a:solidFill>
                            <a:srgbClr val="FFFF00"/>
                          </a:solidFill>
                          <a:latin typeface="Cambria Math" panose="02040503050406030204" pitchFamily="18" charset="0"/>
                        </a:rPr>
                        <m:t>)≤</m:t>
                      </m:r>
                      <m:sSub>
                        <m:sSubPr>
                          <m:ctrlPr>
                            <a:rPr lang="zh-CN" altLang="en-US" sz="2800" i="1">
                              <a:solidFill>
                                <a:srgbClr val="FFFF00"/>
                              </a:solidFill>
                              <a:latin typeface="Cambria Math" panose="02040503050406030204" pitchFamily="18" charset="0"/>
                            </a:rPr>
                          </m:ctrlPr>
                        </m:sSubPr>
                        <m:e>
                          <m:r>
                            <a:rPr lang="zh-CN" altLang="en-US" sz="2800" i="1">
                              <a:solidFill>
                                <a:srgbClr val="FFFF00"/>
                              </a:solidFill>
                              <a:latin typeface="Cambria Math" panose="02040503050406030204" pitchFamily="18" charset="0"/>
                            </a:rPr>
                            <m:t>𝛼</m:t>
                          </m:r>
                        </m:e>
                        <m:sub>
                          <m:r>
                            <a:rPr lang="zh-CN" altLang="en-US" sz="2800" i="1">
                              <a:solidFill>
                                <a:srgbClr val="FFFF00"/>
                              </a:solidFill>
                              <a:latin typeface="Cambria Math" panose="02040503050406030204" pitchFamily="18" charset="0"/>
                            </a:rPr>
                            <m:t>2</m:t>
                          </m:r>
                        </m:sub>
                      </m:sSub>
                      <m:r>
                        <a:rPr lang="zh-CN" altLang="en-US" sz="2800" i="1">
                          <a:solidFill>
                            <a:srgbClr val="FFFF00"/>
                          </a:solidFill>
                          <a:latin typeface="Cambria Math" panose="02040503050406030204" pitchFamily="18" charset="0"/>
                        </a:rPr>
                        <m:t>(</m:t>
                      </m:r>
                      <m:d>
                        <m:dPr>
                          <m:begChr m:val="‖"/>
                          <m:endChr m:val="‖"/>
                          <m:ctrlPr>
                            <a:rPr lang="zh-CN" altLang="en-US" sz="2800" b="1" i="1">
                              <a:solidFill>
                                <a:srgbClr val="FFFF00"/>
                              </a:solidFill>
                              <a:latin typeface="Cambria Math" panose="02040503050406030204" pitchFamily="18" charset="0"/>
                            </a:rPr>
                          </m:ctrlPr>
                        </m:dPr>
                        <m:e>
                          <m:r>
                            <a:rPr lang="zh-CN" altLang="en-US" sz="2800" b="1" i="1">
                              <a:solidFill>
                                <a:srgbClr val="FFFF00"/>
                              </a:solidFill>
                              <a:latin typeface="Cambria Math" panose="02040503050406030204" pitchFamily="18" charset="0"/>
                            </a:rPr>
                            <m:t>𝒙</m:t>
                          </m:r>
                        </m:e>
                      </m:d>
                      <m:r>
                        <a:rPr lang="zh-CN" altLang="en-US" sz="2800" i="1">
                          <a:solidFill>
                            <a:srgbClr val="FFFF00"/>
                          </a:solidFill>
                          <a:latin typeface="Cambria Math" panose="02040503050406030204" pitchFamily="18" charset="0"/>
                        </a:rPr>
                        <m:t>)</m:t>
                      </m:r>
                      <m:r>
                        <a:rPr lang="zh-CN" altLang="en-US" sz="2800">
                          <a:solidFill>
                            <a:schemeClr val="bg1"/>
                          </a:solidFill>
                          <a:latin typeface="Cambria Math" panose="02040503050406030204" pitchFamily="18" charset="0"/>
                        </a:rPr>
                        <m:t>,</m:t>
                      </m:r>
                      <m:r>
                        <a:rPr lang="zh-CN" altLang="en-US" sz="2800" i="1">
                          <a:solidFill>
                            <a:schemeClr val="bg1"/>
                          </a:solidFill>
                          <a:latin typeface="Cambria Math" panose="02040503050406030204" pitchFamily="18" charset="0"/>
                        </a:rPr>
                        <m:t>   ∀</m:t>
                      </m:r>
                      <m:r>
                        <a:rPr lang="zh-CN" altLang="en-US" sz="2800" i="1">
                          <a:solidFill>
                            <a:schemeClr val="bg1"/>
                          </a:solidFill>
                          <a:latin typeface="Cambria Math" panose="02040503050406030204" pitchFamily="18" charset="0"/>
                        </a:rPr>
                        <m:t>𝑡</m:t>
                      </m:r>
                      <m:r>
                        <a:rPr lang="zh-CN" altLang="en-US" sz="2800" i="1">
                          <a:solidFill>
                            <a:schemeClr val="bg1"/>
                          </a:solidFill>
                          <a:latin typeface="Cambria Math" panose="02040503050406030204" pitchFamily="18" charset="0"/>
                        </a:rPr>
                        <m:t>≥</m:t>
                      </m:r>
                      <m:sSub>
                        <m:sSubPr>
                          <m:ctrlPr>
                            <a:rPr lang="zh-CN" altLang="en-US" sz="2800" i="1">
                              <a:solidFill>
                                <a:schemeClr val="bg1"/>
                              </a:solidFill>
                              <a:latin typeface="Cambria Math" panose="02040503050406030204" pitchFamily="18" charset="0"/>
                            </a:rPr>
                          </m:ctrlPr>
                        </m:sSubPr>
                        <m:e>
                          <m:r>
                            <a:rPr lang="zh-CN" altLang="en-US" sz="2800" i="1">
                              <a:solidFill>
                                <a:schemeClr val="bg1"/>
                              </a:solidFill>
                              <a:latin typeface="Cambria Math" panose="02040503050406030204" pitchFamily="18" charset="0"/>
                            </a:rPr>
                            <m:t>𝑡</m:t>
                          </m:r>
                        </m:e>
                        <m:sub>
                          <m:r>
                            <a:rPr lang="zh-CN" altLang="en-US" sz="2800" i="1">
                              <a:solidFill>
                                <a:schemeClr val="bg1"/>
                              </a:solidFill>
                              <a:latin typeface="Cambria Math" panose="02040503050406030204" pitchFamily="18" charset="0"/>
                            </a:rPr>
                            <m:t>0</m:t>
                          </m:r>
                        </m:sub>
                      </m:sSub>
                    </m:oMath>
                  </m:oMathPara>
                </a14:m>
                <a:endParaRPr lang="zh-CN" altLang="en-US" sz="2800" dirty="0"/>
              </a:p>
            </p:txBody>
          </p:sp>
        </mc:Choice>
        <mc:Fallback xmlns="">
          <p:sp>
            <p:nvSpPr>
              <p:cNvPr id="23" name="内容占位符 2"/>
              <p:cNvSpPr txBox="1">
                <a:spLocks noRot="1" noChangeAspect="1" noMove="1" noResize="1" noEditPoints="1" noAdjustHandles="1" noChangeArrowheads="1" noChangeShapeType="1" noTextEdit="1"/>
              </p:cNvSpPr>
              <p:nvPr/>
            </p:nvSpPr>
            <p:spPr>
              <a:xfrm>
                <a:off x="438472" y="3831679"/>
                <a:ext cx="8382000" cy="2117601"/>
              </a:xfrm>
              <a:prstGeom prst="rect">
                <a:avLst/>
              </a:prstGeom>
              <a:blipFill>
                <a:blip r:embed="rId5"/>
                <a:stretch>
                  <a:fillRect l="-582" r="-1382"/>
                </a:stretch>
              </a:blipFill>
            </p:spPr>
            <p:txBody>
              <a:bodyPr/>
              <a:lstStyle/>
              <a:p>
                <a:r>
                  <a:rPr lang="zh-CN" altLang="en-US">
                    <a:noFill/>
                  </a:rPr>
                  <a:t> </a:t>
                </a:r>
              </a:p>
            </p:txBody>
          </p:sp>
        </mc:Fallback>
      </mc:AlternateContent>
      <p:sp>
        <p:nvSpPr>
          <p:cNvPr id="18" name="TextBox 19">
            <a:extLst>
              <a:ext uri="{FF2B5EF4-FFF2-40B4-BE49-F238E27FC236}">
                <a16:creationId xmlns:a16="http://schemas.microsoft.com/office/drawing/2014/main" id="{A02307EF-3A9B-498B-8083-E43397BE74DD}"/>
              </a:ext>
            </a:extLst>
          </p:cNvPr>
          <p:cNvSpPr txBox="1"/>
          <p:nvPr/>
        </p:nvSpPr>
        <p:spPr>
          <a:xfrm>
            <a:off x="3389625" y="6052302"/>
            <a:ext cx="2595582" cy="461665"/>
          </a:xfrm>
          <a:prstGeom prst="rect">
            <a:avLst/>
          </a:prstGeom>
          <a:noFill/>
        </p:spPr>
        <p:txBody>
          <a:bodyPr wrap="none" rtlCol="0">
            <a:spAutoFit/>
          </a:bodyPr>
          <a:lstStyle/>
          <a:p>
            <a:r>
              <a:rPr lang="zh-CN" altLang="en-US" sz="2400" b="1" dirty="0">
                <a:solidFill>
                  <a:schemeClr val="bg1"/>
                </a:solidFill>
                <a:latin typeface="Times New Roman" pitchFamily="18" charset="0"/>
                <a:cs typeface="Times New Roman" pitchFamily="18" charset="0"/>
              </a:rPr>
              <a:t>证明</a:t>
            </a:r>
            <a:r>
              <a:rPr lang="en-US" altLang="zh-CN" sz="2400" b="1" dirty="0">
                <a:solidFill>
                  <a:schemeClr val="bg1"/>
                </a:solidFill>
                <a:latin typeface="Times New Roman" pitchFamily="18" charset="0"/>
                <a:cs typeface="Times New Roman" pitchFamily="18" charset="0"/>
              </a:rPr>
              <a:t>: </a:t>
            </a:r>
            <a:r>
              <a:rPr lang="zh-CN" altLang="en-US" sz="2400" b="1" dirty="0">
                <a:solidFill>
                  <a:schemeClr val="bg1"/>
                </a:solidFill>
                <a:latin typeface="Times New Roman" pitchFamily="18" charset="0"/>
                <a:cs typeface="Times New Roman" pitchFamily="18" charset="0"/>
              </a:rPr>
              <a:t>运用引理</a:t>
            </a:r>
            <a:r>
              <a:rPr lang="en-US" altLang="zh-CN" sz="2400" b="1" dirty="0">
                <a:solidFill>
                  <a:schemeClr val="bg1"/>
                </a:solidFill>
                <a:latin typeface="Times New Roman" pitchFamily="18" charset="0"/>
                <a:cs typeface="Times New Roman" pitchFamily="18" charset="0"/>
              </a:rPr>
              <a:t>5.1</a:t>
            </a:r>
            <a:endParaRPr lang="zh-CN" altLang="en-US" sz="2400" b="1" dirty="0">
              <a:solidFill>
                <a:schemeClr val="bg1"/>
              </a:solidFill>
              <a:latin typeface="Times New Roman" pitchFamily="18" charset="0"/>
              <a:cs typeface="Times New Roman" pitchFamily="18" charset="0"/>
            </a:endParaRPr>
          </a:p>
        </p:txBody>
      </p:sp>
      <p:sp>
        <p:nvSpPr>
          <p:cNvPr id="16" name="日期占位符 3"/>
          <p:cNvSpPr txBox="1">
            <a:spLocks/>
          </p:cNvSpPr>
          <p:nvPr/>
        </p:nvSpPr>
        <p:spPr>
          <a:xfrm>
            <a:off x="457200" y="6476999"/>
            <a:ext cx="2133600" cy="274320"/>
          </a:xfrm>
          <a:prstGeom prst="rect">
            <a:avLst/>
          </a:prstGeom>
        </p:spPr>
        <p:txBody>
          <a:bodyPr vert="horz" lIns="109728" rIns="45720" bIns="0" rtlCol="0" anchor="b"/>
          <a:lstStyle>
            <a:defPPr>
              <a:defRPr lang="zh-CN"/>
            </a:defPPr>
            <a:lvl1pPr marL="0" algn="l" defTabSz="914400" rtl="0" eaLnBrk="1" latinLnBrk="0" hangingPunct="1">
              <a:defRPr kumimoji="0" sz="1800" kern="1200">
                <a:solidFill>
                  <a:srgbClr val="FF0000"/>
                </a:solidFill>
                <a:latin typeface="Times New Roman" pitchFamily="18" charset="0"/>
                <a:ea typeface="+mn-ea"/>
                <a:cs typeface="Times New Roman" pitchFamily="18"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dirty="0"/>
          </a:p>
        </p:txBody>
      </p:sp>
    </p:spTree>
    <p:custDataLst>
      <p:tags r:id="rId1"/>
    </p:custDataLst>
    <p:extLst>
      <p:ext uri="{BB962C8B-B14F-4D97-AF65-F5344CB8AC3E}">
        <p14:creationId xmlns:p14="http://schemas.microsoft.com/office/powerpoint/2010/main" val="331249940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zh-CN" altLang="en-US" dirty="0"/>
              <a:t>非自治系统的</a:t>
            </a:r>
            <a:r>
              <a:rPr lang="en-US" altLang="zh-CN" dirty="0" err="1"/>
              <a:t>Lyapunov</a:t>
            </a:r>
            <a:r>
              <a:rPr lang="zh-CN" altLang="en-US" dirty="0"/>
              <a:t>定理</a:t>
            </a:r>
          </a:p>
        </p:txBody>
      </p:sp>
      <p:sp>
        <p:nvSpPr>
          <p:cNvPr id="7" name="灯片编号占位符 6"/>
          <p:cNvSpPr>
            <a:spLocks noGrp="1"/>
          </p:cNvSpPr>
          <p:nvPr>
            <p:ph type="sldNum" sz="quarter" idx="12"/>
          </p:nvPr>
        </p:nvSpPr>
        <p:spPr/>
        <p:txBody>
          <a:bodyPr/>
          <a:lstStyle/>
          <a:p>
            <a:fld id="{58C210BB-F110-452C-89E7-9EA0A8D47DCE}" type="slidenum">
              <a:rPr lang="zh-CN" altLang="en-US" smtClean="0"/>
              <a:pPr/>
              <a:t>31</a:t>
            </a:fld>
            <a:endParaRPr lang="zh-CN" altLang="en-US" dirty="0"/>
          </a:p>
        </p:txBody>
      </p:sp>
      <mc:AlternateContent xmlns:mc="http://schemas.openxmlformats.org/markup-compatibility/2006" xmlns:a14="http://schemas.microsoft.com/office/drawing/2010/main">
        <mc:Choice Requires="a14">
          <p:sp>
            <p:nvSpPr>
              <p:cNvPr id="19" name="内容占位符 2"/>
              <p:cNvSpPr txBox="1">
                <a:spLocks/>
              </p:cNvSpPr>
              <p:nvPr/>
            </p:nvSpPr>
            <p:spPr>
              <a:xfrm>
                <a:off x="438472" y="1052736"/>
                <a:ext cx="8382000" cy="3573192"/>
              </a:xfrm>
              <a:prstGeom prst="rect">
                <a:avLst/>
              </a:prstGeom>
            </p:spPr>
            <p:txBody>
              <a:bodyPr vert="horz" lIns="54864" tIns="91440" rtlCol="0">
                <a:noAutofit/>
              </a:bodyPr>
              <a:lstStyle>
                <a:lvl1pPr marL="438912" indent="-320040" algn="l" rtl="0" eaLnBrk="1" latinLnBrk="0" hangingPunct="1">
                  <a:spcBef>
                    <a:spcPts val="0"/>
                  </a:spcBef>
                  <a:buClr>
                    <a:schemeClr val="accent1"/>
                  </a:buClr>
                  <a:buSzPct val="80000"/>
                  <a:buFont typeface="Wingdings 2"/>
                  <a:buChar char=""/>
                  <a:defRPr kumimoji="0" sz="3200" kern="1200">
                    <a:solidFill>
                      <a:schemeClr val="bg1"/>
                    </a:solidFill>
                    <a:latin typeface="Times New Roman" pitchFamily="18" charset="0"/>
                    <a:ea typeface="+mn-ea"/>
                    <a:cs typeface="Times New Roman" pitchFamily="18" charset="0"/>
                  </a:defRPr>
                </a:lvl1pPr>
                <a:lvl2pPr marL="731520" indent="-274320" algn="l" rtl="0" eaLnBrk="1" latinLnBrk="0" hangingPunct="1">
                  <a:spcBef>
                    <a:spcPct val="20000"/>
                  </a:spcBef>
                  <a:buClr>
                    <a:schemeClr val="accent2"/>
                  </a:buClr>
                  <a:buSzPct val="90000"/>
                  <a:buFont typeface="Wingdings"/>
                  <a:buChar char=""/>
                  <a:defRPr kumimoji="0" sz="2800" kern="1200">
                    <a:solidFill>
                      <a:schemeClr val="bg1"/>
                    </a:solidFill>
                    <a:latin typeface="Times New Roman" pitchFamily="18" charset="0"/>
                    <a:ea typeface="+mn-ea"/>
                    <a:cs typeface="Times New Roman" pitchFamily="18" charset="0"/>
                  </a:defRPr>
                </a:lvl2pPr>
                <a:lvl3pPr marL="996696" indent="-228600" algn="l" rtl="0" eaLnBrk="1" latinLnBrk="0" hangingPunct="1">
                  <a:spcBef>
                    <a:spcPct val="20000"/>
                  </a:spcBef>
                  <a:buClr>
                    <a:schemeClr val="accent3"/>
                  </a:buClr>
                  <a:buFont typeface="Arial"/>
                  <a:buChar char="▪"/>
                  <a:defRPr kumimoji="0" sz="2400" kern="1200">
                    <a:solidFill>
                      <a:schemeClr val="bg1"/>
                    </a:solidFill>
                    <a:latin typeface="Times New Roman" pitchFamily="18" charset="0"/>
                    <a:ea typeface="+mn-ea"/>
                    <a:cs typeface="Times New Roman" pitchFamily="18" charset="0"/>
                  </a:defRPr>
                </a:lvl3pPr>
                <a:lvl4pPr marL="1216152" indent="-182880" algn="l" rtl="0" eaLnBrk="1" latinLnBrk="0" hangingPunct="1">
                  <a:spcBef>
                    <a:spcPct val="20000"/>
                  </a:spcBef>
                  <a:buClr>
                    <a:schemeClr val="accent4"/>
                  </a:buClr>
                  <a:buFont typeface="Arial"/>
                  <a:buChar char="▪"/>
                  <a:defRPr kumimoji="0" sz="2000" kern="1200">
                    <a:solidFill>
                      <a:schemeClr val="bg1"/>
                    </a:solidFill>
                    <a:latin typeface="Times New Roman" pitchFamily="18" charset="0"/>
                    <a:ea typeface="+mn-ea"/>
                    <a:cs typeface="Times New Roman" pitchFamily="18" charset="0"/>
                  </a:defRPr>
                </a:lvl4pPr>
                <a:lvl5pPr marL="1426464" indent="-182880" algn="l" rtl="0" eaLnBrk="1" latinLnBrk="0" hangingPunct="1">
                  <a:spcBef>
                    <a:spcPct val="20000"/>
                  </a:spcBef>
                  <a:buClr>
                    <a:schemeClr val="accent5"/>
                  </a:buClr>
                  <a:buFont typeface="Wingdings 3"/>
                  <a:buChar char=""/>
                  <a:defRPr kumimoji="0" lang="en-US" sz="2000" kern="1200" smtClean="0">
                    <a:solidFill>
                      <a:schemeClr val="tx1"/>
                    </a:solidFill>
                    <a:latin typeface="Times New Roman" pitchFamily="18" charset="0"/>
                    <a:ea typeface="+mn-ea"/>
                    <a:cs typeface="Times New Roman" pitchFamily="18" charset="0"/>
                  </a:defRPr>
                </a:lvl5pPr>
                <a:lvl6pPr marL="1627632" indent="-182880" algn="l" rtl="0" eaLnBrk="1" latinLnBrk="0" hangingPunct="1">
                  <a:spcBef>
                    <a:spcPct val="20000"/>
                  </a:spcBef>
                  <a:buClr>
                    <a:schemeClr val="accent6"/>
                  </a:buClr>
                  <a:buSzPct val="100000"/>
                  <a:buFont typeface="Wingdings 2"/>
                  <a:buChar char=""/>
                  <a:defRPr kumimoji="0" sz="2000" kern="1200">
                    <a:solidFill>
                      <a:schemeClr val="tx1"/>
                    </a:solidFill>
                    <a:latin typeface="+mn-lt"/>
                    <a:ea typeface="+mn-ea"/>
                    <a:cs typeface="+mn-cs"/>
                  </a:defRPr>
                </a:lvl6pPr>
                <a:lvl7pPr marL="1828800" indent="-182880" algn="l" rtl="0" eaLnBrk="1" latinLnBrk="0" hangingPunct="1">
                  <a:spcBef>
                    <a:spcPct val="20000"/>
                  </a:spcBef>
                  <a:buClr>
                    <a:schemeClr val="accent1"/>
                  </a:buClr>
                  <a:buSzPct val="100000"/>
                  <a:buFont typeface="Wingdings 2"/>
                  <a:buChar char=""/>
                  <a:defRPr kumimoji="0" sz="1800" kern="1200">
                    <a:solidFill>
                      <a:schemeClr val="tx1"/>
                    </a:solidFill>
                    <a:latin typeface="+mn-lt"/>
                    <a:ea typeface="+mn-ea"/>
                    <a:cs typeface="+mn-cs"/>
                  </a:defRPr>
                </a:lvl7pPr>
                <a:lvl8pPr marL="2029968" indent="-182880" algn="l" rtl="0" eaLnBrk="1" latinLnBrk="0" hangingPunct="1">
                  <a:spcBef>
                    <a:spcPct val="20000"/>
                  </a:spcBef>
                  <a:buClr>
                    <a:schemeClr val="accent2"/>
                  </a:buClr>
                  <a:buFont typeface="Wingdings 2" pitchFamily="18" charset="2"/>
                  <a:buChar char=""/>
                  <a:defRPr kumimoji="0" sz="1800" kern="1200">
                    <a:solidFill>
                      <a:schemeClr val="tx1"/>
                    </a:solidFill>
                    <a:latin typeface="+mn-lt"/>
                    <a:ea typeface="+mn-ea"/>
                    <a:cs typeface="+mn-cs"/>
                  </a:defRPr>
                </a:lvl8pPr>
                <a:lvl9pPr marL="2231136" indent="-182880" algn="l" rtl="0" eaLnBrk="1" latinLnBrk="0" hangingPunct="1">
                  <a:spcBef>
                    <a:spcPct val="20000"/>
                  </a:spcBef>
                  <a:buClr>
                    <a:schemeClr val="accent3"/>
                  </a:buClr>
                  <a:buFont typeface="Wingdings 2" pitchFamily="18" charset="2"/>
                  <a:buChar char=""/>
                  <a:defRPr kumimoji="0" sz="1800" kern="1200" baseline="0">
                    <a:solidFill>
                      <a:schemeClr val="tx1"/>
                    </a:solidFill>
                    <a:latin typeface="+mn-lt"/>
                    <a:ea typeface="+mn-ea"/>
                    <a:cs typeface="+mn-cs"/>
                  </a:defRPr>
                </a:lvl9pPr>
                <a:extLst/>
              </a:lstStyle>
              <a:p>
                <a:pPr marL="118872" indent="0">
                  <a:lnSpc>
                    <a:spcPts val="4000"/>
                  </a:lnSpc>
                  <a:buNone/>
                </a:pPr>
                <a:r>
                  <a:rPr lang="zh-CN" altLang="en-US" sz="2800" b="1" dirty="0">
                    <a:solidFill>
                      <a:srgbClr val="FFFF00"/>
                    </a:solidFill>
                  </a:rPr>
                  <a:t>定理</a:t>
                </a:r>
                <a:r>
                  <a:rPr lang="en-US" altLang="zh-CN" sz="2800" b="1" dirty="0">
                    <a:solidFill>
                      <a:srgbClr val="FFFF00"/>
                    </a:solidFill>
                  </a:rPr>
                  <a:t>1</a:t>
                </a:r>
                <a:r>
                  <a:rPr lang="zh-CN" altLang="en-US" sz="2800" b="1" dirty="0">
                    <a:solidFill>
                      <a:srgbClr val="FFFF00"/>
                    </a:solidFill>
                  </a:rPr>
                  <a:t>：</a:t>
                </a:r>
                <a:r>
                  <a:rPr lang="zh-CN" altLang="en-US" sz="2800" b="1" dirty="0"/>
                  <a:t>考查</a:t>
                </a:r>
                <a:r>
                  <a:rPr lang="zh-CN" altLang="en-US" sz="2800" b="1" dirty="0">
                    <a:solidFill>
                      <a:schemeClr val="bg1"/>
                    </a:solidFill>
                  </a:rPr>
                  <a:t>系统 </a:t>
                </a:r>
                <a14:m>
                  <m:oMath xmlns:m="http://schemas.openxmlformats.org/officeDocument/2006/math">
                    <m:acc>
                      <m:accPr>
                        <m:chr m:val="̇"/>
                        <m:ctrlPr>
                          <a:rPr lang="zh-CN" altLang="en-US" sz="2800" i="1">
                            <a:solidFill>
                              <a:schemeClr val="bg1"/>
                            </a:solidFill>
                            <a:latin typeface="Cambria Math" panose="02040503050406030204" pitchFamily="18" charset="0"/>
                          </a:rPr>
                        </m:ctrlPr>
                      </m:accPr>
                      <m:e>
                        <m:r>
                          <a:rPr lang="zh-CN" altLang="en-US" sz="2800" b="1" i="1">
                            <a:solidFill>
                              <a:schemeClr val="bg1"/>
                            </a:solidFill>
                            <a:latin typeface="Cambria Math" panose="02040503050406030204" pitchFamily="18" charset="0"/>
                          </a:rPr>
                          <m:t>𝒙</m:t>
                        </m:r>
                      </m:e>
                    </m:acc>
                    <m:r>
                      <a:rPr lang="zh-CN" altLang="en-US" sz="2800" i="1">
                        <a:solidFill>
                          <a:schemeClr val="bg1"/>
                        </a:solidFill>
                        <a:latin typeface="Cambria Math" panose="02040503050406030204" pitchFamily="18" charset="0"/>
                      </a:rPr>
                      <m:t>=</m:t>
                    </m:r>
                    <m:r>
                      <a:rPr lang="zh-CN" altLang="en-US" sz="2800" b="1" i="1">
                        <a:solidFill>
                          <a:schemeClr val="bg1"/>
                        </a:solidFill>
                        <a:latin typeface="Cambria Math" panose="02040503050406030204" pitchFamily="18" charset="0"/>
                      </a:rPr>
                      <m:t>𝒇</m:t>
                    </m:r>
                    <m:r>
                      <a:rPr lang="zh-CN" altLang="en-US" sz="2800" b="1" i="1">
                        <a:solidFill>
                          <a:schemeClr val="bg1"/>
                        </a:solidFill>
                        <a:latin typeface="Cambria Math" panose="02040503050406030204" pitchFamily="18" charset="0"/>
                      </a:rPr>
                      <m:t>(</m:t>
                    </m:r>
                    <m:r>
                      <a:rPr lang="zh-CN" altLang="en-US" sz="2800" b="1" i="1">
                        <a:solidFill>
                          <a:schemeClr val="bg1"/>
                        </a:solidFill>
                        <a:latin typeface="Cambria Math" panose="02040503050406030204" pitchFamily="18" charset="0"/>
                      </a:rPr>
                      <m:t>𝒙</m:t>
                    </m:r>
                    <m:r>
                      <a:rPr lang="zh-CN" altLang="en-US" sz="2800" i="1">
                        <a:solidFill>
                          <a:schemeClr val="bg1"/>
                        </a:solidFill>
                        <a:latin typeface="Cambria Math" panose="02040503050406030204" pitchFamily="18" charset="0"/>
                      </a:rPr>
                      <m:t>,</m:t>
                    </m:r>
                    <m:r>
                      <a:rPr lang="zh-CN" altLang="en-US" sz="2800" i="1">
                        <a:solidFill>
                          <a:schemeClr val="bg1"/>
                        </a:solidFill>
                        <a:latin typeface="Cambria Math" panose="02040503050406030204" pitchFamily="18" charset="0"/>
                      </a:rPr>
                      <m:t>𝑡</m:t>
                    </m:r>
                    <m:r>
                      <a:rPr lang="zh-CN" altLang="en-US" sz="2800" i="1">
                        <a:solidFill>
                          <a:schemeClr val="bg1"/>
                        </a:solidFill>
                        <a:latin typeface="Cambria Math" panose="02040503050406030204" pitchFamily="18" charset="0"/>
                      </a:rPr>
                      <m:t>)</m:t>
                    </m:r>
                  </m:oMath>
                </a14:m>
                <a:r>
                  <a:rPr lang="zh-CN" altLang="en-US" sz="2800" b="1" dirty="0">
                    <a:solidFill>
                      <a:schemeClr val="bg1"/>
                    </a:solidFill>
                  </a:rPr>
                  <a:t>和平衡点</a:t>
                </a:r>
                <a14:m>
                  <m:oMath xmlns:m="http://schemas.openxmlformats.org/officeDocument/2006/math">
                    <m:r>
                      <a:rPr lang="zh-CN" altLang="en-US" sz="2800" b="1" i="1">
                        <a:solidFill>
                          <a:schemeClr val="bg1"/>
                        </a:solidFill>
                        <a:latin typeface="Cambria Math" panose="02040503050406030204" pitchFamily="18" charset="0"/>
                      </a:rPr>
                      <m:t>𝒙</m:t>
                    </m:r>
                    <m:r>
                      <a:rPr lang="zh-CN" altLang="en-US" sz="2800" i="1">
                        <a:solidFill>
                          <a:schemeClr val="bg1"/>
                        </a:solidFill>
                        <a:latin typeface="Cambria Math" panose="02040503050406030204" pitchFamily="18" charset="0"/>
                      </a:rPr>
                      <m:t>=0</m:t>
                    </m:r>
                  </m:oMath>
                </a14:m>
                <a:r>
                  <a:rPr lang="zh-CN" altLang="en-US" sz="2800" b="1" dirty="0"/>
                  <a:t>的邻域 </a:t>
                </a:r>
                <a14:m>
                  <m:oMath xmlns:m="http://schemas.openxmlformats.org/officeDocument/2006/math">
                    <m:r>
                      <a:rPr lang="zh-CN" altLang="en-US" sz="2800" i="1" smtClean="0">
                        <a:solidFill>
                          <a:schemeClr val="bg1"/>
                        </a:solidFill>
                        <a:latin typeface="Cambria Math" panose="02040503050406030204" pitchFamily="18" charset="0"/>
                      </a:rPr>
                      <m:t>𝐷</m:t>
                    </m:r>
                  </m:oMath>
                </a14:m>
                <a:r>
                  <a:rPr lang="zh-CN" altLang="en-US" sz="2800" b="1" dirty="0"/>
                  <a:t>。取连续可微标量函数 </a:t>
                </a:r>
                <a14:m>
                  <m:oMath xmlns:m="http://schemas.openxmlformats.org/officeDocument/2006/math">
                    <m:r>
                      <a:rPr lang="zh-CN" altLang="en-US" sz="2800" i="1" smtClean="0">
                        <a:solidFill>
                          <a:srgbClr val="FFFF00"/>
                        </a:solidFill>
                        <a:latin typeface="Cambria Math" panose="02040503050406030204" pitchFamily="18" charset="0"/>
                      </a:rPr>
                      <m:t>𝑉</m:t>
                    </m:r>
                    <m:r>
                      <a:rPr lang="zh-CN" altLang="en-US" sz="2800" i="0">
                        <a:solidFill>
                          <a:srgbClr val="FFFF00"/>
                        </a:solidFill>
                        <a:latin typeface="Cambria Math" panose="02040503050406030204" pitchFamily="18" charset="0"/>
                      </a:rPr>
                      <m:t>:</m:t>
                    </m:r>
                    <m:r>
                      <a:rPr lang="zh-CN" altLang="en-US" sz="2800" i="1">
                        <a:solidFill>
                          <a:srgbClr val="FFFF00"/>
                        </a:solidFill>
                        <a:latin typeface="Cambria Math" panose="02040503050406030204" pitchFamily="18" charset="0"/>
                      </a:rPr>
                      <m:t>𝐷</m:t>
                    </m:r>
                    <m:r>
                      <a:rPr lang="zh-CN" altLang="en-US" sz="2800" i="1">
                        <a:solidFill>
                          <a:srgbClr val="FFFF00"/>
                        </a:solidFill>
                        <a:latin typeface="Cambria Math" panose="02040503050406030204" pitchFamily="18" charset="0"/>
                      </a:rPr>
                      <m:t>×[</m:t>
                    </m:r>
                    <m:r>
                      <m:rPr>
                        <m:nor/>
                      </m:rPr>
                      <a:rPr lang="zh-CN" altLang="en-US" sz="2800" i="0">
                        <a:solidFill>
                          <a:srgbClr val="FFFF00"/>
                        </a:solidFill>
                        <a:latin typeface="Cambria Math" panose="02040503050406030204" pitchFamily="18" charset="0"/>
                      </a:rPr>
                      <m:t>0,</m:t>
                    </m:r>
                    <m:r>
                      <a:rPr lang="zh-CN" altLang="en-US" sz="2800" i="1">
                        <a:solidFill>
                          <a:srgbClr val="FFFF00"/>
                        </a:solidFill>
                        <a:latin typeface="Cambria Math" panose="02040503050406030204" pitchFamily="18" charset="0"/>
                      </a:rPr>
                      <m:t>∞)→</m:t>
                    </m:r>
                    <m:r>
                      <a:rPr lang="zh-CN" altLang="en-US" sz="2800" i="1">
                        <a:solidFill>
                          <a:srgbClr val="FFFF00"/>
                        </a:solidFill>
                        <a:latin typeface="Cambria Math" panose="02040503050406030204" pitchFamily="18" charset="0"/>
                      </a:rPr>
                      <m:t>ℝ</m:t>
                    </m:r>
                  </m:oMath>
                </a14:m>
                <a:r>
                  <a:rPr lang="zh-CN" altLang="en-US" sz="2800" b="1" dirty="0"/>
                  <a:t>，</a:t>
                </a:r>
                <a:endParaRPr lang="en-US" altLang="zh-CN" sz="2800" b="1" dirty="0"/>
              </a:p>
              <a:p>
                <a:pPr marL="118872" indent="0">
                  <a:lnSpc>
                    <a:spcPts val="4000"/>
                  </a:lnSpc>
                  <a:buNone/>
                </a:pPr>
                <a:br>
                  <a:rPr lang="en-US" altLang="zh-CN" sz="2800" b="1" dirty="0"/>
                </a:br>
                <a:r>
                  <a:rPr lang="en-US" altLang="zh-CN" sz="2800" b="1" dirty="0"/>
                  <a:t>(1) </a:t>
                </a:r>
                <a:r>
                  <a:rPr lang="zh-CN" altLang="en-US" sz="2800" b="1" dirty="0"/>
                  <a:t>平衡点</a:t>
                </a:r>
                <a:r>
                  <a:rPr lang="en-US" altLang="zh-CN" sz="2800" b="1" dirty="0">
                    <a:solidFill>
                      <a:srgbClr val="FFFF00"/>
                    </a:solidFill>
                  </a:rPr>
                  <a:t>Lyapunov</a:t>
                </a:r>
                <a:r>
                  <a:rPr lang="zh-CN" altLang="en-US" sz="2800" b="1" dirty="0">
                    <a:solidFill>
                      <a:srgbClr val="FFFF00"/>
                    </a:solidFill>
                  </a:rPr>
                  <a:t>稳定：</a:t>
                </a:r>
                <a:r>
                  <a:rPr lang="zh-CN" altLang="en-US" sz="2800" b="1" dirty="0"/>
                  <a:t>如果</a:t>
                </a:r>
                <a:br>
                  <a:rPr lang="en-US" altLang="zh-CN" sz="2800" b="1" dirty="0"/>
                </a:br>
                <a:r>
                  <a:rPr lang="zh-CN" altLang="en-US" sz="2800" b="1" dirty="0">
                    <a:solidFill>
                      <a:schemeClr val="bg1"/>
                    </a:solidFill>
                  </a:rPr>
                  <a:t>存在</a:t>
                </a:r>
                <a:r>
                  <a:rPr lang="zh-CN" altLang="en-US" sz="2800" b="1" dirty="0">
                    <a:solidFill>
                      <a:srgbClr val="FFFF00"/>
                    </a:solidFill>
                  </a:rPr>
                  <a:t>正定函数 </a:t>
                </a:r>
                <a14:m>
                  <m:oMath xmlns:m="http://schemas.openxmlformats.org/officeDocument/2006/math">
                    <m:sSub>
                      <m:sSubPr>
                        <m:ctrlPr>
                          <a:rPr lang="zh-CN" altLang="en-US" sz="2800" i="1" smtClean="0">
                            <a:solidFill>
                              <a:srgbClr val="FFFF00"/>
                            </a:solidFill>
                            <a:latin typeface="Cambria Math" panose="02040503050406030204" pitchFamily="18" charset="0"/>
                          </a:rPr>
                        </m:ctrlPr>
                      </m:sSubPr>
                      <m:e>
                        <m:r>
                          <a:rPr lang="zh-CN" altLang="en-US" sz="2800" b="0" i="1">
                            <a:solidFill>
                              <a:srgbClr val="FFFF00"/>
                            </a:solidFill>
                            <a:latin typeface="Cambria Math" panose="02040503050406030204" pitchFamily="18" charset="0"/>
                          </a:rPr>
                          <m:t>𝑊</m:t>
                        </m:r>
                      </m:e>
                      <m:sub>
                        <m:r>
                          <a:rPr lang="zh-CN" altLang="en-US" sz="2800" b="0" i="1">
                            <a:solidFill>
                              <a:srgbClr val="FFFF00"/>
                            </a:solidFill>
                            <a:latin typeface="Cambria Math" panose="02040503050406030204" pitchFamily="18" charset="0"/>
                          </a:rPr>
                          <m:t>1</m:t>
                        </m:r>
                      </m:sub>
                    </m:sSub>
                    <m:r>
                      <a:rPr lang="zh-CN" altLang="en-US" sz="2800" b="0" i="1">
                        <a:solidFill>
                          <a:srgbClr val="FFFF00"/>
                        </a:solidFill>
                        <a:latin typeface="Cambria Math" panose="02040503050406030204" pitchFamily="18" charset="0"/>
                      </a:rPr>
                      <m:t>(</m:t>
                    </m:r>
                    <m:r>
                      <a:rPr lang="zh-CN" altLang="en-US" sz="2800" b="0" i="1">
                        <a:solidFill>
                          <a:srgbClr val="FFFF00"/>
                        </a:solidFill>
                        <a:latin typeface="Cambria Math" panose="02040503050406030204" pitchFamily="18" charset="0"/>
                      </a:rPr>
                      <m:t>𝑥</m:t>
                    </m:r>
                    <m:r>
                      <a:rPr lang="zh-CN" altLang="en-US" sz="2800" b="0" i="1">
                        <a:solidFill>
                          <a:srgbClr val="FFFF00"/>
                        </a:solidFill>
                        <a:latin typeface="Cambria Math" panose="02040503050406030204" pitchFamily="18" charset="0"/>
                      </a:rPr>
                      <m:t>)</m:t>
                    </m:r>
                  </m:oMath>
                </a14:m>
                <a:r>
                  <a:rPr lang="zh-CN" altLang="en-US" sz="2800" b="1" dirty="0">
                    <a:solidFill>
                      <a:schemeClr val="bg1"/>
                    </a:solidFill>
                  </a:rPr>
                  <a:t> ，在 </a:t>
                </a:r>
                <a14:m>
                  <m:oMath xmlns:m="http://schemas.openxmlformats.org/officeDocument/2006/math">
                    <m:r>
                      <a:rPr lang="zh-CN" altLang="en-US" sz="2800" i="1">
                        <a:latin typeface="Cambria Math" panose="02040503050406030204" pitchFamily="18" charset="0"/>
                      </a:rPr>
                      <m:t>𝐷</m:t>
                    </m:r>
                  </m:oMath>
                </a14:m>
                <a:r>
                  <a:rPr lang="zh-CN" altLang="en-US" sz="2800" b="1" dirty="0">
                    <a:solidFill>
                      <a:schemeClr val="bg1"/>
                    </a:solidFill>
                  </a:rPr>
                  <a:t> 上满足</a:t>
                </a:r>
                <a:br>
                  <a:rPr lang="en-US" altLang="zh-CN" sz="2800" i="1" dirty="0">
                    <a:solidFill>
                      <a:schemeClr val="bg1"/>
                    </a:solidFill>
                    <a:latin typeface="Cambria Math" panose="02040503050406030204" pitchFamily="18" charset="0"/>
                  </a:rPr>
                </a:br>
                <a14:m>
                  <m:oMathPara xmlns:m="http://schemas.openxmlformats.org/officeDocument/2006/math">
                    <m:oMathParaPr>
                      <m:jc m:val="center"/>
                    </m:oMathParaPr>
                    <m:oMath xmlns:m="http://schemas.openxmlformats.org/officeDocument/2006/math">
                      <m:sSub>
                        <m:sSubPr>
                          <m:ctrlPr>
                            <a:rPr lang="zh-CN" altLang="en-US" sz="2800" i="1" smtClean="0">
                              <a:solidFill>
                                <a:srgbClr val="FFFF00"/>
                              </a:solidFill>
                              <a:latin typeface="Cambria Math" panose="02040503050406030204" pitchFamily="18" charset="0"/>
                            </a:rPr>
                          </m:ctrlPr>
                        </m:sSubPr>
                        <m:e>
                          <m:r>
                            <a:rPr lang="zh-CN" altLang="en-US" sz="2800" i="1">
                              <a:solidFill>
                                <a:srgbClr val="FFFF00"/>
                              </a:solidFill>
                              <a:latin typeface="Cambria Math" panose="02040503050406030204" pitchFamily="18" charset="0"/>
                            </a:rPr>
                            <m:t>𝑊</m:t>
                          </m:r>
                        </m:e>
                        <m:sub>
                          <m:r>
                            <a:rPr lang="zh-CN" altLang="en-US" sz="2800" i="1">
                              <a:solidFill>
                                <a:srgbClr val="FFFF00"/>
                              </a:solidFill>
                              <a:latin typeface="Cambria Math" panose="02040503050406030204" pitchFamily="18" charset="0"/>
                            </a:rPr>
                            <m:t>1</m:t>
                          </m:r>
                        </m:sub>
                      </m:sSub>
                      <m:d>
                        <m:dPr>
                          <m:ctrlPr>
                            <a:rPr lang="zh-CN" altLang="en-US" sz="2800" b="1" i="1">
                              <a:solidFill>
                                <a:srgbClr val="FFFF00"/>
                              </a:solidFill>
                              <a:latin typeface="Cambria Math" panose="02040503050406030204" pitchFamily="18" charset="0"/>
                            </a:rPr>
                          </m:ctrlPr>
                        </m:dPr>
                        <m:e>
                          <m:r>
                            <a:rPr lang="zh-CN" altLang="en-US" sz="2800" b="1" i="1">
                              <a:solidFill>
                                <a:srgbClr val="FFFF00"/>
                              </a:solidFill>
                              <a:latin typeface="Cambria Math" panose="02040503050406030204" pitchFamily="18" charset="0"/>
                            </a:rPr>
                            <m:t>𝒙</m:t>
                          </m:r>
                        </m:e>
                      </m:d>
                      <m:r>
                        <a:rPr lang="zh-CN" altLang="en-US" sz="2800" i="1">
                          <a:solidFill>
                            <a:srgbClr val="FFFF00"/>
                          </a:solidFill>
                          <a:latin typeface="Cambria Math" panose="02040503050406030204" pitchFamily="18" charset="0"/>
                        </a:rPr>
                        <m:t>≤</m:t>
                      </m:r>
                      <m:r>
                        <a:rPr lang="zh-CN" altLang="en-US" sz="2800" i="1">
                          <a:solidFill>
                            <a:srgbClr val="FFFF00"/>
                          </a:solidFill>
                          <a:latin typeface="Cambria Math" panose="02040503050406030204" pitchFamily="18" charset="0"/>
                        </a:rPr>
                        <m:t>𝑉</m:t>
                      </m:r>
                      <m:d>
                        <m:dPr>
                          <m:ctrlPr>
                            <a:rPr lang="zh-CN" altLang="en-US" sz="2800" i="1">
                              <a:solidFill>
                                <a:srgbClr val="FFFF00"/>
                              </a:solidFill>
                              <a:latin typeface="Cambria Math" panose="02040503050406030204" pitchFamily="18" charset="0"/>
                            </a:rPr>
                          </m:ctrlPr>
                        </m:dPr>
                        <m:e>
                          <m:r>
                            <a:rPr lang="zh-CN" altLang="en-US" sz="2800" b="1" i="1">
                              <a:solidFill>
                                <a:srgbClr val="FFFF00"/>
                              </a:solidFill>
                              <a:latin typeface="Cambria Math" panose="02040503050406030204" pitchFamily="18" charset="0"/>
                            </a:rPr>
                            <m:t>𝒙</m:t>
                          </m:r>
                          <m:r>
                            <a:rPr lang="zh-CN" altLang="en-US" sz="2800" i="1">
                              <a:solidFill>
                                <a:srgbClr val="FFFF00"/>
                              </a:solidFill>
                              <a:latin typeface="Cambria Math" panose="02040503050406030204" pitchFamily="18" charset="0"/>
                            </a:rPr>
                            <m:t>,</m:t>
                          </m:r>
                          <m:r>
                            <a:rPr lang="zh-CN" altLang="en-US" sz="2800" i="1">
                              <a:solidFill>
                                <a:srgbClr val="FFFF00"/>
                              </a:solidFill>
                              <a:latin typeface="Cambria Math" panose="02040503050406030204" pitchFamily="18" charset="0"/>
                            </a:rPr>
                            <m:t>𝑡</m:t>
                          </m:r>
                        </m:e>
                      </m:d>
                      <m:r>
                        <a:rPr lang="zh-CN" altLang="en-US" sz="2800" i="1">
                          <a:solidFill>
                            <a:srgbClr val="FFFF00"/>
                          </a:solidFill>
                          <a:latin typeface="Cambria Math" panose="02040503050406030204" pitchFamily="18" charset="0"/>
                        </a:rPr>
                        <m:t> </m:t>
                      </m:r>
                      <m:r>
                        <a:rPr lang="zh-CN" altLang="en-US" sz="2800" i="1">
                          <a:solidFill>
                            <a:schemeClr val="bg1"/>
                          </a:solidFill>
                          <a:latin typeface="Cambria Math" panose="02040503050406030204" pitchFamily="18" charset="0"/>
                        </a:rPr>
                        <m:t>且</m:t>
                      </m:r>
                      <m:r>
                        <a:rPr lang="en-US" altLang="zh-CN" sz="2800" b="0" i="1" smtClean="0">
                          <a:solidFill>
                            <a:schemeClr val="bg1"/>
                          </a:solidFill>
                          <a:latin typeface="Cambria Math" panose="02040503050406030204" pitchFamily="18" charset="0"/>
                        </a:rPr>
                        <m:t> </m:t>
                      </m:r>
                      <m:acc>
                        <m:accPr>
                          <m:chr m:val="̇"/>
                          <m:ctrlPr>
                            <a:rPr lang="zh-CN" altLang="en-US" sz="2800" i="1" smtClean="0">
                              <a:solidFill>
                                <a:srgbClr val="FFFF00"/>
                              </a:solidFill>
                              <a:latin typeface="Cambria Math" panose="02040503050406030204" pitchFamily="18" charset="0"/>
                            </a:rPr>
                          </m:ctrlPr>
                        </m:accPr>
                        <m:e>
                          <m:r>
                            <a:rPr lang="zh-CN" altLang="en-US" sz="2800" i="1">
                              <a:solidFill>
                                <a:srgbClr val="FFFF00"/>
                              </a:solidFill>
                              <a:latin typeface="Cambria Math" panose="02040503050406030204" pitchFamily="18" charset="0"/>
                            </a:rPr>
                            <m:t>𝑉</m:t>
                          </m:r>
                        </m:e>
                      </m:acc>
                      <m:r>
                        <a:rPr lang="zh-CN" altLang="en-US" sz="2800" i="1">
                          <a:solidFill>
                            <a:srgbClr val="FFFF00"/>
                          </a:solidFill>
                          <a:latin typeface="Cambria Math" panose="02040503050406030204" pitchFamily="18" charset="0"/>
                        </a:rPr>
                        <m:t>(</m:t>
                      </m:r>
                      <m:r>
                        <a:rPr lang="zh-CN" altLang="en-US" sz="2800" b="1" i="1">
                          <a:solidFill>
                            <a:srgbClr val="FFFF00"/>
                          </a:solidFill>
                          <a:latin typeface="Cambria Math" panose="02040503050406030204" pitchFamily="18" charset="0"/>
                        </a:rPr>
                        <m:t>𝒙</m:t>
                      </m:r>
                      <m:r>
                        <a:rPr lang="zh-CN" altLang="en-US" sz="2800" i="1">
                          <a:solidFill>
                            <a:srgbClr val="FFFF00"/>
                          </a:solidFill>
                          <a:latin typeface="Cambria Math" panose="02040503050406030204" pitchFamily="18" charset="0"/>
                        </a:rPr>
                        <m:t>,</m:t>
                      </m:r>
                      <m:r>
                        <a:rPr lang="zh-CN" altLang="en-US" sz="2800" i="1">
                          <a:solidFill>
                            <a:srgbClr val="FFFF00"/>
                          </a:solidFill>
                          <a:latin typeface="Cambria Math" panose="02040503050406030204" pitchFamily="18" charset="0"/>
                        </a:rPr>
                        <m:t>𝑡</m:t>
                      </m:r>
                      <m:r>
                        <a:rPr lang="zh-CN" altLang="en-US" sz="2800" i="1">
                          <a:solidFill>
                            <a:srgbClr val="FFFF00"/>
                          </a:solidFill>
                          <a:latin typeface="Cambria Math" panose="02040503050406030204" pitchFamily="18" charset="0"/>
                        </a:rPr>
                        <m:t>)≤0</m:t>
                      </m:r>
                      <m:r>
                        <a:rPr lang="zh-CN" altLang="en-US" sz="2800" i="1">
                          <a:solidFill>
                            <a:schemeClr val="bg1"/>
                          </a:solidFill>
                          <a:latin typeface="Cambria Math" panose="02040503050406030204" pitchFamily="18" charset="0"/>
                        </a:rPr>
                        <m:t>，</m:t>
                      </m:r>
                      <m:r>
                        <a:rPr lang="zh-CN" altLang="en-US" sz="2800" i="1">
                          <a:solidFill>
                            <a:schemeClr val="bg1"/>
                          </a:solidFill>
                          <a:latin typeface="Cambria Math" panose="02040503050406030204" pitchFamily="18" charset="0"/>
                        </a:rPr>
                        <m:t>   ∀</m:t>
                      </m:r>
                      <m:r>
                        <a:rPr lang="zh-CN" altLang="en-US" sz="2800" i="1">
                          <a:solidFill>
                            <a:schemeClr val="bg1"/>
                          </a:solidFill>
                          <a:latin typeface="Cambria Math" panose="02040503050406030204" pitchFamily="18" charset="0"/>
                        </a:rPr>
                        <m:t>𝑡</m:t>
                      </m:r>
                      <m:r>
                        <a:rPr lang="zh-CN" altLang="en-US" sz="2800" i="1">
                          <a:solidFill>
                            <a:schemeClr val="bg1"/>
                          </a:solidFill>
                          <a:latin typeface="Cambria Math" panose="02040503050406030204" pitchFamily="18" charset="0"/>
                        </a:rPr>
                        <m:t>≥</m:t>
                      </m:r>
                      <m:sSub>
                        <m:sSubPr>
                          <m:ctrlPr>
                            <a:rPr lang="zh-CN" altLang="en-US" sz="2800" i="1">
                              <a:solidFill>
                                <a:schemeClr val="bg1"/>
                              </a:solidFill>
                              <a:latin typeface="Cambria Math" panose="02040503050406030204" pitchFamily="18" charset="0"/>
                            </a:rPr>
                          </m:ctrlPr>
                        </m:sSubPr>
                        <m:e>
                          <m:r>
                            <a:rPr lang="zh-CN" altLang="en-US" sz="2800" i="1">
                              <a:solidFill>
                                <a:schemeClr val="bg1"/>
                              </a:solidFill>
                              <a:latin typeface="Cambria Math" panose="02040503050406030204" pitchFamily="18" charset="0"/>
                            </a:rPr>
                            <m:t>𝑡</m:t>
                          </m:r>
                        </m:e>
                        <m:sub>
                          <m:r>
                            <a:rPr lang="zh-CN" altLang="en-US" sz="2800" i="1">
                              <a:solidFill>
                                <a:schemeClr val="bg1"/>
                              </a:solidFill>
                              <a:latin typeface="Cambria Math" panose="02040503050406030204" pitchFamily="18" charset="0"/>
                            </a:rPr>
                            <m:t>0</m:t>
                          </m:r>
                        </m:sub>
                      </m:sSub>
                    </m:oMath>
                  </m:oMathPara>
                </a14:m>
                <a:endParaRPr lang="en-US" altLang="zh-CN" sz="2800" b="1" dirty="0"/>
              </a:p>
            </p:txBody>
          </p:sp>
        </mc:Choice>
        <mc:Fallback xmlns="">
          <p:sp>
            <p:nvSpPr>
              <p:cNvPr id="19" name="内容占位符 2"/>
              <p:cNvSpPr txBox="1">
                <a:spLocks noRot="1" noChangeAspect="1" noMove="1" noResize="1" noEditPoints="1" noAdjustHandles="1" noChangeArrowheads="1" noChangeShapeType="1" noTextEdit="1"/>
              </p:cNvSpPr>
              <p:nvPr/>
            </p:nvSpPr>
            <p:spPr>
              <a:xfrm>
                <a:off x="438472" y="1052736"/>
                <a:ext cx="8382000" cy="3573192"/>
              </a:xfrm>
              <a:prstGeom prst="rect">
                <a:avLst/>
              </a:prstGeom>
              <a:blipFill>
                <a:blip r:embed="rId4"/>
                <a:stretch>
                  <a:fillRect l="-582" r="-567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5" name="内容占位符 2"/>
              <p:cNvSpPr txBox="1">
                <a:spLocks/>
              </p:cNvSpPr>
              <p:nvPr/>
            </p:nvSpPr>
            <p:spPr>
              <a:xfrm>
                <a:off x="438472" y="4293096"/>
                <a:ext cx="8382000" cy="1928141"/>
              </a:xfrm>
              <a:prstGeom prst="rect">
                <a:avLst/>
              </a:prstGeom>
            </p:spPr>
            <p:txBody>
              <a:bodyPr vert="horz" lIns="54864" tIns="91440" rtlCol="0">
                <a:normAutofit/>
              </a:bodyPr>
              <a:lstStyle>
                <a:lvl1pPr marL="438912" indent="-320040" algn="l" rtl="0" eaLnBrk="1" latinLnBrk="0" hangingPunct="1">
                  <a:spcBef>
                    <a:spcPts val="0"/>
                  </a:spcBef>
                  <a:buClr>
                    <a:schemeClr val="accent1"/>
                  </a:buClr>
                  <a:buSzPct val="80000"/>
                  <a:buFont typeface="Wingdings 2"/>
                  <a:buChar char=""/>
                  <a:defRPr kumimoji="0" sz="3200" kern="1200">
                    <a:solidFill>
                      <a:schemeClr val="bg1"/>
                    </a:solidFill>
                    <a:latin typeface="Times New Roman" pitchFamily="18" charset="0"/>
                    <a:ea typeface="+mn-ea"/>
                    <a:cs typeface="Times New Roman" pitchFamily="18" charset="0"/>
                  </a:defRPr>
                </a:lvl1pPr>
                <a:lvl2pPr marL="731520" indent="-274320" algn="l" rtl="0" eaLnBrk="1" latinLnBrk="0" hangingPunct="1">
                  <a:spcBef>
                    <a:spcPct val="20000"/>
                  </a:spcBef>
                  <a:buClr>
                    <a:schemeClr val="accent2"/>
                  </a:buClr>
                  <a:buSzPct val="90000"/>
                  <a:buFont typeface="Wingdings"/>
                  <a:buChar char=""/>
                  <a:defRPr kumimoji="0" sz="2800" kern="1200">
                    <a:solidFill>
                      <a:schemeClr val="bg1"/>
                    </a:solidFill>
                    <a:latin typeface="Times New Roman" pitchFamily="18" charset="0"/>
                    <a:ea typeface="+mn-ea"/>
                    <a:cs typeface="Times New Roman" pitchFamily="18" charset="0"/>
                  </a:defRPr>
                </a:lvl2pPr>
                <a:lvl3pPr marL="996696" indent="-228600" algn="l" rtl="0" eaLnBrk="1" latinLnBrk="0" hangingPunct="1">
                  <a:spcBef>
                    <a:spcPct val="20000"/>
                  </a:spcBef>
                  <a:buClr>
                    <a:schemeClr val="accent3"/>
                  </a:buClr>
                  <a:buFont typeface="Arial"/>
                  <a:buChar char="▪"/>
                  <a:defRPr kumimoji="0" sz="2400" kern="1200">
                    <a:solidFill>
                      <a:schemeClr val="bg1"/>
                    </a:solidFill>
                    <a:latin typeface="Times New Roman" pitchFamily="18" charset="0"/>
                    <a:ea typeface="+mn-ea"/>
                    <a:cs typeface="Times New Roman" pitchFamily="18" charset="0"/>
                  </a:defRPr>
                </a:lvl3pPr>
                <a:lvl4pPr marL="1216152" indent="-182880" algn="l" rtl="0" eaLnBrk="1" latinLnBrk="0" hangingPunct="1">
                  <a:spcBef>
                    <a:spcPct val="20000"/>
                  </a:spcBef>
                  <a:buClr>
                    <a:schemeClr val="accent4"/>
                  </a:buClr>
                  <a:buFont typeface="Arial"/>
                  <a:buChar char="▪"/>
                  <a:defRPr kumimoji="0" sz="2000" kern="1200">
                    <a:solidFill>
                      <a:schemeClr val="bg1"/>
                    </a:solidFill>
                    <a:latin typeface="Times New Roman" pitchFamily="18" charset="0"/>
                    <a:ea typeface="+mn-ea"/>
                    <a:cs typeface="Times New Roman" pitchFamily="18" charset="0"/>
                  </a:defRPr>
                </a:lvl4pPr>
                <a:lvl5pPr marL="1426464" indent="-182880" algn="l" rtl="0" eaLnBrk="1" latinLnBrk="0" hangingPunct="1">
                  <a:spcBef>
                    <a:spcPct val="20000"/>
                  </a:spcBef>
                  <a:buClr>
                    <a:schemeClr val="accent5"/>
                  </a:buClr>
                  <a:buFont typeface="Wingdings 3"/>
                  <a:buChar char=""/>
                  <a:defRPr kumimoji="0" lang="en-US" sz="2000" kern="1200" smtClean="0">
                    <a:solidFill>
                      <a:schemeClr val="tx1"/>
                    </a:solidFill>
                    <a:latin typeface="Times New Roman" pitchFamily="18" charset="0"/>
                    <a:ea typeface="+mn-ea"/>
                    <a:cs typeface="Times New Roman" pitchFamily="18" charset="0"/>
                  </a:defRPr>
                </a:lvl5pPr>
                <a:lvl6pPr marL="1627632" indent="-182880" algn="l" rtl="0" eaLnBrk="1" latinLnBrk="0" hangingPunct="1">
                  <a:spcBef>
                    <a:spcPct val="20000"/>
                  </a:spcBef>
                  <a:buClr>
                    <a:schemeClr val="accent6"/>
                  </a:buClr>
                  <a:buSzPct val="100000"/>
                  <a:buFont typeface="Wingdings 2"/>
                  <a:buChar char=""/>
                  <a:defRPr kumimoji="0" sz="2000" kern="1200">
                    <a:solidFill>
                      <a:schemeClr val="tx1"/>
                    </a:solidFill>
                    <a:latin typeface="+mn-lt"/>
                    <a:ea typeface="+mn-ea"/>
                    <a:cs typeface="+mn-cs"/>
                  </a:defRPr>
                </a:lvl6pPr>
                <a:lvl7pPr marL="1828800" indent="-182880" algn="l" rtl="0" eaLnBrk="1" latinLnBrk="0" hangingPunct="1">
                  <a:spcBef>
                    <a:spcPct val="20000"/>
                  </a:spcBef>
                  <a:buClr>
                    <a:schemeClr val="accent1"/>
                  </a:buClr>
                  <a:buSzPct val="100000"/>
                  <a:buFont typeface="Wingdings 2"/>
                  <a:buChar char=""/>
                  <a:defRPr kumimoji="0" sz="1800" kern="1200">
                    <a:solidFill>
                      <a:schemeClr val="tx1"/>
                    </a:solidFill>
                    <a:latin typeface="+mn-lt"/>
                    <a:ea typeface="+mn-ea"/>
                    <a:cs typeface="+mn-cs"/>
                  </a:defRPr>
                </a:lvl7pPr>
                <a:lvl8pPr marL="2029968" indent="-182880" algn="l" rtl="0" eaLnBrk="1" latinLnBrk="0" hangingPunct="1">
                  <a:spcBef>
                    <a:spcPct val="20000"/>
                  </a:spcBef>
                  <a:buClr>
                    <a:schemeClr val="accent2"/>
                  </a:buClr>
                  <a:buFont typeface="Wingdings 2" pitchFamily="18" charset="2"/>
                  <a:buChar char=""/>
                  <a:defRPr kumimoji="0" sz="1800" kern="1200">
                    <a:solidFill>
                      <a:schemeClr val="tx1"/>
                    </a:solidFill>
                    <a:latin typeface="+mn-lt"/>
                    <a:ea typeface="+mn-ea"/>
                    <a:cs typeface="+mn-cs"/>
                  </a:defRPr>
                </a:lvl8pPr>
                <a:lvl9pPr marL="2231136" indent="-182880" algn="l" rtl="0" eaLnBrk="1" latinLnBrk="0" hangingPunct="1">
                  <a:spcBef>
                    <a:spcPct val="20000"/>
                  </a:spcBef>
                  <a:buClr>
                    <a:schemeClr val="accent3"/>
                  </a:buClr>
                  <a:buFont typeface="Wingdings 2" pitchFamily="18" charset="2"/>
                  <a:buChar char=""/>
                  <a:defRPr kumimoji="0" sz="1800" kern="1200" baseline="0">
                    <a:solidFill>
                      <a:schemeClr val="tx1"/>
                    </a:solidFill>
                    <a:latin typeface="+mn-lt"/>
                    <a:ea typeface="+mn-ea"/>
                    <a:cs typeface="+mn-cs"/>
                  </a:defRPr>
                </a:lvl9pPr>
                <a:extLst/>
              </a:lstStyle>
              <a:p>
                <a:pPr marL="118872" indent="0">
                  <a:lnSpc>
                    <a:spcPts val="4000"/>
                  </a:lnSpc>
                  <a:buNone/>
                </a:pPr>
                <a:r>
                  <a:rPr lang="en-US" altLang="zh-CN" sz="2800" b="1" dirty="0"/>
                  <a:t>(2) </a:t>
                </a:r>
                <a:r>
                  <a:rPr lang="zh-CN" altLang="en-US" sz="2800" b="1" dirty="0"/>
                  <a:t>平衡点（局部）</a:t>
                </a:r>
                <a:r>
                  <a:rPr lang="zh-CN" altLang="en-US" sz="2800" b="1" dirty="0">
                    <a:solidFill>
                      <a:srgbClr val="FFFF00"/>
                    </a:solidFill>
                  </a:rPr>
                  <a:t>一致稳定：</a:t>
                </a:r>
                <a:r>
                  <a:rPr lang="zh-CN" altLang="en-US" sz="2800" b="1" dirty="0"/>
                  <a:t>如果</a:t>
                </a:r>
                <a:br>
                  <a:rPr lang="en-US" altLang="zh-CN" sz="2800" b="1" dirty="0"/>
                </a:br>
                <a:r>
                  <a:rPr lang="zh-CN" altLang="en-US" sz="2800" b="1" dirty="0"/>
                  <a:t>还存在正定函数 </a:t>
                </a:r>
                <a14:m>
                  <m:oMath xmlns:m="http://schemas.openxmlformats.org/officeDocument/2006/math">
                    <m:sSub>
                      <m:sSubPr>
                        <m:ctrlPr>
                          <a:rPr lang="zh-CN" altLang="en-US" sz="2800" i="1" smtClean="0">
                            <a:solidFill>
                              <a:schemeClr val="bg1"/>
                            </a:solidFill>
                            <a:latin typeface="Cambria Math" panose="02040503050406030204" pitchFamily="18" charset="0"/>
                          </a:rPr>
                        </m:ctrlPr>
                      </m:sSubPr>
                      <m:e>
                        <m:r>
                          <a:rPr lang="zh-CN" altLang="en-US" sz="2800" b="0" i="1">
                            <a:solidFill>
                              <a:schemeClr val="bg1"/>
                            </a:solidFill>
                            <a:latin typeface="Cambria Math" panose="02040503050406030204" pitchFamily="18" charset="0"/>
                          </a:rPr>
                          <m:t>𝑊</m:t>
                        </m:r>
                      </m:e>
                      <m:sub>
                        <m:r>
                          <a:rPr lang="zh-CN" altLang="en-US" sz="2800" b="0" i="1">
                            <a:solidFill>
                              <a:schemeClr val="bg1"/>
                            </a:solidFill>
                            <a:latin typeface="Cambria Math" panose="02040503050406030204" pitchFamily="18" charset="0"/>
                          </a:rPr>
                          <m:t>2</m:t>
                        </m:r>
                      </m:sub>
                    </m:sSub>
                    <m:r>
                      <a:rPr lang="zh-CN" altLang="en-US" sz="2800" b="0" i="1">
                        <a:solidFill>
                          <a:schemeClr val="bg1"/>
                        </a:solidFill>
                        <a:latin typeface="Cambria Math" panose="02040503050406030204" pitchFamily="18" charset="0"/>
                      </a:rPr>
                      <m:t>(</m:t>
                    </m:r>
                    <m:r>
                      <a:rPr lang="zh-CN" altLang="en-US" sz="2800" b="0" i="1">
                        <a:solidFill>
                          <a:schemeClr val="bg1"/>
                        </a:solidFill>
                        <a:latin typeface="Cambria Math" panose="02040503050406030204" pitchFamily="18" charset="0"/>
                      </a:rPr>
                      <m:t>𝑥</m:t>
                    </m:r>
                    <m:r>
                      <a:rPr lang="zh-CN" altLang="en-US" sz="2800" b="0" i="1">
                        <a:solidFill>
                          <a:schemeClr val="bg1"/>
                        </a:solidFill>
                        <a:latin typeface="Cambria Math" panose="02040503050406030204" pitchFamily="18" charset="0"/>
                      </a:rPr>
                      <m:t>)</m:t>
                    </m:r>
                  </m:oMath>
                </a14:m>
                <a:r>
                  <a:rPr lang="zh-CN" altLang="en-US" sz="2800" b="1" dirty="0">
                    <a:solidFill>
                      <a:schemeClr val="bg1"/>
                    </a:solidFill>
                  </a:rPr>
                  <a:t> ，在 </a:t>
                </a:r>
                <a14:m>
                  <m:oMath xmlns:m="http://schemas.openxmlformats.org/officeDocument/2006/math">
                    <m:r>
                      <a:rPr lang="zh-CN" altLang="en-US" sz="2800" i="1">
                        <a:latin typeface="Cambria Math" panose="02040503050406030204" pitchFamily="18" charset="0"/>
                      </a:rPr>
                      <m:t>𝐷</m:t>
                    </m:r>
                  </m:oMath>
                </a14:m>
                <a:r>
                  <a:rPr lang="zh-CN" altLang="en-US" sz="2800" b="1" dirty="0"/>
                  <a:t> 上满足</a:t>
                </a:r>
                <a:br>
                  <a:rPr lang="en-US" altLang="zh-CN" sz="2800" i="1" dirty="0">
                    <a:solidFill>
                      <a:schemeClr val="bg1"/>
                    </a:solidFill>
                    <a:latin typeface="Cambria Math" panose="02040503050406030204" pitchFamily="18" charset="0"/>
                  </a:rPr>
                </a:br>
                <a14:m>
                  <m:oMathPara xmlns:m="http://schemas.openxmlformats.org/officeDocument/2006/math">
                    <m:oMathParaPr>
                      <m:jc m:val="center"/>
                    </m:oMathParaPr>
                    <m:oMath xmlns:m="http://schemas.openxmlformats.org/officeDocument/2006/math">
                      <m:sSub>
                        <m:sSubPr>
                          <m:ctrlPr>
                            <a:rPr lang="zh-CN" altLang="en-US" sz="2800" i="1">
                              <a:solidFill>
                                <a:schemeClr val="bg1"/>
                              </a:solidFill>
                              <a:latin typeface="Cambria Math" panose="02040503050406030204" pitchFamily="18" charset="0"/>
                            </a:rPr>
                          </m:ctrlPr>
                        </m:sSubPr>
                        <m:e>
                          <m:r>
                            <a:rPr lang="zh-CN" altLang="en-US" sz="2800" i="1">
                              <a:solidFill>
                                <a:schemeClr val="bg1"/>
                              </a:solidFill>
                              <a:latin typeface="Cambria Math" panose="02040503050406030204" pitchFamily="18" charset="0"/>
                            </a:rPr>
                            <m:t>𝑊</m:t>
                          </m:r>
                        </m:e>
                        <m:sub>
                          <m:r>
                            <a:rPr lang="zh-CN" altLang="en-US" sz="2800" i="1">
                              <a:solidFill>
                                <a:schemeClr val="bg1"/>
                              </a:solidFill>
                              <a:latin typeface="Cambria Math" panose="02040503050406030204" pitchFamily="18" charset="0"/>
                            </a:rPr>
                            <m:t>1</m:t>
                          </m:r>
                        </m:sub>
                      </m:sSub>
                      <m:r>
                        <a:rPr lang="zh-CN" altLang="en-US" sz="2800" i="1">
                          <a:solidFill>
                            <a:schemeClr val="bg1"/>
                          </a:solidFill>
                          <a:latin typeface="Cambria Math" panose="02040503050406030204" pitchFamily="18" charset="0"/>
                        </a:rPr>
                        <m:t>(</m:t>
                      </m:r>
                      <m:r>
                        <a:rPr lang="zh-CN" altLang="en-US" sz="2800" b="1" i="1">
                          <a:solidFill>
                            <a:schemeClr val="bg1"/>
                          </a:solidFill>
                          <a:latin typeface="Cambria Math" panose="02040503050406030204" pitchFamily="18" charset="0"/>
                        </a:rPr>
                        <m:t>𝒙</m:t>
                      </m:r>
                      <m:r>
                        <a:rPr lang="zh-CN" altLang="en-US" sz="2800" i="1">
                          <a:solidFill>
                            <a:schemeClr val="bg1"/>
                          </a:solidFill>
                          <a:latin typeface="Cambria Math" panose="02040503050406030204" pitchFamily="18" charset="0"/>
                        </a:rPr>
                        <m:t>)≤</m:t>
                      </m:r>
                      <m:r>
                        <a:rPr lang="zh-CN" altLang="en-US" sz="2800" i="1" smtClean="0">
                          <a:solidFill>
                            <a:srgbClr val="FFFF00"/>
                          </a:solidFill>
                          <a:latin typeface="Cambria Math" panose="02040503050406030204" pitchFamily="18" charset="0"/>
                        </a:rPr>
                        <m:t>𝑉</m:t>
                      </m:r>
                      <m:r>
                        <a:rPr lang="zh-CN" altLang="en-US" sz="2800" i="1" smtClean="0">
                          <a:solidFill>
                            <a:srgbClr val="FFFF00"/>
                          </a:solidFill>
                          <a:latin typeface="Cambria Math" panose="02040503050406030204" pitchFamily="18" charset="0"/>
                        </a:rPr>
                        <m:t>(</m:t>
                      </m:r>
                      <m:r>
                        <a:rPr lang="zh-CN" altLang="en-US" sz="2800" b="1" i="1">
                          <a:solidFill>
                            <a:srgbClr val="FFFF00"/>
                          </a:solidFill>
                          <a:latin typeface="Cambria Math" panose="02040503050406030204" pitchFamily="18" charset="0"/>
                        </a:rPr>
                        <m:t>𝒙</m:t>
                      </m:r>
                      <m:r>
                        <a:rPr lang="zh-CN" altLang="en-US" sz="2800" i="1">
                          <a:solidFill>
                            <a:srgbClr val="FFFF00"/>
                          </a:solidFill>
                          <a:latin typeface="Cambria Math" panose="02040503050406030204" pitchFamily="18" charset="0"/>
                        </a:rPr>
                        <m:t>,</m:t>
                      </m:r>
                      <m:r>
                        <a:rPr lang="zh-CN" altLang="en-US" sz="2800" i="1">
                          <a:solidFill>
                            <a:srgbClr val="FFFF00"/>
                          </a:solidFill>
                          <a:latin typeface="Cambria Math" panose="02040503050406030204" pitchFamily="18" charset="0"/>
                        </a:rPr>
                        <m:t>𝑡</m:t>
                      </m:r>
                      <m:r>
                        <a:rPr lang="zh-CN" altLang="en-US" sz="2800" i="1">
                          <a:solidFill>
                            <a:srgbClr val="FFFF00"/>
                          </a:solidFill>
                          <a:latin typeface="Cambria Math" panose="02040503050406030204" pitchFamily="18" charset="0"/>
                        </a:rPr>
                        <m:t>)≤</m:t>
                      </m:r>
                      <m:sSub>
                        <m:sSubPr>
                          <m:ctrlPr>
                            <a:rPr lang="zh-CN" altLang="en-US" sz="2800" i="1">
                              <a:solidFill>
                                <a:srgbClr val="FFFF00"/>
                              </a:solidFill>
                              <a:latin typeface="Cambria Math" panose="02040503050406030204" pitchFamily="18" charset="0"/>
                            </a:rPr>
                          </m:ctrlPr>
                        </m:sSubPr>
                        <m:e>
                          <m:r>
                            <a:rPr lang="zh-CN" altLang="en-US" sz="2800" i="1">
                              <a:solidFill>
                                <a:srgbClr val="FFFF00"/>
                              </a:solidFill>
                              <a:latin typeface="Cambria Math" panose="02040503050406030204" pitchFamily="18" charset="0"/>
                            </a:rPr>
                            <m:t>𝑊</m:t>
                          </m:r>
                        </m:e>
                        <m:sub>
                          <m:r>
                            <a:rPr lang="zh-CN" altLang="en-US" sz="2800" i="1">
                              <a:solidFill>
                                <a:srgbClr val="FFFF00"/>
                              </a:solidFill>
                              <a:latin typeface="Cambria Math" panose="02040503050406030204" pitchFamily="18" charset="0"/>
                            </a:rPr>
                            <m:t>2</m:t>
                          </m:r>
                        </m:sub>
                      </m:sSub>
                      <m:r>
                        <a:rPr lang="zh-CN" altLang="en-US" sz="2800" i="1">
                          <a:solidFill>
                            <a:srgbClr val="FFFF00"/>
                          </a:solidFill>
                          <a:latin typeface="Cambria Math" panose="02040503050406030204" pitchFamily="18" charset="0"/>
                        </a:rPr>
                        <m:t>(</m:t>
                      </m:r>
                      <m:r>
                        <a:rPr lang="zh-CN" altLang="en-US" sz="2800" b="1" i="1">
                          <a:solidFill>
                            <a:srgbClr val="FFFF00"/>
                          </a:solidFill>
                          <a:latin typeface="Cambria Math" panose="02040503050406030204" pitchFamily="18" charset="0"/>
                        </a:rPr>
                        <m:t>𝒙</m:t>
                      </m:r>
                      <m:r>
                        <a:rPr lang="zh-CN" altLang="en-US" sz="2800" i="1">
                          <a:solidFill>
                            <a:srgbClr val="FFFF00"/>
                          </a:solidFill>
                          <a:latin typeface="Cambria Math" panose="02040503050406030204" pitchFamily="18" charset="0"/>
                        </a:rPr>
                        <m:t>) </m:t>
                      </m:r>
                      <m:r>
                        <a:rPr lang="zh-CN" altLang="en-US" sz="2800" i="1" smtClean="0">
                          <a:solidFill>
                            <a:schemeClr val="bg1"/>
                          </a:solidFill>
                          <a:latin typeface="Cambria Math" panose="02040503050406030204" pitchFamily="18" charset="0"/>
                        </a:rPr>
                        <m:t>且</m:t>
                      </m:r>
                      <m:r>
                        <a:rPr lang="zh-CN" altLang="en-US" sz="2800" i="1" smtClean="0">
                          <a:solidFill>
                            <a:schemeClr val="bg1"/>
                          </a:solidFill>
                          <a:latin typeface="Cambria Math" panose="02040503050406030204" pitchFamily="18" charset="0"/>
                        </a:rPr>
                        <m:t> </m:t>
                      </m:r>
                      <m:acc>
                        <m:accPr>
                          <m:chr m:val="̇"/>
                          <m:ctrlPr>
                            <a:rPr lang="zh-CN" altLang="en-US" sz="2800" i="1" smtClean="0">
                              <a:solidFill>
                                <a:srgbClr val="FFFF00"/>
                              </a:solidFill>
                              <a:latin typeface="Cambria Math" panose="02040503050406030204" pitchFamily="18" charset="0"/>
                            </a:rPr>
                          </m:ctrlPr>
                        </m:accPr>
                        <m:e>
                          <m:r>
                            <a:rPr lang="zh-CN" altLang="en-US" sz="2800" i="1">
                              <a:solidFill>
                                <a:srgbClr val="FFFF00"/>
                              </a:solidFill>
                              <a:latin typeface="Cambria Math" panose="02040503050406030204" pitchFamily="18" charset="0"/>
                            </a:rPr>
                            <m:t>𝑉</m:t>
                          </m:r>
                        </m:e>
                      </m:acc>
                      <m:r>
                        <a:rPr lang="zh-CN" altLang="en-US" sz="2800" i="1">
                          <a:solidFill>
                            <a:srgbClr val="FFFF00"/>
                          </a:solidFill>
                          <a:latin typeface="Cambria Math" panose="02040503050406030204" pitchFamily="18" charset="0"/>
                        </a:rPr>
                        <m:t>(</m:t>
                      </m:r>
                      <m:r>
                        <a:rPr lang="zh-CN" altLang="en-US" sz="2800" b="1" i="1">
                          <a:solidFill>
                            <a:srgbClr val="FFFF00"/>
                          </a:solidFill>
                          <a:latin typeface="Cambria Math" panose="02040503050406030204" pitchFamily="18" charset="0"/>
                        </a:rPr>
                        <m:t>𝒙</m:t>
                      </m:r>
                      <m:r>
                        <a:rPr lang="zh-CN" altLang="en-US" sz="2800" i="1">
                          <a:solidFill>
                            <a:srgbClr val="FFFF00"/>
                          </a:solidFill>
                          <a:latin typeface="Cambria Math" panose="02040503050406030204" pitchFamily="18" charset="0"/>
                        </a:rPr>
                        <m:t>,</m:t>
                      </m:r>
                      <m:r>
                        <a:rPr lang="zh-CN" altLang="en-US" sz="2800" i="1">
                          <a:solidFill>
                            <a:srgbClr val="FFFF00"/>
                          </a:solidFill>
                          <a:latin typeface="Cambria Math" panose="02040503050406030204" pitchFamily="18" charset="0"/>
                        </a:rPr>
                        <m:t>𝑡</m:t>
                      </m:r>
                      <m:r>
                        <a:rPr lang="zh-CN" altLang="en-US" sz="2800" i="1">
                          <a:solidFill>
                            <a:srgbClr val="FFFF00"/>
                          </a:solidFill>
                          <a:latin typeface="Cambria Math" panose="02040503050406030204" pitchFamily="18" charset="0"/>
                        </a:rPr>
                        <m:t>)≤0,   ∀</m:t>
                      </m:r>
                      <m:r>
                        <a:rPr lang="zh-CN" altLang="en-US" sz="2800" i="1">
                          <a:solidFill>
                            <a:schemeClr val="bg1"/>
                          </a:solidFill>
                          <a:latin typeface="Cambria Math" panose="02040503050406030204" pitchFamily="18" charset="0"/>
                        </a:rPr>
                        <m:t>𝑡</m:t>
                      </m:r>
                      <m:r>
                        <a:rPr lang="zh-CN" altLang="en-US" sz="2800" i="1">
                          <a:solidFill>
                            <a:schemeClr val="bg1"/>
                          </a:solidFill>
                          <a:latin typeface="Cambria Math" panose="02040503050406030204" pitchFamily="18" charset="0"/>
                        </a:rPr>
                        <m:t>≥</m:t>
                      </m:r>
                      <m:sSub>
                        <m:sSubPr>
                          <m:ctrlPr>
                            <a:rPr lang="zh-CN" altLang="en-US" sz="2800" i="1">
                              <a:solidFill>
                                <a:schemeClr val="bg1"/>
                              </a:solidFill>
                              <a:latin typeface="Cambria Math" panose="02040503050406030204" pitchFamily="18" charset="0"/>
                            </a:rPr>
                          </m:ctrlPr>
                        </m:sSubPr>
                        <m:e>
                          <m:r>
                            <a:rPr lang="zh-CN" altLang="en-US" sz="2800" i="1">
                              <a:solidFill>
                                <a:schemeClr val="bg1"/>
                              </a:solidFill>
                              <a:latin typeface="Cambria Math" panose="02040503050406030204" pitchFamily="18" charset="0"/>
                            </a:rPr>
                            <m:t>𝑡</m:t>
                          </m:r>
                        </m:e>
                        <m:sub>
                          <m:r>
                            <a:rPr lang="zh-CN" altLang="en-US" sz="2800" i="1">
                              <a:solidFill>
                                <a:schemeClr val="bg1"/>
                              </a:solidFill>
                              <a:latin typeface="Cambria Math" panose="02040503050406030204" pitchFamily="18" charset="0"/>
                            </a:rPr>
                            <m:t>0</m:t>
                          </m:r>
                        </m:sub>
                      </m:sSub>
                    </m:oMath>
                  </m:oMathPara>
                </a14:m>
                <a:endParaRPr lang="zh-CN" altLang="en-US" sz="2800" b="1" dirty="0"/>
              </a:p>
            </p:txBody>
          </p:sp>
        </mc:Choice>
        <mc:Fallback xmlns="">
          <p:sp>
            <p:nvSpPr>
              <p:cNvPr id="35" name="内容占位符 2"/>
              <p:cNvSpPr txBox="1">
                <a:spLocks noRot="1" noChangeAspect="1" noMove="1" noResize="1" noEditPoints="1" noAdjustHandles="1" noChangeArrowheads="1" noChangeShapeType="1" noTextEdit="1"/>
              </p:cNvSpPr>
              <p:nvPr/>
            </p:nvSpPr>
            <p:spPr>
              <a:xfrm>
                <a:off x="438472" y="4293096"/>
                <a:ext cx="8382000" cy="1928141"/>
              </a:xfrm>
              <a:prstGeom prst="rect">
                <a:avLst/>
              </a:prstGeom>
              <a:blipFill>
                <a:blip r:embed="rId5"/>
                <a:stretch>
                  <a:fillRect l="-582"/>
                </a:stretch>
              </a:blipFill>
            </p:spPr>
            <p:txBody>
              <a:bodyPr/>
              <a:lstStyle/>
              <a:p>
                <a:r>
                  <a:rPr lang="zh-CN" altLang="en-US">
                    <a:noFill/>
                  </a:rPr>
                  <a:t> </a:t>
                </a:r>
              </a:p>
            </p:txBody>
          </p:sp>
        </mc:Fallback>
      </mc:AlternateContent>
      <p:sp>
        <p:nvSpPr>
          <p:cNvPr id="16" name="日期占位符 3"/>
          <p:cNvSpPr txBox="1">
            <a:spLocks/>
          </p:cNvSpPr>
          <p:nvPr/>
        </p:nvSpPr>
        <p:spPr>
          <a:xfrm>
            <a:off x="457200" y="6476999"/>
            <a:ext cx="2133600" cy="274320"/>
          </a:xfrm>
          <a:prstGeom prst="rect">
            <a:avLst/>
          </a:prstGeom>
        </p:spPr>
        <p:txBody>
          <a:bodyPr vert="horz" lIns="109728" rIns="45720" bIns="0" rtlCol="0" anchor="b"/>
          <a:lstStyle>
            <a:defPPr>
              <a:defRPr lang="zh-CN"/>
            </a:defPPr>
            <a:lvl1pPr marL="0" algn="l" defTabSz="914400" rtl="0" eaLnBrk="1" latinLnBrk="0" hangingPunct="1">
              <a:defRPr kumimoji="0" sz="1800" kern="1200">
                <a:solidFill>
                  <a:srgbClr val="FF0000"/>
                </a:solidFill>
                <a:latin typeface="Times New Roman" pitchFamily="18" charset="0"/>
                <a:ea typeface="+mn-ea"/>
                <a:cs typeface="Times New Roman" pitchFamily="18"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dirty="0"/>
          </a:p>
        </p:txBody>
      </p:sp>
      <p:sp>
        <p:nvSpPr>
          <p:cNvPr id="15" name="内容占位符 2">
            <a:extLst>
              <a:ext uri="{FF2B5EF4-FFF2-40B4-BE49-F238E27FC236}">
                <a16:creationId xmlns:a16="http://schemas.microsoft.com/office/drawing/2014/main" id="{B47E21F4-9078-03EC-1849-01574E188A53}"/>
              </a:ext>
            </a:extLst>
          </p:cNvPr>
          <p:cNvSpPr txBox="1">
            <a:spLocks/>
          </p:cNvSpPr>
          <p:nvPr/>
        </p:nvSpPr>
        <p:spPr>
          <a:xfrm>
            <a:off x="3741348" y="5954954"/>
            <a:ext cx="1776248" cy="659205"/>
          </a:xfrm>
          <a:prstGeom prst="rect">
            <a:avLst/>
          </a:prstGeom>
        </p:spPr>
        <p:txBody>
          <a:bodyPr vert="horz" lIns="54864" tIns="91440" rtlCol="0">
            <a:normAutofit/>
          </a:bodyPr>
          <a:lstStyle>
            <a:lvl1pPr marL="438912" indent="-320040" algn="l" rtl="0" eaLnBrk="1" latinLnBrk="0" hangingPunct="1">
              <a:spcBef>
                <a:spcPts val="0"/>
              </a:spcBef>
              <a:buClr>
                <a:schemeClr val="accent1"/>
              </a:buClr>
              <a:buSzPct val="80000"/>
              <a:buFont typeface="Wingdings 2"/>
              <a:buChar char=""/>
              <a:defRPr kumimoji="0" sz="3200" kern="1200">
                <a:solidFill>
                  <a:schemeClr val="bg1"/>
                </a:solidFill>
                <a:latin typeface="Times New Roman" pitchFamily="18" charset="0"/>
                <a:ea typeface="+mn-ea"/>
                <a:cs typeface="Times New Roman" pitchFamily="18" charset="0"/>
              </a:defRPr>
            </a:lvl1pPr>
            <a:lvl2pPr marL="731520" indent="-274320" algn="l" rtl="0" eaLnBrk="1" latinLnBrk="0" hangingPunct="1">
              <a:spcBef>
                <a:spcPct val="20000"/>
              </a:spcBef>
              <a:buClr>
                <a:schemeClr val="accent2"/>
              </a:buClr>
              <a:buSzPct val="90000"/>
              <a:buFont typeface="Wingdings"/>
              <a:buChar char=""/>
              <a:defRPr kumimoji="0" sz="2800" kern="1200">
                <a:solidFill>
                  <a:schemeClr val="bg1"/>
                </a:solidFill>
                <a:latin typeface="Times New Roman" pitchFamily="18" charset="0"/>
                <a:ea typeface="+mn-ea"/>
                <a:cs typeface="Times New Roman" pitchFamily="18" charset="0"/>
              </a:defRPr>
            </a:lvl2pPr>
            <a:lvl3pPr marL="996696" indent="-228600" algn="l" rtl="0" eaLnBrk="1" latinLnBrk="0" hangingPunct="1">
              <a:spcBef>
                <a:spcPct val="20000"/>
              </a:spcBef>
              <a:buClr>
                <a:schemeClr val="accent3"/>
              </a:buClr>
              <a:buFont typeface="Arial"/>
              <a:buChar char="▪"/>
              <a:defRPr kumimoji="0" sz="2400" kern="1200">
                <a:solidFill>
                  <a:schemeClr val="bg1"/>
                </a:solidFill>
                <a:latin typeface="Times New Roman" pitchFamily="18" charset="0"/>
                <a:ea typeface="+mn-ea"/>
                <a:cs typeface="Times New Roman" pitchFamily="18" charset="0"/>
              </a:defRPr>
            </a:lvl3pPr>
            <a:lvl4pPr marL="1216152" indent="-182880" algn="l" rtl="0" eaLnBrk="1" latinLnBrk="0" hangingPunct="1">
              <a:spcBef>
                <a:spcPct val="20000"/>
              </a:spcBef>
              <a:buClr>
                <a:schemeClr val="accent4"/>
              </a:buClr>
              <a:buFont typeface="Arial"/>
              <a:buChar char="▪"/>
              <a:defRPr kumimoji="0" sz="2000" kern="1200">
                <a:solidFill>
                  <a:schemeClr val="bg1"/>
                </a:solidFill>
                <a:latin typeface="Times New Roman" pitchFamily="18" charset="0"/>
                <a:ea typeface="+mn-ea"/>
                <a:cs typeface="Times New Roman" pitchFamily="18" charset="0"/>
              </a:defRPr>
            </a:lvl4pPr>
            <a:lvl5pPr marL="1426464" indent="-182880" algn="l" rtl="0" eaLnBrk="1" latinLnBrk="0" hangingPunct="1">
              <a:spcBef>
                <a:spcPct val="20000"/>
              </a:spcBef>
              <a:buClr>
                <a:schemeClr val="accent5"/>
              </a:buClr>
              <a:buFont typeface="Wingdings 3"/>
              <a:buChar char=""/>
              <a:defRPr kumimoji="0" lang="en-US" sz="2000" kern="1200" smtClean="0">
                <a:solidFill>
                  <a:schemeClr val="tx1"/>
                </a:solidFill>
                <a:latin typeface="Times New Roman" pitchFamily="18" charset="0"/>
                <a:ea typeface="+mn-ea"/>
                <a:cs typeface="Times New Roman" pitchFamily="18" charset="0"/>
              </a:defRPr>
            </a:lvl5pPr>
            <a:lvl6pPr marL="1627632" indent="-182880" algn="l" rtl="0" eaLnBrk="1" latinLnBrk="0" hangingPunct="1">
              <a:spcBef>
                <a:spcPct val="20000"/>
              </a:spcBef>
              <a:buClr>
                <a:schemeClr val="accent6"/>
              </a:buClr>
              <a:buSzPct val="100000"/>
              <a:buFont typeface="Wingdings 2"/>
              <a:buChar char=""/>
              <a:defRPr kumimoji="0" sz="2000" kern="1200">
                <a:solidFill>
                  <a:schemeClr val="tx1"/>
                </a:solidFill>
                <a:latin typeface="+mn-lt"/>
                <a:ea typeface="+mn-ea"/>
                <a:cs typeface="+mn-cs"/>
              </a:defRPr>
            </a:lvl6pPr>
            <a:lvl7pPr marL="1828800" indent="-182880" algn="l" rtl="0" eaLnBrk="1" latinLnBrk="0" hangingPunct="1">
              <a:spcBef>
                <a:spcPct val="20000"/>
              </a:spcBef>
              <a:buClr>
                <a:schemeClr val="accent1"/>
              </a:buClr>
              <a:buSzPct val="100000"/>
              <a:buFont typeface="Wingdings 2"/>
              <a:buChar char=""/>
              <a:defRPr kumimoji="0" sz="1800" kern="1200">
                <a:solidFill>
                  <a:schemeClr val="tx1"/>
                </a:solidFill>
                <a:latin typeface="+mn-lt"/>
                <a:ea typeface="+mn-ea"/>
                <a:cs typeface="+mn-cs"/>
              </a:defRPr>
            </a:lvl7pPr>
            <a:lvl8pPr marL="2029968" indent="-182880" algn="l" rtl="0" eaLnBrk="1" latinLnBrk="0" hangingPunct="1">
              <a:spcBef>
                <a:spcPct val="20000"/>
              </a:spcBef>
              <a:buClr>
                <a:schemeClr val="accent2"/>
              </a:buClr>
              <a:buFont typeface="Wingdings 2" pitchFamily="18" charset="2"/>
              <a:buChar char=""/>
              <a:defRPr kumimoji="0" sz="1800" kern="1200">
                <a:solidFill>
                  <a:schemeClr val="tx1"/>
                </a:solidFill>
                <a:latin typeface="+mn-lt"/>
                <a:ea typeface="+mn-ea"/>
                <a:cs typeface="+mn-cs"/>
              </a:defRPr>
            </a:lvl8pPr>
            <a:lvl9pPr marL="2231136" indent="-182880" algn="l" rtl="0" eaLnBrk="1" latinLnBrk="0" hangingPunct="1">
              <a:spcBef>
                <a:spcPct val="20000"/>
              </a:spcBef>
              <a:buClr>
                <a:schemeClr val="accent3"/>
              </a:buClr>
              <a:buFont typeface="Wingdings 2" pitchFamily="18" charset="2"/>
              <a:buChar char=""/>
              <a:defRPr kumimoji="0" sz="1800" kern="1200" baseline="0">
                <a:solidFill>
                  <a:schemeClr val="tx1"/>
                </a:solidFill>
                <a:latin typeface="+mn-lt"/>
                <a:ea typeface="+mn-ea"/>
                <a:cs typeface="+mn-cs"/>
              </a:defRPr>
            </a:lvl9pPr>
            <a:extLst/>
          </a:lstStyle>
          <a:p>
            <a:pPr marL="118872" indent="0">
              <a:lnSpc>
                <a:spcPts val="4000"/>
              </a:lnSpc>
              <a:buNone/>
            </a:pPr>
            <a:r>
              <a:rPr lang="zh-CN" altLang="en-US" sz="2800" b="1" dirty="0"/>
              <a:t>负半定？</a:t>
            </a:r>
          </a:p>
        </p:txBody>
      </p:sp>
    </p:spTree>
    <p:custDataLst>
      <p:tags r:id="rId1"/>
    </p:custDataLst>
    <p:extLst>
      <p:ext uri="{BB962C8B-B14F-4D97-AF65-F5344CB8AC3E}">
        <p14:creationId xmlns:p14="http://schemas.microsoft.com/office/powerpoint/2010/main" val="10678183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5"/>
                                        </p:tgtEl>
                                        <p:attrNameLst>
                                          <p:attrName>style.visibility</p:attrName>
                                        </p:attrNameLst>
                                      </p:cBhvr>
                                      <p:to>
                                        <p:strVal val="visible"/>
                                      </p:to>
                                    </p:set>
                                    <p:anim calcmode="lin" valueType="num">
                                      <p:cBhvr additive="base">
                                        <p:cTn id="7" dur="500" fill="hold"/>
                                        <p:tgtEl>
                                          <p:spTgt spid="35"/>
                                        </p:tgtEl>
                                        <p:attrNameLst>
                                          <p:attrName>ppt_x</p:attrName>
                                        </p:attrNameLst>
                                      </p:cBhvr>
                                      <p:tavLst>
                                        <p:tav tm="0">
                                          <p:val>
                                            <p:strVal val="#ppt_x"/>
                                          </p:val>
                                        </p:tav>
                                        <p:tav tm="100000">
                                          <p:val>
                                            <p:strVal val="#ppt_x"/>
                                          </p:val>
                                        </p:tav>
                                      </p:tavLst>
                                    </p:anim>
                                    <p:anim calcmode="lin" valueType="num">
                                      <p:cBhvr additive="base">
                                        <p:cTn id="8" dur="500" fill="hold"/>
                                        <p:tgtEl>
                                          <p:spTgt spid="35"/>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5"/>
                                        </p:tgtEl>
                                        <p:attrNameLst>
                                          <p:attrName>style.visibility</p:attrName>
                                        </p:attrNameLst>
                                      </p:cBhvr>
                                      <p:to>
                                        <p:strVal val="visible"/>
                                      </p:to>
                                    </p:set>
                                    <p:anim calcmode="lin" valueType="num">
                                      <p:cBhvr additive="base">
                                        <p:cTn id="13" dur="500" fill="hold"/>
                                        <p:tgtEl>
                                          <p:spTgt spid="15"/>
                                        </p:tgtEl>
                                        <p:attrNameLst>
                                          <p:attrName>ppt_x</p:attrName>
                                        </p:attrNameLst>
                                      </p:cBhvr>
                                      <p:tavLst>
                                        <p:tav tm="0">
                                          <p:val>
                                            <p:strVal val="#ppt_x"/>
                                          </p:val>
                                        </p:tav>
                                        <p:tav tm="100000">
                                          <p:val>
                                            <p:strVal val="#ppt_x"/>
                                          </p:val>
                                        </p:tav>
                                      </p:tavLst>
                                    </p:anim>
                                    <p:anim calcmode="lin" valueType="num">
                                      <p:cBhvr additive="base">
                                        <p:cTn id="14" dur="500" fill="hold"/>
                                        <p:tgtEl>
                                          <p:spTgt spid="1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 grpId="0"/>
      <p:bldP spid="15"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zh-CN" altLang="en-US" dirty="0"/>
              <a:t>非自治系统的</a:t>
            </a:r>
            <a:r>
              <a:rPr lang="en-US" altLang="zh-CN" dirty="0" err="1"/>
              <a:t>Lyapunov</a:t>
            </a:r>
            <a:r>
              <a:rPr lang="zh-CN" altLang="en-US" dirty="0"/>
              <a:t>定理</a:t>
            </a:r>
          </a:p>
        </p:txBody>
      </p:sp>
      <p:sp>
        <p:nvSpPr>
          <p:cNvPr id="7" name="灯片编号占位符 6"/>
          <p:cNvSpPr>
            <a:spLocks noGrp="1"/>
          </p:cNvSpPr>
          <p:nvPr>
            <p:ph type="sldNum" sz="quarter" idx="12"/>
          </p:nvPr>
        </p:nvSpPr>
        <p:spPr/>
        <p:txBody>
          <a:bodyPr/>
          <a:lstStyle/>
          <a:p>
            <a:fld id="{58C210BB-F110-452C-89E7-9EA0A8D47DCE}" type="slidenum">
              <a:rPr lang="zh-CN" altLang="en-US" smtClean="0"/>
              <a:pPr/>
              <a:t>32</a:t>
            </a:fld>
            <a:endParaRPr lang="zh-CN" altLang="en-US" dirty="0"/>
          </a:p>
        </p:txBody>
      </p:sp>
      <mc:AlternateContent xmlns:mc="http://schemas.openxmlformats.org/markup-compatibility/2006">
        <mc:Choice xmlns:a14="http://schemas.microsoft.com/office/drawing/2010/main" Requires="a14">
          <p:sp>
            <p:nvSpPr>
              <p:cNvPr id="19" name="内容占位符 2"/>
              <p:cNvSpPr txBox="1">
                <a:spLocks/>
              </p:cNvSpPr>
              <p:nvPr/>
            </p:nvSpPr>
            <p:spPr>
              <a:xfrm>
                <a:off x="438472" y="1052736"/>
                <a:ext cx="8382000" cy="5544616"/>
              </a:xfrm>
              <a:prstGeom prst="rect">
                <a:avLst/>
              </a:prstGeom>
            </p:spPr>
            <p:txBody>
              <a:bodyPr vert="horz" lIns="54864" tIns="91440" rtlCol="0">
                <a:normAutofit/>
              </a:bodyPr>
              <a:lstStyle>
                <a:lvl1pPr marL="438912" indent="-320040" algn="l" rtl="0" eaLnBrk="1" latinLnBrk="0" hangingPunct="1">
                  <a:spcBef>
                    <a:spcPts val="0"/>
                  </a:spcBef>
                  <a:buClr>
                    <a:schemeClr val="accent1"/>
                  </a:buClr>
                  <a:buSzPct val="80000"/>
                  <a:buFont typeface="Wingdings 2"/>
                  <a:buChar char=""/>
                  <a:defRPr kumimoji="0" sz="3200" kern="1200">
                    <a:solidFill>
                      <a:schemeClr val="bg1"/>
                    </a:solidFill>
                    <a:latin typeface="Times New Roman" pitchFamily="18" charset="0"/>
                    <a:ea typeface="+mn-ea"/>
                    <a:cs typeface="Times New Roman" pitchFamily="18" charset="0"/>
                  </a:defRPr>
                </a:lvl1pPr>
                <a:lvl2pPr marL="731520" indent="-274320" algn="l" rtl="0" eaLnBrk="1" latinLnBrk="0" hangingPunct="1">
                  <a:spcBef>
                    <a:spcPct val="20000"/>
                  </a:spcBef>
                  <a:buClr>
                    <a:schemeClr val="accent2"/>
                  </a:buClr>
                  <a:buSzPct val="90000"/>
                  <a:buFont typeface="Wingdings"/>
                  <a:buChar char=""/>
                  <a:defRPr kumimoji="0" sz="2800" kern="1200">
                    <a:solidFill>
                      <a:schemeClr val="bg1"/>
                    </a:solidFill>
                    <a:latin typeface="Times New Roman" pitchFamily="18" charset="0"/>
                    <a:ea typeface="+mn-ea"/>
                    <a:cs typeface="Times New Roman" pitchFamily="18" charset="0"/>
                  </a:defRPr>
                </a:lvl2pPr>
                <a:lvl3pPr marL="996696" indent="-228600" algn="l" rtl="0" eaLnBrk="1" latinLnBrk="0" hangingPunct="1">
                  <a:spcBef>
                    <a:spcPct val="20000"/>
                  </a:spcBef>
                  <a:buClr>
                    <a:schemeClr val="accent3"/>
                  </a:buClr>
                  <a:buFont typeface="Arial"/>
                  <a:buChar char="▪"/>
                  <a:defRPr kumimoji="0" sz="2400" kern="1200">
                    <a:solidFill>
                      <a:schemeClr val="bg1"/>
                    </a:solidFill>
                    <a:latin typeface="Times New Roman" pitchFamily="18" charset="0"/>
                    <a:ea typeface="+mn-ea"/>
                    <a:cs typeface="Times New Roman" pitchFamily="18" charset="0"/>
                  </a:defRPr>
                </a:lvl3pPr>
                <a:lvl4pPr marL="1216152" indent="-182880" algn="l" rtl="0" eaLnBrk="1" latinLnBrk="0" hangingPunct="1">
                  <a:spcBef>
                    <a:spcPct val="20000"/>
                  </a:spcBef>
                  <a:buClr>
                    <a:schemeClr val="accent4"/>
                  </a:buClr>
                  <a:buFont typeface="Arial"/>
                  <a:buChar char="▪"/>
                  <a:defRPr kumimoji="0" sz="2000" kern="1200">
                    <a:solidFill>
                      <a:schemeClr val="bg1"/>
                    </a:solidFill>
                    <a:latin typeface="Times New Roman" pitchFamily="18" charset="0"/>
                    <a:ea typeface="+mn-ea"/>
                    <a:cs typeface="Times New Roman" pitchFamily="18" charset="0"/>
                  </a:defRPr>
                </a:lvl4pPr>
                <a:lvl5pPr marL="1426464" indent="-182880" algn="l" rtl="0" eaLnBrk="1" latinLnBrk="0" hangingPunct="1">
                  <a:spcBef>
                    <a:spcPct val="20000"/>
                  </a:spcBef>
                  <a:buClr>
                    <a:schemeClr val="accent5"/>
                  </a:buClr>
                  <a:buFont typeface="Wingdings 3"/>
                  <a:buChar char=""/>
                  <a:defRPr kumimoji="0" lang="en-US" sz="2000" kern="1200" smtClean="0">
                    <a:solidFill>
                      <a:schemeClr val="tx1"/>
                    </a:solidFill>
                    <a:latin typeface="Times New Roman" pitchFamily="18" charset="0"/>
                    <a:ea typeface="+mn-ea"/>
                    <a:cs typeface="Times New Roman" pitchFamily="18" charset="0"/>
                  </a:defRPr>
                </a:lvl5pPr>
                <a:lvl6pPr marL="1627632" indent="-182880" algn="l" rtl="0" eaLnBrk="1" latinLnBrk="0" hangingPunct="1">
                  <a:spcBef>
                    <a:spcPct val="20000"/>
                  </a:spcBef>
                  <a:buClr>
                    <a:schemeClr val="accent6"/>
                  </a:buClr>
                  <a:buSzPct val="100000"/>
                  <a:buFont typeface="Wingdings 2"/>
                  <a:buChar char=""/>
                  <a:defRPr kumimoji="0" sz="2000" kern="1200">
                    <a:solidFill>
                      <a:schemeClr val="tx1"/>
                    </a:solidFill>
                    <a:latin typeface="+mn-lt"/>
                    <a:ea typeface="+mn-ea"/>
                    <a:cs typeface="+mn-cs"/>
                  </a:defRPr>
                </a:lvl6pPr>
                <a:lvl7pPr marL="1828800" indent="-182880" algn="l" rtl="0" eaLnBrk="1" latinLnBrk="0" hangingPunct="1">
                  <a:spcBef>
                    <a:spcPct val="20000"/>
                  </a:spcBef>
                  <a:buClr>
                    <a:schemeClr val="accent1"/>
                  </a:buClr>
                  <a:buSzPct val="100000"/>
                  <a:buFont typeface="Wingdings 2"/>
                  <a:buChar char=""/>
                  <a:defRPr kumimoji="0" sz="1800" kern="1200">
                    <a:solidFill>
                      <a:schemeClr val="tx1"/>
                    </a:solidFill>
                    <a:latin typeface="+mn-lt"/>
                    <a:ea typeface="+mn-ea"/>
                    <a:cs typeface="+mn-cs"/>
                  </a:defRPr>
                </a:lvl7pPr>
                <a:lvl8pPr marL="2029968" indent="-182880" algn="l" rtl="0" eaLnBrk="1" latinLnBrk="0" hangingPunct="1">
                  <a:spcBef>
                    <a:spcPct val="20000"/>
                  </a:spcBef>
                  <a:buClr>
                    <a:schemeClr val="accent2"/>
                  </a:buClr>
                  <a:buFont typeface="Wingdings 2" pitchFamily="18" charset="2"/>
                  <a:buChar char=""/>
                  <a:defRPr kumimoji="0" sz="1800" kern="1200">
                    <a:solidFill>
                      <a:schemeClr val="tx1"/>
                    </a:solidFill>
                    <a:latin typeface="+mn-lt"/>
                    <a:ea typeface="+mn-ea"/>
                    <a:cs typeface="+mn-cs"/>
                  </a:defRPr>
                </a:lvl8pPr>
                <a:lvl9pPr marL="2231136" indent="-182880" algn="l" rtl="0" eaLnBrk="1" latinLnBrk="0" hangingPunct="1">
                  <a:spcBef>
                    <a:spcPct val="20000"/>
                  </a:spcBef>
                  <a:buClr>
                    <a:schemeClr val="accent3"/>
                  </a:buClr>
                  <a:buFont typeface="Wingdings 2" pitchFamily="18" charset="2"/>
                  <a:buChar char=""/>
                  <a:defRPr kumimoji="0" sz="1800" kern="1200" baseline="0">
                    <a:solidFill>
                      <a:schemeClr val="tx1"/>
                    </a:solidFill>
                    <a:latin typeface="+mn-lt"/>
                    <a:ea typeface="+mn-ea"/>
                    <a:cs typeface="+mn-cs"/>
                  </a:defRPr>
                </a:lvl9pPr>
                <a:extLst/>
              </a:lstStyle>
              <a:p>
                <a:pPr marL="118872" indent="0">
                  <a:lnSpc>
                    <a:spcPts val="4000"/>
                  </a:lnSpc>
                  <a:buNone/>
                </a:pPr>
                <a:r>
                  <a:rPr lang="zh-CN" altLang="en-US" sz="2800" b="1" dirty="0">
                    <a:solidFill>
                      <a:srgbClr val="FFFF00"/>
                    </a:solidFill>
                  </a:rPr>
                  <a:t>定理</a:t>
                </a:r>
                <a:r>
                  <a:rPr lang="en-US" altLang="zh-CN" sz="2800" b="1" dirty="0">
                    <a:solidFill>
                      <a:srgbClr val="FFFF00"/>
                    </a:solidFill>
                  </a:rPr>
                  <a:t>1</a:t>
                </a:r>
                <a:r>
                  <a:rPr lang="zh-CN" altLang="en-US" sz="2800" b="1" dirty="0">
                    <a:solidFill>
                      <a:srgbClr val="FFFF00"/>
                    </a:solidFill>
                  </a:rPr>
                  <a:t>（续）：</a:t>
                </a:r>
                <a:r>
                  <a:rPr lang="zh-CN" altLang="en-US" sz="2800" b="1" dirty="0"/>
                  <a:t>考查</a:t>
                </a:r>
                <a:r>
                  <a:rPr lang="zh-CN" altLang="en-US" sz="2800" b="1" dirty="0">
                    <a:solidFill>
                      <a:schemeClr val="bg1"/>
                    </a:solidFill>
                  </a:rPr>
                  <a:t>系统 </a:t>
                </a:r>
                <a14:m>
                  <m:oMath xmlns:m="http://schemas.openxmlformats.org/officeDocument/2006/math">
                    <m:acc>
                      <m:accPr>
                        <m:chr m:val="̇"/>
                        <m:ctrlPr>
                          <a:rPr lang="zh-CN" altLang="en-US" sz="2800" i="1">
                            <a:solidFill>
                              <a:schemeClr val="bg1"/>
                            </a:solidFill>
                            <a:latin typeface="Cambria Math" panose="02040503050406030204" pitchFamily="18" charset="0"/>
                          </a:rPr>
                        </m:ctrlPr>
                      </m:accPr>
                      <m:e>
                        <m:r>
                          <a:rPr lang="zh-CN" altLang="en-US" sz="2800" b="1" i="1">
                            <a:solidFill>
                              <a:schemeClr val="bg1"/>
                            </a:solidFill>
                            <a:latin typeface="Cambria Math" panose="02040503050406030204" pitchFamily="18" charset="0"/>
                          </a:rPr>
                          <m:t>𝒙</m:t>
                        </m:r>
                      </m:e>
                    </m:acc>
                    <m:r>
                      <a:rPr lang="zh-CN" altLang="en-US" sz="2800" i="1">
                        <a:solidFill>
                          <a:schemeClr val="bg1"/>
                        </a:solidFill>
                        <a:latin typeface="Cambria Math" panose="02040503050406030204" pitchFamily="18" charset="0"/>
                      </a:rPr>
                      <m:t>=</m:t>
                    </m:r>
                    <m:r>
                      <a:rPr lang="zh-CN" altLang="en-US" sz="2800" b="1" i="1">
                        <a:solidFill>
                          <a:schemeClr val="bg1"/>
                        </a:solidFill>
                        <a:latin typeface="Cambria Math" panose="02040503050406030204" pitchFamily="18" charset="0"/>
                      </a:rPr>
                      <m:t>𝒇</m:t>
                    </m:r>
                    <m:r>
                      <a:rPr lang="zh-CN" altLang="en-US" sz="2800" b="1" i="1">
                        <a:solidFill>
                          <a:schemeClr val="bg1"/>
                        </a:solidFill>
                        <a:latin typeface="Cambria Math" panose="02040503050406030204" pitchFamily="18" charset="0"/>
                      </a:rPr>
                      <m:t>(</m:t>
                    </m:r>
                    <m:r>
                      <a:rPr lang="zh-CN" altLang="en-US" sz="2800" b="1" i="1">
                        <a:solidFill>
                          <a:schemeClr val="bg1"/>
                        </a:solidFill>
                        <a:latin typeface="Cambria Math" panose="02040503050406030204" pitchFamily="18" charset="0"/>
                      </a:rPr>
                      <m:t>𝒙</m:t>
                    </m:r>
                    <m:r>
                      <a:rPr lang="zh-CN" altLang="en-US" sz="2800" i="1">
                        <a:solidFill>
                          <a:schemeClr val="bg1"/>
                        </a:solidFill>
                        <a:latin typeface="Cambria Math" panose="02040503050406030204" pitchFamily="18" charset="0"/>
                      </a:rPr>
                      <m:t>,</m:t>
                    </m:r>
                    <m:r>
                      <a:rPr lang="zh-CN" altLang="en-US" sz="2800" i="1">
                        <a:solidFill>
                          <a:schemeClr val="bg1"/>
                        </a:solidFill>
                        <a:latin typeface="Cambria Math" panose="02040503050406030204" pitchFamily="18" charset="0"/>
                      </a:rPr>
                      <m:t>𝑡</m:t>
                    </m:r>
                    <m:r>
                      <a:rPr lang="zh-CN" altLang="en-US" sz="2800" i="1">
                        <a:solidFill>
                          <a:schemeClr val="bg1"/>
                        </a:solidFill>
                        <a:latin typeface="Cambria Math" panose="02040503050406030204" pitchFamily="18" charset="0"/>
                      </a:rPr>
                      <m:t>)</m:t>
                    </m:r>
                  </m:oMath>
                </a14:m>
                <a:r>
                  <a:rPr lang="zh-CN" altLang="en-US" sz="2800" b="1" dirty="0">
                    <a:solidFill>
                      <a:schemeClr val="bg1"/>
                    </a:solidFill>
                  </a:rPr>
                  <a:t>和平衡点</a:t>
                </a:r>
                <a14:m>
                  <m:oMath xmlns:m="http://schemas.openxmlformats.org/officeDocument/2006/math">
                    <m:r>
                      <a:rPr lang="zh-CN" altLang="en-US" sz="2800" b="1" i="1">
                        <a:solidFill>
                          <a:schemeClr val="bg1"/>
                        </a:solidFill>
                        <a:latin typeface="Cambria Math" panose="02040503050406030204" pitchFamily="18" charset="0"/>
                      </a:rPr>
                      <m:t>𝒙</m:t>
                    </m:r>
                    <m:r>
                      <a:rPr lang="zh-CN" altLang="en-US" sz="2800" i="1">
                        <a:solidFill>
                          <a:schemeClr val="bg1"/>
                        </a:solidFill>
                        <a:latin typeface="Cambria Math" panose="02040503050406030204" pitchFamily="18" charset="0"/>
                      </a:rPr>
                      <m:t>=</m:t>
                    </m:r>
                    <m:r>
                      <a:rPr lang="zh-CN" altLang="en-US" sz="2800" i="1">
                        <a:solidFill>
                          <a:schemeClr val="bg1"/>
                        </a:solidFill>
                        <a:latin typeface="Cambria Math" panose="02040503050406030204" pitchFamily="18" charset="0"/>
                      </a:rPr>
                      <m:t>0</m:t>
                    </m:r>
                  </m:oMath>
                </a14:m>
                <a:r>
                  <a:rPr lang="zh-CN" altLang="en-US" sz="2800" b="1" dirty="0"/>
                  <a:t>的邻域 </a:t>
                </a:r>
                <a14:m>
                  <m:oMath xmlns:m="http://schemas.openxmlformats.org/officeDocument/2006/math">
                    <m:r>
                      <a:rPr lang="zh-CN" altLang="en-US" sz="2800" i="1" smtClean="0">
                        <a:solidFill>
                          <a:schemeClr val="bg1"/>
                        </a:solidFill>
                        <a:latin typeface="Cambria Math" panose="02040503050406030204" pitchFamily="18" charset="0"/>
                      </a:rPr>
                      <m:t>𝐷</m:t>
                    </m:r>
                  </m:oMath>
                </a14:m>
                <a:r>
                  <a:rPr lang="zh-CN" altLang="en-US" sz="2800" b="1" dirty="0"/>
                  <a:t>。取连续可微标量函数 </a:t>
                </a:r>
                <a14:m>
                  <m:oMath xmlns:m="http://schemas.openxmlformats.org/officeDocument/2006/math">
                    <m:r>
                      <a:rPr lang="zh-CN" altLang="en-US" sz="2800" i="1" smtClean="0">
                        <a:solidFill>
                          <a:srgbClr val="FFFF00"/>
                        </a:solidFill>
                        <a:latin typeface="Cambria Math" panose="02040503050406030204" pitchFamily="18" charset="0"/>
                      </a:rPr>
                      <m:t>𝑉</m:t>
                    </m:r>
                    <m:r>
                      <a:rPr lang="zh-CN" altLang="en-US" sz="2800" i="0">
                        <a:solidFill>
                          <a:srgbClr val="FFFF00"/>
                        </a:solidFill>
                        <a:latin typeface="Cambria Math" panose="02040503050406030204" pitchFamily="18" charset="0"/>
                      </a:rPr>
                      <m:t>:</m:t>
                    </m:r>
                    <m:r>
                      <a:rPr lang="zh-CN" altLang="en-US" sz="2800" i="1">
                        <a:solidFill>
                          <a:srgbClr val="FFFF00"/>
                        </a:solidFill>
                        <a:latin typeface="Cambria Math" panose="02040503050406030204" pitchFamily="18" charset="0"/>
                      </a:rPr>
                      <m:t>𝐷</m:t>
                    </m:r>
                    <m:r>
                      <a:rPr lang="zh-CN" altLang="en-US" sz="2800" i="1">
                        <a:solidFill>
                          <a:srgbClr val="FFFF00"/>
                        </a:solidFill>
                        <a:latin typeface="Cambria Math" panose="02040503050406030204" pitchFamily="18" charset="0"/>
                      </a:rPr>
                      <m:t>×[</m:t>
                    </m:r>
                    <m:r>
                      <m:rPr>
                        <m:nor/>
                      </m:rPr>
                      <a:rPr lang="zh-CN" altLang="en-US" sz="2800" i="0">
                        <a:solidFill>
                          <a:srgbClr val="FFFF00"/>
                        </a:solidFill>
                        <a:latin typeface="Cambria Math" panose="02040503050406030204" pitchFamily="18" charset="0"/>
                      </a:rPr>
                      <m:t>0</m:t>
                    </m:r>
                    <m:r>
                      <m:rPr>
                        <m:nor/>
                      </m:rPr>
                      <a:rPr lang="zh-CN" altLang="en-US" sz="2800" i="0">
                        <a:solidFill>
                          <a:srgbClr val="FFFF00"/>
                        </a:solidFill>
                        <a:latin typeface="Cambria Math" panose="02040503050406030204" pitchFamily="18" charset="0"/>
                      </a:rPr>
                      <m:t>,</m:t>
                    </m:r>
                    <m:r>
                      <a:rPr lang="zh-CN" altLang="en-US" sz="2800" i="1">
                        <a:solidFill>
                          <a:srgbClr val="FFFF00"/>
                        </a:solidFill>
                        <a:latin typeface="Cambria Math" panose="02040503050406030204" pitchFamily="18" charset="0"/>
                      </a:rPr>
                      <m:t>∞</m:t>
                    </m:r>
                    <m:r>
                      <a:rPr lang="zh-CN" altLang="en-US" sz="2800" i="1">
                        <a:solidFill>
                          <a:srgbClr val="FFFF00"/>
                        </a:solidFill>
                        <a:latin typeface="Cambria Math" panose="02040503050406030204" pitchFamily="18" charset="0"/>
                      </a:rPr>
                      <m:t>)→</m:t>
                    </m:r>
                    <m:r>
                      <a:rPr lang="zh-CN" altLang="en-US" sz="2800" i="1">
                        <a:solidFill>
                          <a:srgbClr val="FFFF00"/>
                        </a:solidFill>
                        <a:latin typeface="Cambria Math" panose="02040503050406030204" pitchFamily="18" charset="0"/>
                      </a:rPr>
                      <m:t>ℝ</m:t>
                    </m:r>
                  </m:oMath>
                </a14:m>
                <a:r>
                  <a:rPr lang="zh-CN" altLang="en-US" sz="2800" b="1" dirty="0"/>
                  <a:t> ，存在正定函数</a:t>
                </a:r>
                <a14:m>
                  <m:oMath xmlns:m="http://schemas.openxmlformats.org/officeDocument/2006/math">
                    <m:sSub>
                      <m:sSubPr>
                        <m:ctrlPr>
                          <a:rPr lang="zh-CN" altLang="en-US" sz="2800" i="1">
                            <a:latin typeface="Cambria Math" panose="02040503050406030204" pitchFamily="18" charset="0"/>
                          </a:rPr>
                        </m:ctrlPr>
                      </m:sSubPr>
                      <m:e>
                        <m:r>
                          <a:rPr lang="zh-CN" altLang="en-US" sz="2800" i="1">
                            <a:latin typeface="Cambria Math" panose="02040503050406030204" pitchFamily="18" charset="0"/>
                          </a:rPr>
                          <m:t>𝑊</m:t>
                        </m:r>
                      </m:e>
                      <m:sub>
                        <m:r>
                          <a:rPr lang="en-US" altLang="zh-CN" sz="2800" b="0" i="1" smtClean="0">
                            <a:latin typeface="Cambria Math" panose="02040503050406030204" pitchFamily="18" charset="0"/>
                          </a:rPr>
                          <m:t>1</m:t>
                        </m:r>
                      </m:sub>
                    </m:sSub>
                    <m:r>
                      <a:rPr lang="zh-CN" altLang="en-US" sz="2800" i="1">
                        <a:latin typeface="Cambria Math" panose="02040503050406030204" pitchFamily="18" charset="0"/>
                      </a:rPr>
                      <m:t>(</m:t>
                    </m:r>
                    <m:r>
                      <a:rPr lang="zh-CN" altLang="en-US" sz="2800" i="1">
                        <a:latin typeface="Cambria Math" panose="02040503050406030204" pitchFamily="18" charset="0"/>
                      </a:rPr>
                      <m:t>𝑥</m:t>
                    </m:r>
                    <m:r>
                      <a:rPr lang="zh-CN" altLang="en-US" sz="2800" i="1">
                        <a:latin typeface="Cambria Math" panose="02040503050406030204" pitchFamily="18" charset="0"/>
                      </a:rPr>
                      <m:t>)</m:t>
                    </m:r>
                  </m:oMath>
                </a14:m>
                <a:r>
                  <a:rPr lang="zh-CN" altLang="en-US" sz="2800" b="1" dirty="0"/>
                  <a:t>和 </a:t>
                </a:r>
                <a14:m>
                  <m:oMath xmlns:m="http://schemas.openxmlformats.org/officeDocument/2006/math">
                    <m:sSub>
                      <m:sSubPr>
                        <m:ctrlPr>
                          <a:rPr lang="zh-CN" altLang="en-US" sz="2800" i="1">
                            <a:latin typeface="Cambria Math" panose="02040503050406030204" pitchFamily="18" charset="0"/>
                          </a:rPr>
                        </m:ctrlPr>
                      </m:sSubPr>
                      <m:e>
                        <m:r>
                          <a:rPr lang="zh-CN" altLang="en-US" sz="2800" i="1">
                            <a:latin typeface="Cambria Math" panose="02040503050406030204" pitchFamily="18" charset="0"/>
                          </a:rPr>
                          <m:t>𝑊</m:t>
                        </m:r>
                      </m:e>
                      <m:sub>
                        <m:r>
                          <a:rPr lang="zh-CN" altLang="en-US" sz="2800" i="1">
                            <a:latin typeface="Cambria Math" panose="02040503050406030204" pitchFamily="18" charset="0"/>
                          </a:rPr>
                          <m:t>2</m:t>
                        </m:r>
                      </m:sub>
                    </m:sSub>
                    <m:r>
                      <a:rPr lang="zh-CN" altLang="en-US" sz="2800" i="1">
                        <a:latin typeface="Cambria Math" panose="02040503050406030204" pitchFamily="18" charset="0"/>
                      </a:rPr>
                      <m:t>(</m:t>
                    </m:r>
                    <m:r>
                      <a:rPr lang="zh-CN" altLang="en-US" sz="2800" i="1">
                        <a:latin typeface="Cambria Math" panose="02040503050406030204" pitchFamily="18" charset="0"/>
                      </a:rPr>
                      <m:t>𝑥</m:t>
                    </m:r>
                    <m:r>
                      <a:rPr lang="zh-CN" altLang="en-US" sz="2800" i="1">
                        <a:latin typeface="Cambria Math" panose="02040503050406030204" pitchFamily="18" charset="0"/>
                      </a:rPr>
                      <m:t>)</m:t>
                    </m:r>
                  </m:oMath>
                </a14:m>
                <a:r>
                  <a:rPr lang="zh-CN" altLang="en-US" sz="2800" b="1" dirty="0"/>
                  <a:t>，</a:t>
                </a:r>
                <a:endParaRPr lang="en-US" altLang="zh-CN" sz="2800" b="1" dirty="0">
                  <a:solidFill>
                    <a:srgbClr val="FFFF00"/>
                  </a:solidFill>
                </a:endParaRPr>
              </a:p>
              <a:p>
                <a:pPr marL="118872" indent="0">
                  <a:lnSpc>
                    <a:spcPts val="4000"/>
                  </a:lnSpc>
                  <a:buNone/>
                </a:pPr>
                <a:br>
                  <a:rPr lang="en-US" altLang="zh-CN" sz="2800" b="1" dirty="0"/>
                </a:br>
                <a:r>
                  <a:rPr lang="en-US" altLang="zh-CN" sz="2800" b="1" dirty="0"/>
                  <a:t>(3) </a:t>
                </a:r>
                <a:r>
                  <a:rPr lang="zh-CN" altLang="en-US" sz="2800" b="1" dirty="0"/>
                  <a:t>平衡点（局部）</a:t>
                </a:r>
                <a:r>
                  <a:rPr lang="zh-CN" altLang="en-US" sz="2800" b="1" dirty="0">
                    <a:solidFill>
                      <a:srgbClr val="FFFF00"/>
                    </a:solidFill>
                  </a:rPr>
                  <a:t>一致渐进稳定</a:t>
                </a:r>
                <a:r>
                  <a:rPr lang="zh-CN" altLang="en-US" sz="2800" b="1" dirty="0"/>
                  <a:t>，如果</a:t>
                </a:r>
                <a:br>
                  <a:rPr lang="en-US" altLang="zh-CN" sz="2800" b="1" dirty="0"/>
                </a:br>
                <a:r>
                  <a:rPr lang="zh-CN" altLang="en-US" sz="2800" b="1" dirty="0"/>
                  <a:t>还存在</a:t>
                </a:r>
                <a:r>
                  <a:rPr lang="zh-CN" altLang="en-US" sz="2800" b="1" dirty="0">
                    <a:solidFill>
                      <a:srgbClr val="FFFF00"/>
                    </a:solidFill>
                  </a:rPr>
                  <a:t>正定函数</a:t>
                </a:r>
                <a14:m>
                  <m:oMath xmlns:m="http://schemas.openxmlformats.org/officeDocument/2006/math">
                    <m:sSub>
                      <m:sSubPr>
                        <m:ctrlPr>
                          <a:rPr lang="zh-CN" altLang="en-US" sz="2800" i="1" smtClean="0">
                            <a:solidFill>
                              <a:srgbClr val="FFFF00"/>
                            </a:solidFill>
                            <a:latin typeface="Cambria Math" panose="02040503050406030204" pitchFamily="18" charset="0"/>
                          </a:rPr>
                        </m:ctrlPr>
                      </m:sSubPr>
                      <m:e>
                        <m:r>
                          <a:rPr lang="zh-CN" altLang="en-US" sz="2800" i="1">
                            <a:solidFill>
                              <a:srgbClr val="FFFF00"/>
                            </a:solidFill>
                            <a:latin typeface="Cambria Math" panose="02040503050406030204" pitchFamily="18" charset="0"/>
                          </a:rPr>
                          <m:t>𝑊</m:t>
                        </m:r>
                      </m:e>
                      <m:sub>
                        <m:r>
                          <a:rPr lang="zh-CN" altLang="en-US" sz="2800" i="1">
                            <a:solidFill>
                              <a:srgbClr val="FFFF00"/>
                            </a:solidFill>
                            <a:latin typeface="Cambria Math" panose="02040503050406030204" pitchFamily="18" charset="0"/>
                          </a:rPr>
                          <m:t>3</m:t>
                        </m:r>
                      </m:sub>
                    </m:sSub>
                    <m:r>
                      <a:rPr lang="zh-CN" altLang="en-US" sz="2800" i="1">
                        <a:solidFill>
                          <a:srgbClr val="FFFF00"/>
                        </a:solidFill>
                        <a:latin typeface="Cambria Math" panose="02040503050406030204" pitchFamily="18" charset="0"/>
                      </a:rPr>
                      <m:t>(</m:t>
                    </m:r>
                    <m:r>
                      <a:rPr lang="zh-CN" altLang="en-US" sz="2800" b="1" i="1">
                        <a:solidFill>
                          <a:srgbClr val="FFFF00"/>
                        </a:solidFill>
                        <a:latin typeface="Cambria Math" panose="02040503050406030204" pitchFamily="18" charset="0"/>
                      </a:rPr>
                      <m:t>𝒙</m:t>
                    </m:r>
                    <m:r>
                      <a:rPr lang="zh-CN" altLang="en-US" sz="2800" i="1">
                        <a:solidFill>
                          <a:srgbClr val="FFFF00"/>
                        </a:solidFill>
                        <a:latin typeface="Cambria Math" panose="02040503050406030204" pitchFamily="18" charset="0"/>
                      </a:rPr>
                      <m:t>) </m:t>
                    </m:r>
                  </m:oMath>
                </a14:m>
                <a:r>
                  <a:rPr lang="zh-CN" altLang="en-US" sz="2800" b="1" dirty="0"/>
                  <a:t>，使得</a:t>
                </a:r>
                <a:br>
                  <a:rPr lang="en-US" altLang="zh-CN" sz="2800" i="1" dirty="0">
                    <a:solidFill>
                      <a:srgbClr val="00FFFF"/>
                    </a:solidFill>
                    <a:latin typeface="Cambria Math" panose="02040503050406030204" pitchFamily="18" charset="0"/>
                  </a:rPr>
                </a:br>
                <a14:m>
                  <m:oMathPara xmlns:m="http://schemas.openxmlformats.org/officeDocument/2006/math">
                    <m:oMathParaPr>
                      <m:jc m:val="centerGroup"/>
                    </m:oMathParaPr>
                    <m:oMath xmlns:m="http://schemas.openxmlformats.org/officeDocument/2006/math">
                      <m:sSub>
                        <m:sSubPr>
                          <m:ctrlPr>
                            <a:rPr lang="zh-CN" altLang="en-US" sz="2800" i="1" smtClean="0">
                              <a:solidFill>
                                <a:schemeClr val="bg1"/>
                              </a:solidFill>
                              <a:latin typeface="Cambria Math" panose="02040503050406030204" pitchFamily="18" charset="0"/>
                            </a:rPr>
                          </m:ctrlPr>
                        </m:sSubPr>
                        <m:e>
                          <m:r>
                            <a:rPr lang="zh-CN" altLang="en-US" sz="2800" i="1">
                              <a:solidFill>
                                <a:schemeClr val="bg1"/>
                              </a:solidFill>
                              <a:latin typeface="Cambria Math" panose="02040503050406030204" pitchFamily="18" charset="0"/>
                            </a:rPr>
                            <m:t>𝑊</m:t>
                          </m:r>
                        </m:e>
                        <m:sub>
                          <m:r>
                            <a:rPr lang="zh-CN" altLang="en-US" sz="2800" i="1">
                              <a:solidFill>
                                <a:schemeClr val="bg1"/>
                              </a:solidFill>
                              <a:latin typeface="Cambria Math" panose="02040503050406030204" pitchFamily="18" charset="0"/>
                            </a:rPr>
                            <m:t>1</m:t>
                          </m:r>
                        </m:sub>
                      </m:sSub>
                      <m:d>
                        <m:dPr>
                          <m:ctrlPr>
                            <a:rPr lang="zh-CN" altLang="en-US" sz="2800" i="1">
                              <a:solidFill>
                                <a:schemeClr val="bg1"/>
                              </a:solidFill>
                              <a:latin typeface="Cambria Math" panose="02040503050406030204" pitchFamily="18" charset="0"/>
                            </a:rPr>
                          </m:ctrlPr>
                        </m:dPr>
                        <m:e>
                          <m:r>
                            <a:rPr lang="zh-CN" altLang="en-US" sz="2800" b="1" i="1">
                              <a:solidFill>
                                <a:schemeClr val="bg1"/>
                              </a:solidFill>
                              <a:latin typeface="Cambria Math" panose="02040503050406030204" pitchFamily="18" charset="0"/>
                            </a:rPr>
                            <m:t>𝒙</m:t>
                          </m:r>
                        </m:e>
                      </m:d>
                      <m:r>
                        <a:rPr lang="zh-CN" altLang="en-US" sz="2800" i="1">
                          <a:solidFill>
                            <a:schemeClr val="bg1"/>
                          </a:solidFill>
                          <a:latin typeface="Cambria Math" panose="02040503050406030204" pitchFamily="18" charset="0"/>
                        </a:rPr>
                        <m:t>≤</m:t>
                      </m:r>
                      <m:r>
                        <a:rPr lang="zh-CN" altLang="en-US" sz="2800" i="1">
                          <a:solidFill>
                            <a:schemeClr val="bg1"/>
                          </a:solidFill>
                          <a:latin typeface="Cambria Math" panose="02040503050406030204" pitchFamily="18" charset="0"/>
                        </a:rPr>
                        <m:t>𝑉</m:t>
                      </m:r>
                      <m:d>
                        <m:dPr>
                          <m:ctrlPr>
                            <a:rPr lang="zh-CN" altLang="en-US" sz="2800" i="1">
                              <a:solidFill>
                                <a:schemeClr val="bg1"/>
                              </a:solidFill>
                              <a:latin typeface="Cambria Math" panose="02040503050406030204" pitchFamily="18" charset="0"/>
                            </a:rPr>
                          </m:ctrlPr>
                        </m:dPr>
                        <m:e>
                          <m:r>
                            <a:rPr lang="zh-CN" altLang="en-US" sz="2800" b="1" i="1">
                              <a:solidFill>
                                <a:schemeClr val="bg1"/>
                              </a:solidFill>
                              <a:latin typeface="Cambria Math" panose="02040503050406030204" pitchFamily="18" charset="0"/>
                            </a:rPr>
                            <m:t>𝒙</m:t>
                          </m:r>
                          <m:r>
                            <a:rPr lang="zh-CN" altLang="en-US" sz="2800" i="1">
                              <a:solidFill>
                                <a:schemeClr val="bg1"/>
                              </a:solidFill>
                              <a:latin typeface="Cambria Math" panose="02040503050406030204" pitchFamily="18" charset="0"/>
                            </a:rPr>
                            <m:t>,</m:t>
                          </m:r>
                          <m:r>
                            <a:rPr lang="zh-CN" altLang="en-US" sz="2800" i="1">
                              <a:solidFill>
                                <a:schemeClr val="bg1"/>
                              </a:solidFill>
                              <a:latin typeface="Cambria Math" panose="02040503050406030204" pitchFamily="18" charset="0"/>
                            </a:rPr>
                            <m:t>𝑡</m:t>
                          </m:r>
                        </m:e>
                      </m:d>
                      <m:r>
                        <a:rPr lang="zh-CN" altLang="en-US" sz="2800" i="1">
                          <a:solidFill>
                            <a:schemeClr val="bg1"/>
                          </a:solidFill>
                          <a:latin typeface="Cambria Math" panose="02040503050406030204" pitchFamily="18" charset="0"/>
                        </a:rPr>
                        <m:t>≤</m:t>
                      </m:r>
                      <m:sSub>
                        <m:sSubPr>
                          <m:ctrlPr>
                            <a:rPr lang="zh-CN" altLang="en-US" sz="2800" i="1">
                              <a:solidFill>
                                <a:schemeClr val="bg1"/>
                              </a:solidFill>
                              <a:latin typeface="Cambria Math" panose="02040503050406030204" pitchFamily="18" charset="0"/>
                            </a:rPr>
                          </m:ctrlPr>
                        </m:sSubPr>
                        <m:e>
                          <m:r>
                            <a:rPr lang="zh-CN" altLang="en-US" sz="2800" i="1">
                              <a:solidFill>
                                <a:schemeClr val="bg1"/>
                              </a:solidFill>
                              <a:latin typeface="Cambria Math" panose="02040503050406030204" pitchFamily="18" charset="0"/>
                            </a:rPr>
                            <m:t>𝑊</m:t>
                          </m:r>
                        </m:e>
                        <m:sub>
                          <m:r>
                            <a:rPr lang="zh-CN" altLang="en-US" sz="2800" i="1">
                              <a:solidFill>
                                <a:schemeClr val="bg1"/>
                              </a:solidFill>
                              <a:latin typeface="Cambria Math" panose="02040503050406030204" pitchFamily="18" charset="0"/>
                            </a:rPr>
                            <m:t>2</m:t>
                          </m:r>
                        </m:sub>
                      </m:sSub>
                      <m:d>
                        <m:dPr>
                          <m:ctrlPr>
                            <a:rPr lang="zh-CN" altLang="en-US" sz="2800" i="1">
                              <a:solidFill>
                                <a:schemeClr val="bg1"/>
                              </a:solidFill>
                              <a:latin typeface="Cambria Math" panose="02040503050406030204" pitchFamily="18" charset="0"/>
                            </a:rPr>
                          </m:ctrlPr>
                        </m:dPr>
                        <m:e>
                          <m:r>
                            <a:rPr lang="zh-CN" altLang="en-US" sz="2800" b="1" i="1">
                              <a:solidFill>
                                <a:schemeClr val="bg1"/>
                              </a:solidFill>
                              <a:latin typeface="Cambria Math" panose="02040503050406030204" pitchFamily="18" charset="0"/>
                            </a:rPr>
                            <m:t>𝒙</m:t>
                          </m:r>
                        </m:e>
                      </m:d>
                      <m:r>
                        <a:rPr lang="zh-CN" altLang="en-US" sz="2800" i="1">
                          <a:solidFill>
                            <a:schemeClr val="bg1"/>
                          </a:solidFill>
                          <a:latin typeface="Cambria Math" panose="02040503050406030204" pitchFamily="18" charset="0"/>
                        </a:rPr>
                        <m:t> </m:t>
                      </m:r>
                      <m:r>
                        <a:rPr lang="zh-CN" altLang="en-US" sz="2800" i="1">
                          <a:solidFill>
                            <a:schemeClr val="bg1"/>
                          </a:solidFill>
                          <a:latin typeface="Cambria Math" panose="02040503050406030204" pitchFamily="18" charset="0"/>
                        </a:rPr>
                        <m:t>且</m:t>
                      </m:r>
                      <m:r>
                        <a:rPr lang="zh-CN" altLang="en-US" sz="2800" i="1">
                          <a:solidFill>
                            <a:schemeClr val="bg1"/>
                          </a:solidFill>
                          <a:latin typeface="Cambria Math" panose="02040503050406030204" pitchFamily="18" charset="0"/>
                        </a:rPr>
                        <m:t> </m:t>
                      </m:r>
                    </m:oMath>
                    <m:oMath xmlns:m="http://schemas.openxmlformats.org/officeDocument/2006/math">
                      <m:acc>
                        <m:accPr>
                          <m:chr m:val="̇"/>
                          <m:ctrlPr>
                            <a:rPr lang="zh-CN" altLang="en-US" sz="2800" i="1" smtClean="0">
                              <a:solidFill>
                                <a:srgbClr val="FFFF00"/>
                              </a:solidFill>
                              <a:latin typeface="Cambria Math" panose="02040503050406030204" pitchFamily="18" charset="0"/>
                            </a:rPr>
                          </m:ctrlPr>
                        </m:accPr>
                        <m:e>
                          <m:r>
                            <a:rPr lang="zh-CN" altLang="en-US" sz="2800" i="1">
                              <a:solidFill>
                                <a:srgbClr val="FFFF00"/>
                              </a:solidFill>
                              <a:latin typeface="Cambria Math" panose="02040503050406030204" pitchFamily="18" charset="0"/>
                            </a:rPr>
                            <m:t>𝑉</m:t>
                          </m:r>
                        </m:e>
                      </m:acc>
                      <m:r>
                        <a:rPr lang="zh-CN" altLang="en-US" sz="2800" i="1">
                          <a:solidFill>
                            <a:srgbClr val="FFFF00"/>
                          </a:solidFill>
                          <a:latin typeface="Cambria Math" panose="02040503050406030204" pitchFamily="18" charset="0"/>
                        </a:rPr>
                        <m:t>(</m:t>
                      </m:r>
                      <m:r>
                        <a:rPr lang="zh-CN" altLang="en-US" sz="2800" b="1" i="1">
                          <a:solidFill>
                            <a:srgbClr val="FFFF00"/>
                          </a:solidFill>
                          <a:latin typeface="Cambria Math" panose="02040503050406030204" pitchFamily="18" charset="0"/>
                        </a:rPr>
                        <m:t>𝒙</m:t>
                      </m:r>
                      <m:r>
                        <a:rPr lang="zh-CN" altLang="en-US" sz="2800" i="1">
                          <a:solidFill>
                            <a:srgbClr val="FFFF00"/>
                          </a:solidFill>
                          <a:latin typeface="Cambria Math" panose="02040503050406030204" pitchFamily="18" charset="0"/>
                        </a:rPr>
                        <m:t>,</m:t>
                      </m:r>
                      <m:r>
                        <a:rPr lang="zh-CN" altLang="en-US" sz="2800" i="1">
                          <a:solidFill>
                            <a:srgbClr val="FFFF00"/>
                          </a:solidFill>
                          <a:latin typeface="Cambria Math" panose="02040503050406030204" pitchFamily="18" charset="0"/>
                        </a:rPr>
                        <m:t>𝑡</m:t>
                      </m:r>
                      <m:r>
                        <a:rPr lang="zh-CN" altLang="en-US" sz="2800" i="1">
                          <a:solidFill>
                            <a:srgbClr val="FFFF00"/>
                          </a:solidFill>
                          <a:latin typeface="Cambria Math" panose="02040503050406030204" pitchFamily="18" charset="0"/>
                        </a:rPr>
                        <m:t>)≤−</m:t>
                      </m:r>
                      <m:sSub>
                        <m:sSubPr>
                          <m:ctrlPr>
                            <a:rPr lang="zh-CN" altLang="en-US" sz="2800" i="1">
                              <a:solidFill>
                                <a:srgbClr val="FFFF00"/>
                              </a:solidFill>
                              <a:latin typeface="Cambria Math" panose="02040503050406030204" pitchFamily="18" charset="0"/>
                            </a:rPr>
                          </m:ctrlPr>
                        </m:sSubPr>
                        <m:e>
                          <m:r>
                            <a:rPr lang="zh-CN" altLang="en-US" sz="2800" i="1">
                              <a:solidFill>
                                <a:srgbClr val="FFFF00"/>
                              </a:solidFill>
                              <a:latin typeface="Cambria Math" panose="02040503050406030204" pitchFamily="18" charset="0"/>
                            </a:rPr>
                            <m:t>𝑊</m:t>
                          </m:r>
                        </m:e>
                        <m:sub>
                          <m:r>
                            <a:rPr lang="zh-CN" altLang="en-US" sz="2800" i="1">
                              <a:solidFill>
                                <a:srgbClr val="FFFF00"/>
                              </a:solidFill>
                              <a:latin typeface="Cambria Math" panose="02040503050406030204" pitchFamily="18" charset="0"/>
                            </a:rPr>
                            <m:t>3</m:t>
                          </m:r>
                        </m:sub>
                      </m:sSub>
                      <m:r>
                        <a:rPr lang="zh-CN" altLang="en-US" sz="2800" i="1">
                          <a:solidFill>
                            <a:srgbClr val="FFFF00"/>
                          </a:solidFill>
                          <a:latin typeface="Cambria Math" panose="02040503050406030204" pitchFamily="18" charset="0"/>
                        </a:rPr>
                        <m:t>(</m:t>
                      </m:r>
                      <m:r>
                        <a:rPr lang="zh-CN" altLang="en-US" sz="2800" b="1" i="1">
                          <a:solidFill>
                            <a:srgbClr val="FFFF00"/>
                          </a:solidFill>
                          <a:latin typeface="Cambria Math" panose="02040503050406030204" pitchFamily="18" charset="0"/>
                        </a:rPr>
                        <m:t>𝒙</m:t>
                      </m:r>
                      <m:r>
                        <a:rPr lang="zh-CN" altLang="en-US" sz="2800" i="1">
                          <a:solidFill>
                            <a:srgbClr val="FFFF00"/>
                          </a:solidFill>
                          <a:latin typeface="Cambria Math" panose="02040503050406030204" pitchFamily="18" charset="0"/>
                        </a:rPr>
                        <m:t>)</m:t>
                      </m:r>
                      <m:r>
                        <a:rPr lang="zh-CN" altLang="en-US" sz="2800" i="1">
                          <a:solidFill>
                            <a:schemeClr val="bg1"/>
                          </a:solidFill>
                          <a:latin typeface="Cambria Math" panose="02040503050406030204" pitchFamily="18" charset="0"/>
                        </a:rPr>
                        <m:t>,   ∀</m:t>
                      </m:r>
                      <m:r>
                        <a:rPr lang="zh-CN" altLang="en-US" sz="2800" i="1">
                          <a:solidFill>
                            <a:schemeClr val="bg1"/>
                          </a:solidFill>
                          <a:latin typeface="Cambria Math" panose="02040503050406030204" pitchFamily="18" charset="0"/>
                        </a:rPr>
                        <m:t>𝑡</m:t>
                      </m:r>
                      <m:r>
                        <a:rPr lang="zh-CN" altLang="en-US" sz="2800" i="1">
                          <a:solidFill>
                            <a:schemeClr val="bg1"/>
                          </a:solidFill>
                          <a:latin typeface="Cambria Math" panose="02040503050406030204" pitchFamily="18" charset="0"/>
                        </a:rPr>
                        <m:t>≥</m:t>
                      </m:r>
                      <m:sSub>
                        <m:sSubPr>
                          <m:ctrlPr>
                            <a:rPr lang="zh-CN" altLang="en-US" sz="2800" i="1">
                              <a:solidFill>
                                <a:schemeClr val="bg1"/>
                              </a:solidFill>
                              <a:latin typeface="Cambria Math" panose="02040503050406030204" pitchFamily="18" charset="0"/>
                            </a:rPr>
                          </m:ctrlPr>
                        </m:sSubPr>
                        <m:e>
                          <m:r>
                            <a:rPr lang="zh-CN" altLang="en-US" sz="2800" i="1">
                              <a:solidFill>
                                <a:schemeClr val="bg1"/>
                              </a:solidFill>
                              <a:latin typeface="Cambria Math" panose="02040503050406030204" pitchFamily="18" charset="0"/>
                            </a:rPr>
                            <m:t>𝑡</m:t>
                          </m:r>
                        </m:e>
                        <m:sub>
                          <m:r>
                            <a:rPr lang="zh-CN" altLang="en-US" sz="2800" i="1">
                              <a:solidFill>
                                <a:schemeClr val="bg1"/>
                              </a:solidFill>
                              <a:latin typeface="Cambria Math" panose="02040503050406030204" pitchFamily="18" charset="0"/>
                            </a:rPr>
                            <m:t>0</m:t>
                          </m:r>
                        </m:sub>
                      </m:sSub>
                    </m:oMath>
                  </m:oMathPara>
                </a14:m>
                <a:endParaRPr lang="en-US" altLang="zh-CN" sz="2800" b="1" dirty="0"/>
              </a:p>
              <a:p>
                <a:pPr marL="118872" indent="0">
                  <a:lnSpc>
                    <a:spcPts val="4000"/>
                  </a:lnSpc>
                  <a:buNone/>
                </a:pPr>
                <a:endParaRPr lang="en-US" altLang="zh-CN" sz="2800" b="1" dirty="0"/>
              </a:p>
              <a:p>
                <a:pPr marL="118872" indent="0">
                  <a:lnSpc>
                    <a:spcPts val="4000"/>
                  </a:lnSpc>
                  <a:buNone/>
                </a:pPr>
                <a:r>
                  <a:rPr lang="en-US" altLang="zh-CN" sz="2800" b="1" dirty="0"/>
                  <a:t>(4) </a:t>
                </a:r>
                <a:r>
                  <a:rPr lang="zh-CN" altLang="en-US" sz="2800" b="1" dirty="0"/>
                  <a:t>平衡点</a:t>
                </a:r>
                <a:r>
                  <a:rPr lang="zh-CN" altLang="en-US" sz="2800" b="1" dirty="0">
                    <a:solidFill>
                      <a:srgbClr val="FFFF00"/>
                    </a:solidFill>
                  </a:rPr>
                  <a:t>全局一致渐进稳定</a:t>
                </a:r>
                <a:r>
                  <a:rPr lang="zh-CN" altLang="en-US" sz="2800" b="1" dirty="0"/>
                  <a:t>，如果：</a:t>
                </a:r>
                <a:r>
                  <a:rPr lang="en-US" altLang="zh-CN" sz="2800" b="1" dirty="0"/>
                  <a:t> </a:t>
                </a:r>
                <a14:m>
                  <m:oMath xmlns:m="http://schemas.openxmlformats.org/officeDocument/2006/math">
                    <m:r>
                      <a:rPr lang="zh-CN" altLang="en-US" sz="2800" i="1" smtClean="0">
                        <a:solidFill>
                          <a:srgbClr val="FFFF00"/>
                        </a:solidFill>
                        <a:latin typeface="Cambria Math" panose="02040503050406030204" pitchFamily="18" charset="0"/>
                      </a:rPr>
                      <m:t>𝑉</m:t>
                    </m:r>
                    <m:r>
                      <a:rPr lang="en-US" altLang="zh-CN" sz="2800" b="0" i="1" smtClean="0">
                        <a:solidFill>
                          <a:srgbClr val="FFFF00"/>
                        </a:solidFill>
                        <a:latin typeface="Cambria Math" panose="02040503050406030204" pitchFamily="18" charset="0"/>
                      </a:rPr>
                      <m:t>(</m:t>
                    </m:r>
                    <m:r>
                      <a:rPr lang="en-US" altLang="zh-CN" sz="2800" b="1" i="1" smtClean="0">
                        <a:solidFill>
                          <a:srgbClr val="FFFF00"/>
                        </a:solidFill>
                        <a:latin typeface="Cambria Math" panose="02040503050406030204" pitchFamily="18" charset="0"/>
                      </a:rPr>
                      <m:t>𝒙</m:t>
                    </m:r>
                    <m:r>
                      <a:rPr lang="en-US" altLang="zh-CN" sz="2800" b="0" i="1" smtClean="0">
                        <a:solidFill>
                          <a:srgbClr val="FFFF00"/>
                        </a:solidFill>
                        <a:latin typeface="Cambria Math" panose="02040503050406030204" pitchFamily="18" charset="0"/>
                      </a:rPr>
                      <m:t>)</m:t>
                    </m:r>
                  </m:oMath>
                </a14:m>
                <a:r>
                  <a:rPr lang="zh-CN" altLang="en-US" sz="2800" b="1" dirty="0">
                    <a:solidFill>
                      <a:srgbClr val="FFFF00"/>
                    </a:solidFill>
                  </a:rPr>
                  <a:t>径向无界</a:t>
                </a:r>
                <a:endParaRPr lang="en-US" altLang="zh-CN" sz="2800" b="1" dirty="0">
                  <a:solidFill>
                    <a:srgbClr val="FFFF00"/>
                  </a:solidFill>
                </a:endParaRPr>
              </a:p>
            </p:txBody>
          </p:sp>
        </mc:Choice>
        <mc:Fallback>
          <p:sp>
            <p:nvSpPr>
              <p:cNvPr id="19" name="内容占位符 2"/>
              <p:cNvSpPr txBox="1">
                <a:spLocks noRot="1" noChangeAspect="1" noMove="1" noResize="1" noEditPoints="1" noAdjustHandles="1" noChangeArrowheads="1" noChangeShapeType="1" noTextEdit="1"/>
              </p:cNvSpPr>
              <p:nvPr/>
            </p:nvSpPr>
            <p:spPr>
              <a:xfrm>
                <a:off x="438472" y="1052736"/>
                <a:ext cx="8382000" cy="5544616"/>
              </a:xfrm>
              <a:prstGeom prst="rect">
                <a:avLst/>
              </a:prstGeom>
              <a:blipFill>
                <a:blip r:embed="rId4"/>
                <a:stretch>
                  <a:fillRect l="-582" r="-1455"/>
                </a:stretch>
              </a:blipFill>
            </p:spPr>
            <p:txBody>
              <a:bodyPr/>
              <a:lstStyle/>
              <a:p>
                <a:r>
                  <a:rPr lang="zh-CN" altLang="en-US">
                    <a:noFill/>
                  </a:rPr>
                  <a:t> </a:t>
                </a:r>
              </a:p>
            </p:txBody>
          </p:sp>
        </mc:Fallback>
      </mc:AlternateContent>
      <p:sp>
        <p:nvSpPr>
          <p:cNvPr id="16" name="日期占位符 3"/>
          <p:cNvSpPr txBox="1">
            <a:spLocks/>
          </p:cNvSpPr>
          <p:nvPr/>
        </p:nvSpPr>
        <p:spPr>
          <a:xfrm>
            <a:off x="457200" y="6476999"/>
            <a:ext cx="2133600" cy="274320"/>
          </a:xfrm>
          <a:prstGeom prst="rect">
            <a:avLst/>
          </a:prstGeom>
        </p:spPr>
        <p:txBody>
          <a:bodyPr vert="horz" lIns="109728" rIns="45720" bIns="0" rtlCol="0" anchor="b"/>
          <a:lstStyle>
            <a:defPPr>
              <a:defRPr lang="zh-CN"/>
            </a:defPPr>
            <a:lvl1pPr marL="0" algn="l" defTabSz="914400" rtl="0" eaLnBrk="1" latinLnBrk="0" hangingPunct="1">
              <a:defRPr kumimoji="0" sz="1800" kern="1200">
                <a:solidFill>
                  <a:srgbClr val="FF0000"/>
                </a:solidFill>
                <a:latin typeface="Times New Roman" pitchFamily="18" charset="0"/>
                <a:ea typeface="+mn-ea"/>
                <a:cs typeface="Times New Roman" pitchFamily="18"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dirty="0"/>
          </a:p>
        </p:txBody>
      </p:sp>
    </p:spTree>
    <p:custDataLst>
      <p:tags r:id="rId1"/>
    </p:custDataLst>
    <p:extLst>
      <p:ext uri="{BB962C8B-B14F-4D97-AF65-F5344CB8AC3E}">
        <p14:creationId xmlns:p14="http://schemas.microsoft.com/office/powerpoint/2010/main" val="399340261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sz="3600" dirty="0"/>
              <a:t>一致稳定性判定中</a:t>
            </a:r>
            <a:r>
              <a:rPr lang="en-US" altLang="zh-CN" sz="3600" i="1" dirty="0"/>
              <a:t>V</a:t>
            </a:r>
            <a:r>
              <a:rPr lang="zh-CN" altLang="en-US" sz="3600" dirty="0"/>
              <a:t>函数的条件</a:t>
            </a:r>
          </a:p>
        </p:txBody>
      </p:sp>
      <p:sp>
        <p:nvSpPr>
          <p:cNvPr id="7" name="灯片编号占位符 6"/>
          <p:cNvSpPr>
            <a:spLocks noGrp="1"/>
          </p:cNvSpPr>
          <p:nvPr>
            <p:ph type="sldNum" sz="quarter" idx="12"/>
          </p:nvPr>
        </p:nvSpPr>
        <p:spPr/>
        <p:txBody>
          <a:bodyPr/>
          <a:lstStyle/>
          <a:p>
            <a:fld id="{58C210BB-F110-452C-89E7-9EA0A8D47DCE}" type="slidenum">
              <a:rPr lang="zh-CN" altLang="en-US" smtClean="0"/>
              <a:pPr/>
              <a:t>33</a:t>
            </a:fld>
            <a:endParaRPr lang="zh-CN" altLang="en-US" dirty="0"/>
          </a:p>
        </p:txBody>
      </p:sp>
      <mc:AlternateContent xmlns:mc="http://schemas.openxmlformats.org/markup-compatibility/2006" xmlns:a14="http://schemas.microsoft.com/office/drawing/2010/main">
        <mc:Choice Requires="a14">
          <p:sp>
            <p:nvSpPr>
              <p:cNvPr id="4" name="对象 3"/>
              <p:cNvSpPr txBox="1"/>
              <p:nvPr/>
            </p:nvSpPr>
            <p:spPr bwMode="auto">
              <a:xfrm>
                <a:off x="2516523" y="1208088"/>
                <a:ext cx="4110955" cy="549275"/>
              </a:xfrm>
              <a:prstGeom prst="rect">
                <a:avLst/>
              </a:prstGeom>
              <a:noFill/>
              <a:ln>
                <a:noFill/>
              </a:ln>
            </p:spPr>
            <p:txBody>
              <a:bodyPr>
                <a:noAutofit/>
              </a:bodyPr>
              <a:lstStyle/>
              <a:p>
                <a:pPr/>
                <a14:m>
                  <m:oMathPara xmlns:m="http://schemas.openxmlformats.org/officeDocument/2006/math">
                    <m:oMathParaPr>
                      <m:jc m:val="left"/>
                    </m:oMathParaPr>
                    <m:oMath xmlns:m="http://schemas.openxmlformats.org/officeDocument/2006/math">
                      <m:sSub>
                        <m:sSubPr>
                          <m:ctrlPr>
                            <a:rPr lang="zh-CN" altLang="en-US" sz="2800" i="1" smtClean="0">
                              <a:solidFill>
                                <a:srgbClr val="FFFF00"/>
                              </a:solidFill>
                              <a:latin typeface="Cambria Math" panose="02040503050406030204" pitchFamily="18" charset="0"/>
                            </a:rPr>
                          </m:ctrlPr>
                        </m:sSubPr>
                        <m:e>
                          <m:r>
                            <a:rPr lang="zh-CN" altLang="en-US" sz="2800" i="1">
                              <a:solidFill>
                                <a:srgbClr val="FFFF00"/>
                              </a:solidFill>
                              <a:latin typeface="Cambria Math" panose="02040503050406030204" pitchFamily="18" charset="0"/>
                            </a:rPr>
                            <m:t>𝑊</m:t>
                          </m:r>
                        </m:e>
                        <m:sub>
                          <m:r>
                            <a:rPr lang="zh-CN" altLang="en-US" sz="2800" i="1">
                              <a:solidFill>
                                <a:srgbClr val="FFFF00"/>
                              </a:solidFill>
                              <a:latin typeface="Cambria Math" panose="02040503050406030204" pitchFamily="18" charset="0"/>
                            </a:rPr>
                            <m:t>1</m:t>
                          </m:r>
                        </m:sub>
                      </m:sSub>
                      <m:r>
                        <a:rPr lang="zh-CN" altLang="en-US" sz="2800" i="1">
                          <a:solidFill>
                            <a:srgbClr val="FFFF00"/>
                          </a:solidFill>
                          <a:latin typeface="Cambria Math" panose="02040503050406030204" pitchFamily="18" charset="0"/>
                        </a:rPr>
                        <m:t>(</m:t>
                      </m:r>
                      <m:r>
                        <a:rPr lang="zh-CN" altLang="en-US" sz="2800" b="1" i="1">
                          <a:solidFill>
                            <a:srgbClr val="FFFF00"/>
                          </a:solidFill>
                          <a:latin typeface="Cambria Math" panose="02040503050406030204" pitchFamily="18" charset="0"/>
                        </a:rPr>
                        <m:t>𝒙</m:t>
                      </m:r>
                      <m:r>
                        <a:rPr lang="zh-CN" altLang="en-US" sz="2800" i="1">
                          <a:solidFill>
                            <a:srgbClr val="FFFF00"/>
                          </a:solidFill>
                          <a:latin typeface="Cambria Math" panose="02040503050406030204" pitchFamily="18" charset="0"/>
                        </a:rPr>
                        <m:t>)≤</m:t>
                      </m:r>
                      <m:r>
                        <a:rPr lang="zh-CN" altLang="en-US" sz="2800" i="1">
                          <a:solidFill>
                            <a:srgbClr val="FFFF00"/>
                          </a:solidFill>
                          <a:latin typeface="Cambria Math" panose="02040503050406030204" pitchFamily="18" charset="0"/>
                        </a:rPr>
                        <m:t>𝑉</m:t>
                      </m:r>
                      <m:r>
                        <a:rPr lang="zh-CN" altLang="en-US" sz="2800" i="1">
                          <a:solidFill>
                            <a:srgbClr val="FFFF00"/>
                          </a:solidFill>
                          <a:latin typeface="Cambria Math" panose="02040503050406030204" pitchFamily="18" charset="0"/>
                        </a:rPr>
                        <m:t>(</m:t>
                      </m:r>
                      <m:r>
                        <a:rPr lang="zh-CN" altLang="en-US" sz="2800" b="1" i="1">
                          <a:solidFill>
                            <a:srgbClr val="FFFF00"/>
                          </a:solidFill>
                          <a:latin typeface="Cambria Math" panose="02040503050406030204" pitchFamily="18" charset="0"/>
                        </a:rPr>
                        <m:t>𝒙</m:t>
                      </m:r>
                      <m:r>
                        <a:rPr lang="zh-CN" altLang="en-US" sz="2800" i="1">
                          <a:solidFill>
                            <a:srgbClr val="FFFF00"/>
                          </a:solidFill>
                          <a:latin typeface="Cambria Math" panose="02040503050406030204" pitchFamily="18" charset="0"/>
                        </a:rPr>
                        <m:t>,</m:t>
                      </m:r>
                      <m:r>
                        <a:rPr lang="zh-CN" altLang="en-US" sz="2800" i="1">
                          <a:solidFill>
                            <a:srgbClr val="FFFF00"/>
                          </a:solidFill>
                          <a:latin typeface="Cambria Math" panose="02040503050406030204" pitchFamily="18" charset="0"/>
                        </a:rPr>
                        <m:t>𝑡</m:t>
                      </m:r>
                      <m:r>
                        <a:rPr lang="zh-CN" altLang="en-US" sz="2800" i="1">
                          <a:solidFill>
                            <a:srgbClr val="FFFF00"/>
                          </a:solidFill>
                          <a:latin typeface="Cambria Math" panose="02040503050406030204" pitchFamily="18" charset="0"/>
                        </a:rPr>
                        <m:t>)≤</m:t>
                      </m:r>
                      <m:sSub>
                        <m:sSubPr>
                          <m:ctrlPr>
                            <a:rPr lang="zh-CN" altLang="en-US" sz="2800" i="1">
                              <a:solidFill>
                                <a:srgbClr val="FFFF00"/>
                              </a:solidFill>
                              <a:latin typeface="Cambria Math" panose="02040503050406030204" pitchFamily="18" charset="0"/>
                            </a:rPr>
                          </m:ctrlPr>
                        </m:sSubPr>
                        <m:e>
                          <m:r>
                            <a:rPr lang="zh-CN" altLang="en-US" sz="2800" i="1">
                              <a:solidFill>
                                <a:srgbClr val="FFFF00"/>
                              </a:solidFill>
                              <a:latin typeface="Cambria Math" panose="02040503050406030204" pitchFamily="18" charset="0"/>
                            </a:rPr>
                            <m:t>𝑊</m:t>
                          </m:r>
                        </m:e>
                        <m:sub>
                          <m:r>
                            <a:rPr lang="zh-CN" altLang="en-US" sz="2800" i="1">
                              <a:solidFill>
                                <a:srgbClr val="FFFF00"/>
                              </a:solidFill>
                              <a:latin typeface="Cambria Math" panose="02040503050406030204" pitchFamily="18" charset="0"/>
                            </a:rPr>
                            <m:t>2</m:t>
                          </m:r>
                        </m:sub>
                      </m:sSub>
                      <m:r>
                        <a:rPr lang="zh-CN" altLang="en-US" sz="2800" i="1">
                          <a:solidFill>
                            <a:srgbClr val="FFFF00"/>
                          </a:solidFill>
                          <a:latin typeface="Cambria Math" panose="02040503050406030204" pitchFamily="18" charset="0"/>
                        </a:rPr>
                        <m:t>(</m:t>
                      </m:r>
                      <m:r>
                        <a:rPr lang="zh-CN" altLang="en-US" sz="2800" b="1" i="1">
                          <a:solidFill>
                            <a:srgbClr val="FFFF00"/>
                          </a:solidFill>
                          <a:latin typeface="Cambria Math" panose="02040503050406030204" pitchFamily="18" charset="0"/>
                        </a:rPr>
                        <m:t>𝒙</m:t>
                      </m:r>
                      <m:r>
                        <a:rPr lang="zh-CN" altLang="en-US" sz="2800" i="1">
                          <a:solidFill>
                            <a:srgbClr val="FFFF00"/>
                          </a:solidFill>
                          <a:latin typeface="Cambria Math" panose="02040503050406030204" pitchFamily="18" charset="0"/>
                        </a:rPr>
                        <m:t>)</m:t>
                      </m:r>
                    </m:oMath>
                  </m:oMathPara>
                </a14:m>
                <a:endParaRPr lang="zh-CN" altLang="en-US" sz="2800" dirty="0">
                  <a:solidFill>
                    <a:srgbClr val="FFFF00"/>
                  </a:solidFill>
                </a:endParaRPr>
              </a:p>
            </p:txBody>
          </p:sp>
        </mc:Choice>
        <mc:Fallback xmlns="">
          <p:sp>
            <p:nvSpPr>
              <p:cNvPr id="4" name="对象 3"/>
              <p:cNvSpPr txBox="1">
                <a:spLocks noRot="1" noChangeAspect="1" noMove="1" noResize="1" noEditPoints="1" noAdjustHandles="1" noChangeArrowheads="1" noChangeShapeType="1" noTextEdit="1"/>
              </p:cNvSpPr>
              <p:nvPr/>
            </p:nvSpPr>
            <p:spPr bwMode="auto">
              <a:xfrm>
                <a:off x="2516523" y="1208088"/>
                <a:ext cx="4110955" cy="549275"/>
              </a:xfrm>
              <a:prstGeom prst="rect">
                <a:avLst/>
              </a:prstGeom>
              <a:blipFill>
                <a:blip r:embed="rId4"/>
                <a:stretch>
                  <a:fillRect/>
                </a:stretch>
              </a:blipFill>
              <a:ln>
                <a:noFill/>
              </a:ln>
            </p:spPr>
            <p:txBody>
              <a:bodyPr/>
              <a:lstStyle/>
              <a:p>
                <a:r>
                  <a:rPr lang="zh-CN" altLang="en-US">
                    <a:noFill/>
                  </a:rPr>
                  <a:t> </a:t>
                </a:r>
              </a:p>
            </p:txBody>
          </p:sp>
        </mc:Fallback>
      </mc:AlternateContent>
      <p:sp>
        <p:nvSpPr>
          <p:cNvPr id="19" name="内容占位符 2"/>
          <p:cNvSpPr txBox="1">
            <a:spLocks/>
          </p:cNvSpPr>
          <p:nvPr/>
        </p:nvSpPr>
        <p:spPr>
          <a:xfrm>
            <a:off x="438472" y="1700808"/>
            <a:ext cx="8382000" cy="720080"/>
          </a:xfrm>
          <a:prstGeom prst="rect">
            <a:avLst/>
          </a:prstGeom>
        </p:spPr>
        <p:txBody>
          <a:bodyPr vert="horz" lIns="54864" tIns="91440" rtlCol="0">
            <a:normAutofit/>
          </a:bodyPr>
          <a:lstStyle>
            <a:lvl1pPr marL="438912" indent="-320040" algn="l" rtl="0" eaLnBrk="1" latinLnBrk="0" hangingPunct="1">
              <a:spcBef>
                <a:spcPts val="0"/>
              </a:spcBef>
              <a:buClr>
                <a:schemeClr val="accent1"/>
              </a:buClr>
              <a:buSzPct val="80000"/>
              <a:buFont typeface="Wingdings 2"/>
              <a:buChar char=""/>
              <a:defRPr kumimoji="0" sz="3200" kern="1200">
                <a:solidFill>
                  <a:schemeClr val="bg1"/>
                </a:solidFill>
                <a:latin typeface="Times New Roman" pitchFamily="18" charset="0"/>
                <a:ea typeface="+mn-ea"/>
                <a:cs typeface="Times New Roman" pitchFamily="18" charset="0"/>
              </a:defRPr>
            </a:lvl1pPr>
            <a:lvl2pPr marL="731520" indent="-274320" algn="l" rtl="0" eaLnBrk="1" latinLnBrk="0" hangingPunct="1">
              <a:spcBef>
                <a:spcPct val="20000"/>
              </a:spcBef>
              <a:buClr>
                <a:schemeClr val="accent2"/>
              </a:buClr>
              <a:buSzPct val="90000"/>
              <a:buFont typeface="Wingdings"/>
              <a:buChar char=""/>
              <a:defRPr kumimoji="0" sz="2800" kern="1200">
                <a:solidFill>
                  <a:schemeClr val="bg1"/>
                </a:solidFill>
                <a:latin typeface="Times New Roman" pitchFamily="18" charset="0"/>
                <a:ea typeface="+mn-ea"/>
                <a:cs typeface="Times New Roman" pitchFamily="18" charset="0"/>
              </a:defRPr>
            </a:lvl2pPr>
            <a:lvl3pPr marL="996696" indent="-228600" algn="l" rtl="0" eaLnBrk="1" latinLnBrk="0" hangingPunct="1">
              <a:spcBef>
                <a:spcPct val="20000"/>
              </a:spcBef>
              <a:buClr>
                <a:schemeClr val="accent3"/>
              </a:buClr>
              <a:buFont typeface="Arial"/>
              <a:buChar char="▪"/>
              <a:defRPr kumimoji="0" sz="2400" kern="1200">
                <a:solidFill>
                  <a:schemeClr val="bg1"/>
                </a:solidFill>
                <a:latin typeface="Times New Roman" pitchFamily="18" charset="0"/>
                <a:ea typeface="+mn-ea"/>
                <a:cs typeface="Times New Roman" pitchFamily="18" charset="0"/>
              </a:defRPr>
            </a:lvl3pPr>
            <a:lvl4pPr marL="1216152" indent="-182880" algn="l" rtl="0" eaLnBrk="1" latinLnBrk="0" hangingPunct="1">
              <a:spcBef>
                <a:spcPct val="20000"/>
              </a:spcBef>
              <a:buClr>
                <a:schemeClr val="accent4"/>
              </a:buClr>
              <a:buFont typeface="Arial"/>
              <a:buChar char="▪"/>
              <a:defRPr kumimoji="0" sz="2000" kern="1200">
                <a:solidFill>
                  <a:schemeClr val="bg1"/>
                </a:solidFill>
                <a:latin typeface="Times New Roman" pitchFamily="18" charset="0"/>
                <a:ea typeface="+mn-ea"/>
                <a:cs typeface="Times New Roman" pitchFamily="18" charset="0"/>
              </a:defRPr>
            </a:lvl4pPr>
            <a:lvl5pPr marL="1426464" indent="-182880" algn="l" rtl="0" eaLnBrk="1" latinLnBrk="0" hangingPunct="1">
              <a:spcBef>
                <a:spcPct val="20000"/>
              </a:spcBef>
              <a:buClr>
                <a:schemeClr val="accent5"/>
              </a:buClr>
              <a:buFont typeface="Wingdings 3"/>
              <a:buChar char=""/>
              <a:defRPr kumimoji="0" lang="en-US" sz="2000" kern="1200" smtClean="0">
                <a:solidFill>
                  <a:schemeClr val="tx1"/>
                </a:solidFill>
                <a:latin typeface="Times New Roman" pitchFamily="18" charset="0"/>
                <a:ea typeface="+mn-ea"/>
                <a:cs typeface="Times New Roman" pitchFamily="18" charset="0"/>
              </a:defRPr>
            </a:lvl5pPr>
            <a:lvl6pPr marL="1627632" indent="-182880" algn="l" rtl="0" eaLnBrk="1" latinLnBrk="0" hangingPunct="1">
              <a:spcBef>
                <a:spcPct val="20000"/>
              </a:spcBef>
              <a:buClr>
                <a:schemeClr val="accent6"/>
              </a:buClr>
              <a:buSzPct val="100000"/>
              <a:buFont typeface="Wingdings 2"/>
              <a:buChar char=""/>
              <a:defRPr kumimoji="0" sz="2000" kern="1200">
                <a:solidFill>
                  <a:schemeClr val="tx1"/>
                </a:solidFill>
                <a:latin typeface="+mn-lt"/>
                <a:ea typeface="+mn-ea"/>
                <a:cs typeface="+mn-cs"/>
              </a:defRPr>
            </a:lvl6pPr>
            <a:lvl7pPr marL="1828800" indent="-182880" algn="l" rtl="0" eaLnBrk="1" latinLnBrk="0" hangingPunct="1">
              <a:spcBef>
                <a:spcPct val="20000"/>
              </a:spcBef>
              <a:buClr>
                <a:schemeClr val="accent1"/>
              </a:buClr>
              <a:buSzPct val="100000"/>
              <a:buFont typeface="Wingdings 2"/>
              <a:buChar char=""/>
              <a:defRPr kumimoji="0" sz="1800" kern="1200">
                <a:solidFill>
                  <a:schemeClr val="tx1"/>
                </a:solidFill>
                <a:latin typeface="+mn-lt"/>
                <a:ea typeface="+mn-ea"/>
                <a:cs typeface="+mn-cs"/>
              </a:defRPr>
            </a:lvl7pPr>
            <a:lvl8pPr marL="2029968" indent="-182880" algn="l" rtl="0" eaLnBrk="1" latinLnBrk="0" hangingPunct="1">
              <a:spcBef>
                <a:spcPct val="20000"/>
              </a:spcBef>
              <a:buClr>
                <a:schemeClr val="accent2"/>
              </a:buClr>
              <a:buFont typeface="Wingdings 2" pitchFamily="18" charset="2"/>
              <a:buChar char=""/>
              <a:defRPr kumimoji="0" sz="1800" kern="1200">
                <a:solidFill>
                  <a:schemeClr val="tx1"/>
                </a:solidFill>
                <a:latin typeface="+mn-lt"/>
                <a:ea typeface="+mn-ea"/>
                <a:cs typeface="+mn-cs"/>
              </a:defRPr>
            </a:lvl8pPr>
            <a:lvl9pPr marL="2231136" indent="-182880" algn="l" rtl="0" eaLnBrk="1" latinLnBrk="0" hangingPunct="1">
              <a:spcBef>
                <a:spcPct val="20000"/>
              </a:spcBef>
              <a:buClr>
                <a:schemeClr val="accent3"/>
              </a:buClr>
              <a:buFont typeface="Wingdings 2" pitchFamily="18" charset="2"/>
              <a:buChar char=""/>
              <a:defRPr kumimoji="0" sz="1800" kern="1200" baseline="0">
                <a:solidFill>
                  <a:schemeClr val="tx1"/>
                </a:solidFill>
                <a:latin typeface="+mn-lt"/>
                <a:ea typeface="+mn-ea"/>
                <a:cs typeface="+mn-cs"/>
              </a:defRPr>
            </a:lvl9pPr>
            <a:extLst/>
          </a:lstStyle>
          <a:p>
            <a:pPr>
              <a:lnSpc>
                <a:spcPts val="4000"/>
              </a:lnSpc>
            </a:pPr>
            <a:r>
              <a:rPr lang="zh-CN" altLang="en-US" sz="2800" b="1" dirty="0"/>
              <a:t>为什么用正定函数</a:t>
            </a:r>
            <a:r>
              <a:rPr lang="en-US" altLang="zh-CN" sz="2800" b="1" i="1" dirty="0"/>
              <a:t>W</a:t>
            </a:r>
            <a:r>
              <a:rPr lang="en-US" altLang="zh-CN" sz="2800" b="1" baseline="-25000" dirty="0"/>
              <a:t>1</a:t>
            </a:r>
            <a:r>
              <a:rPr lang="zh-CN" altLang="en-US" sz="2800" b="1" dirty="0"/>
              <a:t>把</a:t>
            </a:r>
            <a:r>
              <a:rPr lang="en-US" altLang="zh-CN" sz="2800" b="1" i="1" dirty="0"/>
              <a:t>V</a:t>
            </a:r>
            <a:r>
              <a:rPr lang="zh-CN" altLang="en-US" sz="2800" b="1" dirty="0"/>
              <a:t>函数“托住”？</a:t>
            </a:r>
          </a:p>
        </p:txBody>
      </p:sp>
      <p:sp>
        <p:nvSpPr>
          <p:cNvPr id="30" name="内容占位符 2"/>
          <p:cNvSpPr txBox="1">
            <a:spLocks/>
          </p:cNvSpPr>
          <p:nvPr/>
        </p:nvSpPr>
        <p:spPr>
          <a:xfrm>
            <a:off x="438472" y="4139471"/>
            <a:ext cx="8705528" cy="720080"/>
          </a:xfrm>
          <a:prstGeom prst="rect">
            <a:avLst/>
          </a:prstGeom>
        </p:spPr>
        <p:txBody>
          <a:bodyPr vert="horz" lIns="54864" tIns="91440" rtlCol="0">
            <a:normAutofit/>
          </a:bodyPr>
          <a:lstStyle>
            <a:lvl1pPr marL="438912" indent="-320040" algn="l" rtl="0" eaLnBrk="1" latinLnBrk="0" hangingPunct="1">
              <a:spcBef>
                <a:spcPts val="0"/>
              </a:spcBef>
              <a:buClr>
                <a:schemeClr val="accent1"/>
              </a:buClr>
              <a:buSzPct val="80000"/>
              <a:buFont typeface="Wingdings 2"/>
              <a:buChar char=""/>
              <a:defRPr kumimoji="0" sz="3200" kern="1200">
                <a:solidFill>
                  <a:schemeClr val="bg1"/>
                </a:solidFill>
                <a:latin typeface="Times New Roman" pitchFamily="18" charset="0"/>
                <a:ea typeface="+mn-ea"/>
                <a:cs typeface="Times New Roman" pitchFamily="18" charset="0"/>
              </a:defRPr>
            </a:lvl1pPr>
            <a:lvl2pPr marL="731520" indent="-274320" algn="l" rtl="0" eaLnBrk="1" latinLnBrk="0" hangingPunct="1">
              <a:spcBef>
                <a:spcPct val="20000"/>
              </a:spcBef>
              <a:buClr>
                <a:schemeClr val="accent2"/>
              </a:buClr>
              <a:buSzPct val="90000"/>
              <a:buFont typeface="Wingdings"/>
              <a:buChar char=""/>
              <a:defRPr kumimoji="0" sz="2800" kern="1200">
                <a:solidFill>
                  <a:schemeClr val="bg1"/>
                </a:solidFill>
                <a:latin typeface="Times New Roman" pitchFamily="18" charset="0"/>
                <a:ea typeface="+mn-ea"/>
                <a:cs typeface="Times New Roman" pitchFamily="18" charset="0"/>
              </a:defRPr>
            </a:lvl2pPr>
            <a:lvl3pPr marL="996696" indent="-228600" algn="l" rtl="0" eaLnBrk="1" latinLnBrk="0" hangingPunct="1">
              <a:spcBef>
                <a:spcPct val="20000"/>
              </a:spcBef>
              <a:buClr>
                <a:schemeClr val="accent3"/>
              </a:buClr>
              <a:buFont typeface="Arial"/>
              <a:buChar char="▪"/>
              <a:defRPr kumimoji="0" sz="2400" kern="1200">
                <a:solidFill>
                  <a:schemeClr val="bg1"/>
                </a:solidFill>
                <a:latin typeface="Times New Roman" pitchFamily="18" charset="0"/>
                <a:ea typeface="+mn-ea"/>
                <a:cs typeface="Times New Roman" pitchFamily="18" charset="0"/>
              </a:defRPr>
            </a:lvl3pPr>
            <a:lvl4pPr marL="1216152" indent="-182880" algn="l" rtl="0" eaLnBrk="1" latinLnBrk="0" hangingPunct="1">
              <a:spcBef>
                <a:spcPct val="20000"/>
              </a:spcBef>
              <a:buClr>
                <a:schemeClr val="accent4"/>
              </a:buClr>
              <a:buFont typeface="Arial"/>
              <a:buChar char="▪"/>
              <a:defRPr kumimoji="0" sz="2000" kern="1200">
                <a:solidFill>
                  <a:schemeClr val="bg1"/>
                </a:solidFill>
                <a:latin typeface="Times New Roman" pitchFamily="18" charset="0"/>
                <a:ea typeface="+mn-ea"/>
                <a:cs typeface="Times New Roman" pitchFamily="18" charset="0"/>
              </a:defRPr>
            </a:lvl4pPr>
            <a:lvl5pPr marL="1426464" indent="-182880" algn="l" rtl="0" eaLnBrk="1" latinLnBrk="0" hangingPunct="1">
              <a:spcBef>
                <a:spcPct val="20000"/>
              </a:spcBef>
              <a:buClr>
                <a:schemeClr val="accent5"/>
              </a:buClr>
              <a:buFont typeface="Wingdings 3"/>
              <a:buChar char=""/>
              <a:defRPr kumimoji="0" lang="en-US" sz="2000" kern="1200" smtClean="0">
                <a:solidFill>
                  <a:schemeClr val="tx1"/>
                </a:solidFill>
                <a:latin typeface="Times New Roman" pitchFamily="18" charset="0"/>
                <a:ea typeface="+mn-ea"/>
                <a:cs typeface="Times New Roman" pitchFamily="18" charset="0"/>
              </a:defRPr>
            </a:lvl5pPr>
            <a:lvl6pPr marL="1627632" indent="-182880" algn="l" rtl="0" eaLnBrk="1" latinLnBrk="0" hangingPunct="1">
              <a:spcBef>
                <a:spcPct val="20000"/>
              </a:spcBef>
              <a:buClr>
                <a:schemeClr val="accent6"/>
              </a:buClr>
              <a:buSzPct val="100000"/>
              <a:buFont typeface="Wingdings 2"/>
              <a:buChar char=""/>
              <a:defRPr kumimoji="0" sz="2000" kern="1200">
                <a:solidFill>
                  <a:schemeClr val="tx1"/>
                </a:solidFill>
                <a:latin typeface="+mn-lt"/>
                <a:ea typeface="+mn-ea"/>
                <a:cs typeface="+mn-cs"/>
              </a:defRPr>
            </a:lvl6pPr>
            <a:lvl7pPr marL="1828800" indent="-182880" algn="l" rtl="0" eaLnBrk="1" latinLnBrk="0" hangingPunct="1">
              <a:spcBef>
                <a:spcPct val="20000"/>
              </a:spcBef>
              <a:buClr>
                <a:schemeClr val="accent1"/>
              </a:buClr>
              <a:buSzPct val="100000"/>
              <a:buFont typeface="Wingdings 2"/>
              <a:buChar char=""/>
              <a:defRPr kumimoji="0" sz="1800" kern="1200">
                <a:solidFill>
                  <a:schemeClr val="tx1"/>
                </a:solidFill>
                <a:latin typeface="+mn-lt"/>
                <a:ea typeface="+mn-ea"/>
                <a:cs typeface="+mn-cs"/>
              </a:defRPr>
            </a:lvl7pPr>
            <a:lvl8pPr marL="2029968" indent="-182880" algn="l" rtl="0" eaLnBrk="1" latinLnBrk="0" hangingPunct="1">
              <a:spcBef>
                <a:spcPct val="20000"/>
              </a:spcBef>
              <a:buClr>
                <a:schemeClr val="accent2"/>
              </a:buClr>
              <a:buFont typeface="Wingdings 2" pitchFamily="18" charset="2"/>
              <a:buChar char=""/>
              <a:defRPr kumimoji="0" sz="1800" kern="1200">
                <a:solidFill>
                  <a:schemeClr val="tx1"/>
                </a:solidFill>
                <a:latin typeface="+mn-lt"/>
                <a:ea typeface="+mn-ea"/>
                <a:cs typeface="+mn-cs"/>
              </a:defRPr>
            </a:lvl8pPr>
            <a:lvl9pPr marL="2231136" indent="-182880" algn="l" rtl="0" eaLnBrk="1" latinLnBrk="0" hangingPunct="1">
              <a:spcBef>
                <a:spcPct val="20000"/>
              </a:spcBef>
              <a:buClr>
                <a:schemeClr val="accent3"/>
              </a:buClr>
              <a:buFont typeface="Wingdings 2" pitchFamily="18" charset="2"/>
              <a:buChar char=""/>
              <a:defRPr kumimoji="0" sz="1800" kern="1200" baseline="0">
                <a:solidFill>
                  <a:schemeClr val="tx1"/>
                </a:solidFill>
                <a:latin typeface="+mn-lt"/>
                <a:ea typeface="+mn-ea"/>
                <a:cs typeface="+mn-cs"/>
              </a:defRPr>
            </a:lvl9pPr>
            <a:extLst/>
          </a:lstStyle>
          <a:p>
            <a:pPr>
              <a:lnSpc>
                <a:spcPts val="4000"/>
              </a:lnSpc>
            </a:pPr>
            <a:r>
              <a:rPr lang="zh-CN" altLang="en-US" sz="2800" b="1" dirty="0"/>
              <a:t>为什么用正定函数</a:t>
            </a:r>
            <a:r>
              <a:rPr lang="en-US" altLang="zh-CN" sz="2800" b="1" i="1" dirty="0"/>
              <a:t>W</a:t>
            </a:r>
            <a:r>
              <a:rPr lang="en-US" altLang="zh-CN" sz="2800" b="1" baseline="-25000" dirty="0"/>
              <a:t>2</a:t>
            </a:r>
            <a:r>
              <a:rPr lang="zh-CN" altLang="en-US" sz="2800" b="1" dirty="0"/>
              <a:t>把</a:t>
            </a:r>
            <a:r>
              <a:rPr lang="en-US" altLang="zh-CN" sz="2800" b="1" i="1" dirty="0"/>
              <a:t>V</a:t>
            </a:r>
            <a:r>
              <a:rPr lang="zh-CN" altLang="en-US" sz="2800" b="1" dirty="0"/>
              <a:t>函数“压住”？</a:t>
            </a:r>
          </a:p>
        </p:txBody>
      </p:sp>
      <p:grpSp>
        <p:nvGrpSpPr>
          <p:cNvPr id="3" name="组合 2"/>
          <p:cNvGrpSpPr/>
          <p:nvPr/>
        </p:nvGrpSpPr>
        <p:grpSpPr>
          <a:xfrm>
            <a:off x="996029" y="2492896"/>
            <a:ext cx="6146704" cy="1377832"/>
            <a:chOff x="827584" y="2290136"/>
            <a:chExt cx="6146704" cy="1377832"/>
          </a:xfrm>
        </p:grpSpPr>
        <p:grpSp>
          <p:nvGrpSpPr>
            <p:cNvPr id="8" name="组合 7"/>
            <p:cNvGrpSpPr/>
            <p:nvPr/>
          </p:nvGrpSpPr>
          <p:grpSpPr>
            <a:xfrm>
              <a:off x="827584" y="2290136"/>
              <a:ext cx="6146704" cy="490792"/>
              <a:chOff x="1860084" y="2290136"/>
              <a:chExt cx="6146704" cy="490792"/>
            </a:xfrm>
          </p:grpSpPr>
          <mc:AlternateContent xmlns:mc="http://schemas.openxmlformats.org/markup-compatibility/2006" xmlns:a14="http://schemas.microsoft.com/office/drawing/2010/main">
            <mc:Choice Requires="a14">
              <p:sp>
                <p:nvSpPr>
                  <p:cNvPr id="6" name="对象 5"/>
                  <p:cNvSpPr txBox="1"/>
                  <p:nvPr/>
                </p:nvSpPr>
                <p:spPr bwMode="auto">
                  <a:xfrm>
                    <a:off x="3640683" y="2290136"/>
                    <a:ext cx="4366105" cy="488950"/>
                  </a:xfrm>
                  <a:prstGeom prst="rect">
                    <a:avLst/>
                  </a:prstGeom>
                  <a:noFill/>
                  <a:ln>
                    <a:noFill/>
                  </a:ln>
                </p:spPr>
                <p:txBody>
                  <a:bodyPr>
                    <a:noAutofit/>
                  </a:bodyPr>
                  <a:lstStyle/>
                  <a:p>
                    <a:pPr/>
                    <a14:m>
                      <m:oMathPara xmlns:m="http://schemas.openxmlformats.org/officeDocument/2006/math">
                        <m:oMathParaPr>
                          <m:jc m:val="left"/>
                        </m:oMathParaPr>
                        <m:oMath xmlns:m="http://schemas.openxmlformats.org/officeDocument/2006/math">
                          <m:r>
                            <a:rPr lang="zh-CN" altLang="en-US" sz="2800" i="1" smtClean="0">
                              <a:solidFill>
                                <a:srgbClr val="FFFF00"/>
                              </a:solidFill>
                              <a:latin typeface="Cambria Math" panose="02040503050406030204" pitchFamily="18" charset="0"/>
                            </a:rPr>
                            <m:t>𝑉</m:t>
                          </m:r>
                          <m:r>
                            <a:rPr lang="zh-CN" altLang="en-US" sz="2800" i="1" smtClean="0">
                              <a:solidFill>
                                <a:srgbClr val="FFFF00"/>
                              </a:solidFill>
                              <a:latin typeface="Cambria Math" panose="02040503050406030204" pitchFamily="18" charset="0"/>
                            </a:rPr>
                            <m:t>(</m:t>
                          </m:r>
                          <m:r>
                            <a:rPr lang="zh-CN" altLang="en-US" sz="2800" b="1" i="1" smtClean="0">
                              <a:solidFill>
                                <a:srgbClr val="FFFF00"/>
                              </a:solidFill>
                              <a:latin typeface="Cambria Math" panose="02040503050406030204" pitchFamily="18" charset="0"/>
                            </a:rPr>
                            <m:t>𝒙</m:t>
                          </m:r>
                          <m:r>
                            <a:rPr lang="zh-CN" altLang="en-US" sz="2800" i="1" smtClean="0">
                              <a:solidFill>
                                <a:srgbClr val="FFFF00"/>
                              </a:solidFill>
                              <a:latin typeface="Cambria Math" panose="02040503050406030204" pitchFamily="18" charset="0"/>
                            </a:rPr>
                            <m:t>,</m:t>
                          </m:r>
                          <m:r>
                            <a:rPr lang="zh-CN" altLang="en-US" sz="2800" i="1" smtClean="0">
                              <a:solidFill>
                                <a:srgbClr val="FFFF00"/>
                              </a:solidFill>
                              <a:latin typeface="Cambria Math" panose="02040503050406030204" pitchFamily="18" charset="0"/>
                            </a:rPr>
                            <m:t>𝑡</m:t>
                          </m:r>
                          <m:r>
                            <a:rPr lang="zh-CN" altLang="en-US" sz="2800" i="1" smtClean="0">
                              <a:solidFill>
                                <a:srgbClr val="FFFF00"/>
                              </a:solidFill>
                              <a:latin typeface="Cambria Math" panose="02040503050406030204" pitchFamily="18" charset="0"/>
                            </a:rPr>
                            <m:t>→</m:t>
                          </m:r>
                          <m:r>
                            <a:rPr lang="zh-CN" altLang="en-US" sz="2800" i="1" smtClean="0">
                              <a:solidFill>
                                <a:srgbClr val="FFFF00"/>
                              </a:solidFill>
                              <a:latin typeface="Cambria Math" panose="02040503050406030204" pitchFamily="18" charset="0"/>
                            </a:rPr>
                            <m:t>∞</m:t>
                          </m:r>
                          <m:r>
                            <a:rPr lang="zh-CN" altLang="en-US" sz="2800" i="1" smtClean="0">
                              <a:solidFill>
                                <a:srgbClr val="FFFF00"/>
                              </a:solidFill>
                              <a:latin typeface="Cambria Math" panose="02040503050406030204" pitchFamily="18" charset="0"/>
                            </a:rPr>
                            <m:t>)=</m:t>
                          </m:r>
                          <m:r>
                            <a:rPr lang="zh-CN" altLang="en-US" sz="2800" i="1" smtClean="0">
                              <a:solidFill>
                                <a:srgbClr val="FFFF00"/>
                              </a:solidFill>
                              <a:latin typeface="Cambria Math" panose="02040503050406030204" pitchFamily="18" charset="0"/>
                            </a:rPr>
                            <m:t>0</m:t>
                          </m:r>
                          <m:r>
                            <a:rPr lang="zh-CN" altLang="en-US" sz="2800" i="1" smtClean="0">
                              <a:solidFill>
                                <a:srgbClr val="FFFF00"/>
                              </a:solidFill>
                              <a:latin typeface="Cambria Math" panose="02040503050406030204" pitchFamily="18" charset="0"/>
                            </a:rPr>
                            <m:t>,  </m:t>
                          </m:r>
                          <m:r>
                            <a:rPr lang="zh-CN" altLang="en-US" sz="2800" b="1" i="1" smtClean="0">
                              <a:solidFill>
                                <a:srgbClr val="FFFF00"/>
                              </a:solidFill>
                              <a:latin typeface="Cambria Math" panose="02040503050406030204" pitchFamily="18" charset="0"/>
                            </a:rPr>
                            <m:t>𝒙</m:t>
                          </m:r>
                          <m:r>
                            <a:rPr lang="zh-CN" altLang="en-US" sz="2800" i="1" smtClean="0">
                              <a:solidFill>
                                <a:srgbClr val="FFFF00"/>
                              </a:solidFill>
                              <a:latin typeface="Cambria Math" panose="02040503050406030204" pitchFamily="18" charset="0"/>
                            </a:rPr>
                            <m:t>≠</m:t>
                          </m:r>
                          <m:r>
                            <a:rPr lang="zh-CN" altLang="en-US" sz="2800" i="1" smtClean="0">
                              <a:solidFill>
                                <a:srgbClr val="FFFF00"/>
                              </a:solidFill>
                              <a:latin typeface="Cambria Math" panose="02040503050406030204" pitchFamily="18" charset="0"/>
                            </a:rPr>
                            <m:t>0</m:t>
                          </m:r>
                        </m:oMath>
                      </m:oMathPara>
                    </a14:m>
                    <a:endParaRPr lang="zh-CN" altLang="en-US" sz="2800" dirty="0">
                      <a:solidFill>
                        <a:srgbClr val="FFFF00"/>
                      </a:solidFill>
                    </a:endParaRPr>
                  </a:p>
                </p:txBody>
              </p:sp>
            </mc:Choice>
            <mc:Fallback xmlns="">
              <p:sp>
                <p:nvSpPr>
                  <p:cNvPr id="6" name="对象 5"/>
                  <p:cNvSpPr txBox="1">
                    <a:spLocks noRot="1" noChangeAspect="1" noMove="1" noResize="1" noEditPoints="1" noAdjustHandles="1" noChangeArrowheads="1" noChangeShapeType="1" noTextEdit="1"/>
                  </p:cNvSpPr>
                  <p:nvPr/>
                </p:nvSpPr>
                <p:spPr bwMode="auto">
                  <a:xfrm>
                    <a:off x="3640683" y="2290136"/>
                    <a:ext cx="4366105" cy="488950"/>
                  </a:xfrm>
                  <a:prstGeom prst="rect">
                    <a:avLst/>
                  </a:prstGeom>
                  <a:blipFill>
                    <a:blip r:embed="rId5"/>
                    <a:stretch>
                      <a:fillRect/>
                    </a:stretch>
                  </a:blipFill>
                  <a:ln>
                    <a:noFill/>
                  </a:ln>
                </p:spPr>
                <p:txBody>
                  <a:bodyPr/>
                  <a:lstStyle/>
                  <a:p>
                    <a:r>
                      <a:rPr lang="zh-CN" altLang="en-US">
                        <a:noFill/>
                      </a:rPr>
                      <a:t> </a:t>
                    </a:r>
                  </a:p>
                </p:txBody>
              </p:sp>
            </mc:Fallback>
          </mc:AlternateContent>
          <p:sp>
            <p:nvSpPr>
              <p:cNvPr id="29" name="TextBox 28"/>
              <p:cNvSpPr txBox="1"/>
              <p:nvPr/>
            </p:nvSpPr>
            <p:spPr>
              <a:xfrm>
                <a:off x="1860084" y="2319263"/>
                <a:ext cx="1723549" cy="461665"/>
              </a:xfrm>
              <a:prstGeom prst="rect">
                <a:avLst/>
              </a:prstGeom>
              <a:noFill/>
            </p:spPr>
            <p:txBody>
              <a:bodyPr wrap="none" rtlCol="0">
                <a:spAutoFit/>
              </a:bodyPr>
              <a:lstStyle/>
              <a:p>
                <a:r>
                  <a:rPr lang="zh-CN" altLang="en-US" sz="2400" b="1" dirty="0">
                    <a:solidFill>
                      <a:schemeClr val="bg1"/>
                    </a:solidFill>
                  </a:rPr>
                  <a:t>避免出现：</a:t>
                </a:r>
              </a:p>
            </p:txBody>
          </p:sp>
        </p:grpSp>
        <mc:AlternateContent xmlns:mc="http://schemas.openxmlformats.org/markup-compatibility/2006" xmlns:a14="http://schemas.microsoft.com/office/drawing/2010/main">
          <mc:Choice Requires="a14">
            <p:sp>
              <p:nvSpPr>
                <p:cNvPr id="35" name="对象 34"/>
                <p:cNvSpPr txBox="1"/>
                <p:nvPr/>
              </p:nvSpPr>
              <p:spPr bwMode="auto">
                <a:xfrm>
                  <a:off x="2980374" y="3113931"/>
                  <a:ext cx="2846362" cy="554037"/>
                </a:xfrm>
                <a:prstGeom prst="rect">
                  <a:avLst/>
                </a:prstGeom>
                <a:noFill/>
                <a:ln>
                  <a:noFill/>
                </a:ln>
              </p:spPr>
              <p:txBody>
                <a:bodyPr>
                  <a:noAutofit/>
                </a:bodyPr>
                <a:lstStyle/>
                <a:p>
                  <a:pPr/>
                  <a14:m>
                    <m:oMathPara xmlns:m="http://schemas.openxmlformats.org/officeDocument/2006/math">
                      <m:oMathParaPr>
                        <m:jc m:val="left"/>
                      </m:oMathParaPr>
                      <m:oMath xmlns:m="http://schemas.openxmlformats.org/officeDocument/2006/math">
                        <m:r>
                          <a:rPr lang="zh-CN" altLang="en-US" sz="2800" i="1" smtClean="0">
                            <a:solidFill>
                              <a:srgbClr val="FFFF00"/>
                            </a:solidFill>
                            <a:latin typeface="Cambria Math" panose="02040503050406030204" pitchFamily="18" charset="0"/>
                          </a:rPr>
                          <m:t>𝑉</m:t>
                        </m:r>
                        <m:r>
                          <a:rPr lang="zh-CN" altLang="en-US" sz="2800" i="1" smtClean="0">
                            <a:solidFill>
                              <a:srgbClr val="FFFF00"/>
                            </a:solidFill>
                            <a:latin typeface="Cambria Math" panose="02040503050406030204" pitchFamily="18" charset="0"/>
                          </a:rPr>
                          <m:t>(</m:t>
                        </m:r>
                        <m:r>
                          <a:rPr lang="zh-CN" altLang="en-US" sz="2800" b="1" i="1" smtClean="0">
                            <a:solidFill>
                              <a:srgbClr val="FFFF00"/>
                            </a:solidFill>
                            <a:latin typeface="Cambria Math" panose="02040503050406030204" pitchFamily="18" charset="0"/>
                          </a:rPr>
                          <m:t>𝒙</m:t>
                        </m:r>
                        <m:r>
                          <a:rPr lang="zh-CN" altLang="en-US" sz="2800" i="1" smtClean="0">
                            <a:solidFill>
                              <a:srgbClr val="FFFF00"/>
                            </a:solidFill>
                            <a:latin typeface="Cambria Math" panose="02040503050406030204" pitchFamily="18" charset="0"/>
                          </a:rPr>
                          <m:t>,</m:t>
                        </m:r>
                        <m:r>
                          <a:rPr lang="zh-CN" altLang="en-US" sz="2800" i="1" smtClean="0">
                            <a:solidFill>
                              <a:srgbClr val="FFFF00"/>
                            </a:solidFill>
                            <a:latin typeface="Cambria Math" panose="02040503050406030204" pitchFamily="18" charset="0"/>
                          </a:rPr>
                          <m:t>𝑡</m:t>
                        </m:r>
                        <m:r>
                          <a:rPr lang="zh-CN" altLang="en-US" sz="2800" i="1" smtClean="0">
                            <a:solidFill>
                              <a:srgbClr val="FFFF00"/>
                            </a:solidFill>
                            <a:latin typeface="Cambria Math" panose="02040503050406030204" pitchFamily="18" charset="0"/>
                          </a:rPr>
                          <m:t>)=</m:t>
                        </m:r>
                        <m:sSup>
                          <m:sSupPr>
                            <m:ctrlPr>
                              <a:rPr lang="zh-CN" altLang="en-US" sz="2800" i="1">
                                <a:solidFill>
                                  <a:srgbClr val="FFFF00"/>
                                </a:solidFill>
                                <a:latin typeface="Cambria Math" panose="02040503050406030204" pitchFamily="18" charset="0"/>
                              </a:rPr>
                            </m:ctrlPr>
                          </m:sSupPr>
                          <m:e>
                            <m:r>
                              <a:rPr lang="zh-CN" altLang="en-US" sz="2800" i="1">
                                <a:solidFill>
                                  <a:srgbClr val="FFFF00"/>
                                </a:solidFill>
                                <a:latin typeface="Cambria Math" panose="02040503050406030204" pitchFamily="18" charset="0"/>
                              </a:rPr>
                              <m:t>𝑒</m:t>
                            </m:r>
                          </m:e>
                          <m:sup>
                            <m:r>
                              <a:rPr lang="zh-CN" altLang="en-US" sz="2800" i="1">
                                <a:solidFill>
                                  <a:srgbClr val="FFFF00"/>
                                </a:solidFill>
                                <a:latin typeface="Cambria Math" panose="02040503050406030204" pitchFamily="18" charset="0"/>
                              </a:rPr>
                              <m:t>−</m:t>
                            </m:r>
                            <m:r>
                              <a:rPr lang="zh-CN" altLang="en-US" sz="2800" i="1">
                                <a:solidFill>
                                  <a:srgbClr val="FFFF00"/>
                                </a:solidFill>
                                <a:latin typeface="Cambria Math" panose="02040503050406030204" pitchFamily="18" charset="0"/>
                              </a:rPr>
                              <m:t>𝑡</m:t>
                            </m:r>
                          </m:sup>
                        </m:sSup>
                        <m:d>
                          <m:dPr>
                            <m:begChr m:val="‖"/>
                            <m:endChr m:val="‖"/>
                            <m:ctrlPr>
                              <a:rPr lang="zh-CN" altLang="en-US" sz="2800" b="1" i="1">
                                <a:solidFill>
                                  <a:srgbClr val="FFFF00"/>
                                </a:solidFill>
                                <a:latin typeface="Cambria Math" panose="02040503050406030204" pitchFamily="18" charset="0"/>
                              </a:rPr>
                            </m:ctrlPr>
                          </m:dPr>
                          <m:e>
                            <m:r>
                              <a:rPr lang="zh-CN" altLang="en-US" sz="2800" b="1" i="1">
                                <a:solidFill>
                                  <a:srgbClr val="FFFF00"/>
                                </a:solidFill>
                                <a:latin typeface="Cambria Math" panose="02040503050406030204" pitchFamily="18" charset="0"/>
                              </a:rPr>
                              <m:t>𝒙</m:t>
                            </m:r>
                          </m:e>
                        </m:d>
                      </m:oMath>
                    </m:oMathPara>
                  </a14:m>
                  <a:endParaRPr lang="zh-CN" altLang="en-US" sz="2800" b="1" dirty="0">
                    <a:solidFill>
                      <a:srgbClr val="FFFF00"/>
                    </a:solidFill>
                  </a:endParaRPr>
                </a:p>
              </p:txBody>
            </p:sp>
          </mc:Choice>
          <mc:Fallback xmlns="">
            <p:sp>
              <p:nvSpPr>
                <p:cNvPr id="35" name="对象 34"/>
                <p:cNvSpPr txBox="1">
                  <a:spLocks noRot="1" noChangeAspect="1" noMove="1" noResize="1" noEditPoints="1" noAdjustHandles="1" noChangeArrowheads="1" noChangeShapeType="1" noTextEdit="1"/>
                </p:cNvSpPr>
                <p:nvPr/>
              </p:nvSpPr>
              <p:spPr bwMode="auto">
                <a:xfrm>
                  <a:off x="2980374" y="3113931"/>
                  <a:ext cx="2846362" cy="554037"/>
                </a:xfrm>
                <a:prstGeom prst="rect">
                  <a:avLst/>
                </a:prstGeom>
                <a:blipFill>
                  <a:blip r:embed="rId6"/>
                  <a:stretch>
                    <a:fillRect/>
                  </a:stretch>
                </a:blipFill>
                <a:ln>
                  <a:noFill/>
                </a:ln>
              </p:spPr>
              <p:txBody>
                <a:bodyPr/>
                <a:lstStyle/>
                <a:p>
                  <a:r>
                    <a:rPr lang="zh-CN" altLang="en-US">
                      <a:noFill/>
                    </a:rPr>
                    <a:t> </a:t>
                  </a:r>
                </a:p>
              </p:txBody>
            </p:sp>
          </mc:Fallback>
        </mc:AlternateContent>
      </p:grpSp>
      <p:grpSp>
        <p:nvGrpSpPr>
          <p:cNvPr id="5" name="组合 4"/>
          <p:cNvGrpSpPr/>
          <p:nvPr/>
        </p:nvGrpSpPr>
        <p:grpSpPr>
          <a:xfrm>
            <a:off x="996029" y="5199200"/>
            <a:ext cx="5898254" cy="1414959"/>
            <a:chOff x="853504" y="3343349"/>
            <a:chExt cx="5898254" cy="1414959"/>
          </a:xfrm>
        </p:grpSpPr>
        <p:grpSp>
          <p:nvGrpSpPr>
            <p:cNvPr id="31" name="组合 30"/>
            <p:cNvGrpSpPr/>
            <p:nvPr/>
          </p:nvGrpSpPr>
          <p:grpSpPr>
            <a:xfrm>
              <a:off x="853504" y="3343349"/>
              <a:ext cx="5898254" cy="488950"/>
              <a:chOff x="1860084" y="2305620"/>
              <a:chExt cx="5898254" cy="488950"/>
            </a:xfrm>
          </p:grpSpPr>
          <mc:AlternateContent xmlns:mc="http://schemas.openxmlformats.org/markup-compatibility/2006" xmlns:a14="http://schemas.microsoft.com/office/drawing/2010/main">
            <mc:Choice Requires="a14">
              <p:sp>
                <p:nvSpPr>
                  <p:cNvPr id="32" name="对象 31"/>
                  <p:cNvSpPr txBox="1"/>
                  <p:nvPr/>
                </p:nvSpPr>
                <p:spPr bwMode="auto">
                  <a:xfrm>
                    <a:off x="3607620" y="2305620"/>
                    <a:ext cx="4150718" cy="488950"/>
                  </a:xfrm>
                  <a:prstGeom prst="rect">
                    <a:avLst/>
                  </a:prstGeom>
                  <a:noFill/>
                  <a:ln>
                    <a:noFill/>
                  </a:ln>
                </p:spPr>
                <p:txBody>
                  <a:bodyPr>
                    <a:noAutofit/>
                  </a:bodyPr>
                  <a:lstStyle/>
                  <a:p>
                    <a:pPr/>
                    <a14:m>
                      <m:oMathPara xmlns:m="http://schemas.openxmlformats.org/officeDocument/2006/math">
                        <m:oMathParaPr>
                          <m:jc m:val="left"/>
                        </m:oMathParaPr>
                        <m:oMath xmlns:m="http://schemas.openxmlformats.org/officeDocument/2006/math">
                          <m:r>
                            <a:rPr lang="zh-CN" altLang="en-US" sz="2800" i="1" smtClean="0">
                              <a:solidFill>
                                <a:srgbClr val="FFFF00"/>
                              </a:solidFill>
                              <a:latin typeface="Cambria Math" panose="02040503050406030204" pitchFamily="18" charset="0"/>
                            </a:rPr>
                            <m:t>𝑉</m:t>
                          </m:r>
                          <m:r>
                            <a:rPr lang="zh-CN" altLang="en-US" sz="2800" i="1" smtClean="0">
                              <a:solidFill>
                                <a:srgbClr val="FFFF00"/>
                              </a:solidFill>
                              <a:latin typeface="Cambria Math" panose="02040503050406030204" pitchFamily="18" charset="0"/>
                            </a:rPr>
                            <m:t>(</m:t>
                          </m:r>
                          <m:r>
                            <a:rPr lang="zh-CN" altLang="en-US" sz="2800" b="1" i="1" smtClean="0">
                              <a:solidFill>
                                <a:srgbClr val="FFFF00"/>
                              </a:solidFill>
                              <a:latin typeface="Cambria Math" panose="02040503050406030204" pitchFamily="18" charset="0"/>
                            </a:rPr>
                            <m:t>𝒙</m:t>
                          </m:r>
                          <m:r>
                            <a:rPr lang="zh-CN" altLang="en-US" sz="2800" i="1" smtClean="0">
                              <a:solidFill>
                                <a:srgbClr val="FFFF00"/>
                              </a:solidFill>
                              <a:latin typeface="Cambria Math" panose="02040503050406030204" pitchFamily="18" charset="0"/>
                            </a:rPr>
                            <m:t>,</m:t>
                          </m:r>
                          <m:r>
                            <a:rPr lang="zh-CN" altLang="en-US" sz="2800" i="1" smtClean="0">
                              <a:solidFill>
                                <a:srgbClr val="FFFF00"/>
                              </a:solidFill>
                              <a:latin typeface="Cambria Math" panose="02040503050406030204" pitchFamily="18" charset="0"/>
                            </a:rPr>
                            <m:t>𝑡</m:t>
                          </m:r>
                          <m:r>
                            <a:rPr lang="zh-CN" altLang="en-US" sz="2800" i="1" smtClean="0">
                              <a:solidFill>
                                <a:srgbClr val="FFFF00"/>
                              </a:solidFill>
                              <a:latin typeface="Cambria Math" panose="02040503050406030204" pitchFamily="18" charset="0"/>
                            </a:rPr>
                            <m:t>→</m:t>
                          </m:r>
                          <m:r>
                            <a:rPr lang="zh-CN" altLang="en-US" sz="2800" i="1" smtClean="0">
                              <a:solidFill>
                                <a:srgbClr val="FFFF00"/>
                              </a:solidFill>
                              <a:latin typeface="Cambria Math" panose="02040503050406030204" pitchFamily="18" charset="0"/>
                            </a:rPr>
                            <m:t>∞</m:t>
                          </m:r>
                          <m:r>
                            <a:rPr lang="zh-CN" altLang="en-US" sz="2800" i="1" smtClean="0">
                              <a:solidFill>
                                <a:srgbClr val="FFFF00"/>
                              </a:solidFill>
                              <a:latin typeface="Cambria Math" panose="02040503050406030204" pitchFamily="18" charset="0"/>
                            </a:rPr>
                            <m:t>)→</m:t>
                          </m:r>
                          <m:r>
                            <a:rPr lang="zh-CN" altLang="en-US" sz="2800" i="1" smtClean="0">
                              <a:solidFill>
                                <a:srgbClr val="FFFF00"/>
                              </a:solidFill>
                              <a:latin typeface="Cambria Math" panose="02040503050406030204" pitchFamily="18" charset="0"/>
                            </a:rPr>
                            <m:t>∞</m:t>
                          </m:r>
                          <m:r>
                            <a:rPr lang="zh-CN" altLang="en-US" sz="2800" i="1" smtClean="0">
                              <a:solidFill>
                                <a:srgbClr val="FFFF00"/>
                              </a:solidFill>
                              <a:latin typeface="Cambria Math" panose="02040503050406030204" pitchFamily="18" charset="0"/>
                            </a:rPr>
                            <m:t>,  </m:t>
                          </m:r>
                          <m:r>
                            <a:rPr lang="zh-CN" altLang="en-US" sz="2800" b="1" i="1" smtClean="0">
                              <a:solidFill>
                                <a:srgbClr val="FFFF00"/>
                              </a:solidFill>
                              <a:latin typeface="Cambria Math" panose="02040503050406030204" pitchFamily="18" charset="0"/>
                            </a:rPr>
                            <m:t>𝒙</m:t>
                          </m:r>
                          <m:r>
                            <a:rPr lang="zh-CN" altLang="en-US" sz="2800" i="1" smtClean="0">
                              <a:solidFill>
                                <a:srgbClr val="FFFF00"/>
                              </a:solidFill>
                              <a:latin typeface="Cambria Math" panose="02040503050406030204" pitchFamily="18" charset="0"/>
                            </a:rPr>
                            <m:t>≠</m:t>
                          </m:r>
                          <m:r>
                            <a:rPr lang="zh-CN" altLang="en-US" sz="2800" i="1" smtClean="0">
                              <a:solidFill>
                                <a:srgbClr val="FFFF00"/>
                              </a:solidFill>
                              <a:latin typeface="Cambria Math" panose="02040503050406030204" pitchFamily="18" charset="0"/>
                            </a:rPr>
                            <m:t>0</m:t>
                          </m:r>
                        </m:oMath>
                      </m:oMathPara>
                    </a14:m>
                    <a:endParaRPr lang="zh-CN" altLang="en-US" sz="2800" dirty="0">
                      <a:solidFill>
                        <a:srgbClr val="FFFF00"/>
                      </a:solidFill>
                    </a:endParaRPr>
                  </a:p>
                </p:txBody>
              </p:sp>
            </mc:Choice>
            <mc:Fallback xmlns="">
              <p:sp>
                <p:nvSpPr>
                  <p:cNvPr id="32" name="对象 31"/>
                  <p:cNvSpPr txBox="1">
                    <a:spLocks noRot="1" noChangeAspect="1" noMove="1" noResize="1" noEditPoints="1" noAdjustHandles="1" noChangeArrowheads="1" noChangeShapeType="1" noTextEdit="1"/>
                  </p:cNvSpPr>
                  <p:nvPr/>
                </p:nvSpPr>
                <p:spPr bwMode="auto">
                  <a:xfrm>
                    <a:off x="3607620" y="2305620"/>
                    <a:ext cx="4150718" cy="488950"/>
                  </a:xfrm>
                  <a:prstGeom prst="rect">
                    <a:avLst/>
                  </a:prstGeom>
                  <a:blipFill>
                    <a:blip r:embed="rId7"/>
                    <a:stretch>
                      <a:fillRect/>
                    </a:stretch>
                  </a:blipFill>
                  <a:ln>
                    <a:noFill/>
                  </a:ln>
                </p:spPr>
                <p:txBody>
                  <a:bodyPr/>
                  <a:lstStyle/>
                  <a:p>
                    <a:r>
                      <a:rPr lang="zh-CN" altLang="en-US">
                        <a:noFill/>
                      </a:rPr>
                      <a:t> </a:t>
                    </a:r>
                  </a:p>
                </p:txBody>
              </p:sp>
            </mc:Fallback>
          </mc:AlternateContent>
          <p:sp>
            <p:nvSpPr>
              <p:cNvPr id="33" name="TextBox 32"/>
              <p:cNvSpPr txBox="1"/>
              <p:nvPr/>
            </p:nvSpPr>
            <p:spPr>
              <a:xfrm>
                <a:off x="1860084" y="2319263"/>
                <a:ext cx="1723549" cy="461665"/>
              </a:xfrm>
              <a:prstGeom prst="rect">
                <a:avLst/>
              </a:prstGeom>
              <a:noFill/>
            </p:spPr>
            <p:txBody>
              <a:bodyPr wrap="none" rtlCol="0">
                <a:spAutoFit/>
              </a:bodyPr>
              <a:lstStyle/>
              <a:p>
                <a:r>
                  <a:rPr lang="zh-CN" altLang="en-US" sz="2400" b="1" dirty="0">
                    <a:solidFill>
                      <a:schemeClr val="bg1"/>
                    </a:solidFill>
                  </a:rPr>
                  <a:t>避免出现：</a:t>
                </a:r>
              </a:p>
            </p:txBody>
          </p:sp>
        </p:grpSp>
        <mc:AlternateContent xmlns:mc="http://schemas.openxmlformats.org/markup-compatibility/2006" xmlns:a14="http://schemas.microsoft.com/office/drawing/2010/main">
          <mc:Choice Requires="a14">
            <p:sp>
              <p:nvSpPr>
                <p:cNvPr id="11" name="对象 10"/>
                <p:cNvSpPr txBox="1"/>
                <p:nvPr/>
              </p:nvSpPr>
              <p:spPr bwMode="auto">
                <a:xfrm>
                  <a:off x="2664932" y="4148708"/>
                  <a:ext cx="3529087" cy="609600"/>
                </a:xfrm>
                <a:prstGeom prst="rect">
                  <a:avLst/>
                </a:prstGeom>
                <a:noFill/>
                <a:ln>
                  <a:noFill/>
                </a:ln>
              </p:spPr>
              <p:txBody>
                <a:bodyPr>
                  <a:noAutofit/>
                </a:bodyPr>
                <a:lstStyle/>
                <a:p>
                  <a:pPr/>
                  <a14:m>
                    <m:oMathPara xmlns:m="http://schemas.openxmlformats.org/officeDocument/2006/math">
                      <m:oMathParaPr>
                        <m:jc m:val="left"/>
                      </m:oMathParaPr>
                      <m:oMath xmlns:m="http://schemas.openxmlformats.org/officeDocument/2006/math">
                        <m:r>
                          <a:rPr lang="zh-CN" altLang="en-US" sz="2800" i="1" smtClean="0">
                            <a:solidFill>
                              <a:srgbClr val="FFFF00"/>
                            </a:solidFill>
                            <a:latin typeface="Cambria Math" panose="02040503050406030204" pitchFamily="18" charset="0"/>
                          </a:rPr>
                          <m:t>𝑉</m:t>
                        </m:r>
                        <m:r>
                          <a:rPr lang="zh-CN" altLang="en-US" sz="2800" i="1" smtClean="0">
                            <a:solidFill>
                              <a:srgbClr val="FFFF00"/>
                            </a:solidFill>
                            <a:latin typeface="Cambria Math" panose="02040503050406030204" pitchFamily="18" charset="0"/>
                          </a:rPr>
                          <m:t>(</m:t>
                        </m:r>
                        <m:r>
                          <a:rPr lang="zh-CN" altLang="en-US" sz="2800" b="1" i="1" smtClean="0">
                            <a:solidFill>
                              <a:srgbClr val="FFFF00"/>
                            </a:solidFill>
                            <a:latin typeface="Cambria Math" panose="02040503050406030204" pitchFamily="18" charset="0"/>
                          </a:rPr>
                          <m:t>𝒙</m:t>
                        </m:r>
                        <m:r>
                          <a:rPr lang="zh-CN" altLang="en-US" sz="2800" i="1" smtClean="0">
                            <a:solidFill>
                              <a:srgbClr val="FFFF00"/>
                            </a:solidFill>
                            <a:latin typeface="Cambria Math" panose="02040503050406030204" pitchFamily="18" charset="0"/>
                          </a:rPr>
                          <m:t>,</m:t>
                        </m:r>
                        <m:r>
                          <a:rPr lang="zh-CN" altLang="en-US" sz="2800" i="1" smtClean="0">
                            <a:solidFill>
                              <a:srgbClr val="FFFF00"/>
                            </a:solidFill>
                            <a:latin typeface="Cambria Math" panose="02040503050406030204" pitchFamily="18" charset="0"/>
                          </a:rPr>
                          <m:t>𝑡</m:t>
                        </m:r>
                        <m:r>
                          <a:rPr lang="zh-CN" altLang="en-US" sz="2800" i="1" smtClean="0">
                            <a:solidFill>
                              <a:srgbClr val="FFFF00"/>
                            </a:solidFill>
                            <a:latin typeface="Cambria Math" panose="02040503050406030204" pitchFamily="18" charset="0"/>
                          </a:rPr>
                          <m:t>)=(</m:t>
                        </m:r>
                        <m:r>
                          <a:rPr lang="zh-CN" altLang="en-US" sz="2800" i="1" smtClean="0">
                            <a:solidFill>
                              <a:srgbClr val="FFFF00"/>
                            </a:solidFill>
                            <a:latin typeface="Cambria Math" panose="02040503050406030204" pitchFamily="18" charset="0"/>
                          </a:rPr>
                          <m:t>1</m:t>
                        </m:r>
                        <m:r>
                          <a:rPr lang="zh-CN" altLang="en-US" sz="2800" i="1" smtClean="0">
                            <a:solidFill>
                              <a:srgbClr val="FFFF00"/>
                            </a:solidFill>
                            <a:latin typeface="Cambria Math" panose="02040503050406030204" pitchFamily="18" charset="0"/>
                          </a:rPr>
                          <m:t>+</m:t>
                        </m:r>
                        <m:r>
                          <a:rPr lang="zh-CN" altLang="en-US" sz="2800" i="1" smtClean="0">
                            <a:solidFill>
                              <a:srgbClr val="FFFF00"/>
                            </a:solidFill>
                            <a:latin typeface="Cambria Math" panose="02040503050406030204" pitchFamily="18" charset="0"/>
                          </a:rPr>
                          <m:t>𝑡</m:t>
                        </m:r>
                        <m:r>
                          <a:rPr lang="zh-CN" altLang="en-US" sz="2800" i="1" smtClean="0">
                            <a:solidFill>
                              <a:srgbClr val="FFFF00"/>
                            </a:solidFill>
                            <a:latin typeface="Cambria Math" panose="02040503050406030204" pitchFamily="18" charset="0"/>
                          </a:rPr>
                          <m:t>)</m:t>
                        </m:r>
                        <m:sSup>
                          <m:sSupPr>
                            <m:ctrlPr>
                              <a:rPr lang="zh-CN" altLang="en-US" sz="2800" i="1">
                                <a:solidFill>
                                  <a:srgbClr val="FFFF00"/>
                                </a:solidFill>
                                <a:latin typeface="Cambria Math" panose="02040503050406030204" pitchFamily="18" charset="0"/>
                              </a:rPr>
                            </m:ctrlPr>
                          </m:sSupPr>
                          <m:e>
                            <m:d>
                              <m:dPr>
                                <m:begChr m:val="‖"/>
                                <m:endChr m:val="‖"/>
                                <m:ctrlPr>
                                  <a:rPr lang="zh-CN" altLang="en-US" sz="2800" b="1" i="1">
                                    <a:solidFill>
                                      <a:srgbClr val="FFFF00"/>
                                    </a:solidFill>
                                    <a:latin typeface="Cambria Math" panose="02040503050406030204" pitchFamily="18" charset="0"/>
                                  </a:rPr>
                                </m:ctrlPr>
                              </m:dPr>
                              <m:e>
                                <m:r>
                                  <a:rPr lang="zh-CN" altLang="en-US" sz="2800" b="1" i="1">
                                    <a:solidFill>
                                      <a:srgbClr val="FFFF00"/>
                                    </a:solidFill>
                                    <a:latin typeface="Cambria Math" panose="02040503050406030204" pitchFamily="18" charset="0"/>
                                  </a:rPr>
                                  <m:t>𝒙</m:t>
                                </m:r>
                              </m:e>
                            </m:d>
                          </m:e>
                          <m:sup>
                            <m:r>
                              <a:rPr lang="zh-CN" altLang="en-US" sz="2800" i="1">
                                <a:solidFill>
                                  <a:srgbClr val="FFFF00"/>
                                </a:solidFill>
                                <a:latin typeface="Cambria Math" panose="02040503050406030204" pitchFamily="18" charset="0"/>
                              </a:rPr>
                              <m:t>2</m:t>
                            </m:r>
                          </m:sup>
                        </m:sSup>
                      </m:oMath>
                    </m:oMathPara>
                  </a14:m>
                  <a:endParaRPr lang="zh-CN" altLang="en-US" sz="2800" dirty="0">
                    <a:solidFill>
                      <a:srgbClr val="FFFF00"/>
                    </a:solidFill>
                  </a:endParaRPr>
                </a:p>
              </p:txBody>
            </p:sp>
          </mc:Choice>
          <mc:Fallback xmlns="">
            <p:sp>
              <p:nvSpPr>
                <p:cNvPr id="11" name="对象 10"/>
                <p:cNvSpPr txBox="1">
                  <a:spLocks noRot="1" noChangeAspect="1" noMove="1" noResize="1" noEditPoints="1" noAdjustHandles="1" noChangeArrowheads="1" noChangeShapeType="1" noTextEdit="1"/>
                </p:cNvSpPr>
                <p:nvPr/>
              </p:nvSpPr>
              <p:spPr bwMode="auto">
                <a:xfrm>
                  <a:off x="2664932" y="4148708"/>
                  <a:ext cx="3529087" cy="609600"/>
                </a:xfrm>
                <a:prstGeom prst="rect">
                  <a:avLst/>
                </a:prstGeom>
                <a:blipFill>
                  <a:blip r:embed="rId8"/>
                  <a:stretch>
                    <a:fillRect/>
                  </a:stretch>
                </a:blipFill>
                <a:ln>
                  <a:noFill/>
                </a:ln>
              </p:spPr>
              <p:txBody>
                <a:bodyPr/>
                <a:lstStyle/>
                <a:p>
                  <a:r>
                    <a:rPr lang="zh-CN" altLang="en-US">
                      <a:noFill/>
                    </a:rPr>
                    <a:t> </a:t>
                  </a:r>
                </a:p>
              </p:txBody>
            </p:sp>
          </mc:Fallback>
        </mc:AlternateContent>
      </p:grpSp>
      <p:sp>
        <p:nvSpPr>
          <p:cNvPr id="21" name="日期占位符 3"/>
          <p:cNvSpPr txBox="1">
            <a:spLocks/>
          </p:cNvSpPr>
          <p:nvPr/>
        </p:nvSpPr>
        <p:spPr>
          <a:xfrm>
            <a:off x="457200" y="6476999"/>
            <a:ext cx="2133600" cy="274320"/>
          </a:xfrm>
          <a:prstGeom prst="rect">
            <a:avLst/>
          </a:prstGeom>
        </p:spPr>
        <p:txBody>
          <a:bodyPr vert="horz" lIns="109728" rIns="45720" bIns="0" rtlCol="0" anchor="b"/>
          <a:lstStyle>
            <a:defPPr>
              <a:defRPr lang="zh-CN"/>
            </a:defPPr>
            <a:lvl1pPr marL="0" algn="l" defTabSz="914400" rtl="0" eaLnBrk="1" latinLnBrk="0" hangingPunct="1">
              <a:defRPr kumimoji="0" sz="1800" kern="1200">
                <a:solidFill>
                  <a:srgbClr val="FF0000"/>
                </a:solidFill>
                <a:latin typeface="Times New Roman" pitchFamily="18" charset="0"/>
                <a:ea typeface="+mn-ea"/>
                <a:cs typeface="Times New Roman" pitchFamily="18"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dirty="0"/>
          </a:p>
        </p:txBody>
      </p:sp>
    </p:spTree>
    <p:custDataLst>
      <p:tags r:id="rId1"/>
    </p:custDataLst>
    <p:extLst>
      <p:ext uri="{BB962C8B-B14F-4D97-AF65-F5344CB8AC3E}">
        <p14:creationId xmlns:p14="http://schemas.microsoft.com/office/powerpoint/2010/main" val="6572339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down)">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30"/>
                                        </p:tgtEl>
                                        <p:attrNameLst>
                                          <p:attrName>style.visibility</p:attrName>
                                        </p:attrNameLst>
                                      </p:cBhvr>
                                      <p:to>
                                        <p:strVal val="visible"/>
                                      </p:to>
                                    </p:set>
                                    <p:animEffect transition="in" filter="wipe(down)">
                                      <p:cBhvr>
                                        <p:cTn id="12" dur="500"/>
                                        <p:tgtEl>
                                          <p:spTgt spid="30"/>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wipe(down)">
                                      <p:cBhvr>
                                        <p:cTn id="1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sz="3600" dirty="0"/>
              <a:t>一致稳定性判定中</a:t>
            </a:r>
            <a:r>
              <a:rPr lang="en-US" altLang="zh-CN" sz="3600" i="1" dirty="0"/>
              <a:t>V</a:t>
            </a:r>
            <a:r>
              <a:rPr lang="zh-CN" altLang="en-US" sz="3600" dirty="0"/>
              <a:t>函数的条件</a:t>
            </a:r>
          </a:p>
        </p:txBody>
      </p:sp>
      <p:sp>
        <p:nvSpPr>
          <p:cNvPr id="7" name="灯片编号占位符 6"/>
          <p:cNvSpPr>
            <a:spLocks noGrp="1"/>
          </p:cNvSpPr>
          <p:nvPr>
            <p:ph type="sldNum" sz="quarter" idx="12"/>
          </p:nvPr>
        </p:nvSpPr>
        <p:spPr/>
        <p:txBody>
          <a:bodyPr/>
          <a:lstStyle/>
          <a:p>
            <a:fld id="{58C210BB-F110-452C-89E7-9EA0A8D47DCE}" type="slidenum">
              <a:rPr lang="zh-CN" altLang="en-US" smtClean="0"/>
              <a:pPr/>
              <a:t>34</a:t>
            </a:fld>
            <a:endParaRPr lang="zh-CN" altLang="en-US" dirty="0"/>
          </a:p>
        </p:txBody>
      </p:sp>
      <mc:AlternateContent xmlns:mc="http://schemas.openxmlformats.org/markup-compatibility/2006" xmlns:a14="http://schemas.microsoft.com/office/drawing/2010/main">
        <mc:Choice Requires="a14">
          <p:sp>
            <p:nvSpPr>
              <p:cNvPr id="4" name="对象 3"/>
              <p:cNvSpPr txBox="1"/>
              <p:nvPr/>
            </p:nvSpPr>
            <p:spPr bwMode="auto">
              <a:xfrm>
                <a:off x="2521702" y="1157985"/>
                <a:ext cx="4110955" cy="549275"/>
              </a:xfrm>
              <a:prstGeom prst="rect">
                <a:avLst/>
              </a:prstGeom>
              <a:noFill/>
              <a:ln>
                <a:noFill/>
              </a:ln>
            </p:spPr>
            <p:txBody>
              <a:bodyPr>
                <a:noAutofit/>
              </a:bodyPr>
              <a:lstStyle/>
              <a:p>
                <a:pPr/>
                <a14:m>
                  <m:oMathPara xmlns:m="http://schemas.openxmlformats.org/officeDocument/2006/math">
                    <m:oMathParaPr>
                      <m:jc m:val="left"/>
                    </m:oMathParaPr>
                    <m:oMath xmlns:m="http://schemas.openxmlformats.org/officeDocument/2006/math">
                      <m:sSub>
                        <m:sSubPr>
                          <m:ctrlPr>
                            <a:rPr lang="zh-CN" altLang="en-US" sz="2800" i="1" smtClean="0">
                              <a:solidFill>
                                <a:srgbClr val="FFFF00"/>
                              </a:solidFill>
                              <a:latin typeface="Cambria Math" panose="02040503050406030204" pitchFamily="18" charset="0"/>
                            </a:rPr>
                          </m:ctrlPr>
                        </m:sSubPr>
                        <m:e>
                          <m:r>
                            <a:rPr lang="zh-CN" altLang="en-US" sz="2800" i="1">
                              <a:solidFill>
                                <a:srgbClr val="FFFF00"/>
                              </a:solidFill>
                              <a:latin typeface="Cambria Math" panose="02040503050406030204" pitchFamily="18" charset="0"/>
                            </a:rPr>
                            <m:t>𝑊</m:t>
                          </m:r>
                        </m:e>
                        <m:sub>
                          <m:r>
                            <a:rPr lang="zh-CN" altLang="en-US" sz="2800" i="1">
                              <a:solidFill>
                                <a:srgbClr val="FFFF00"/>
                              </a:solidFill>
                              <a:latin typeface="Cambria Math" panose="02040503050406030204" pitchFamily="18" charset="0"/>
                            </a:rPr>
                            <m:t>1</m:t>
                          </m:r>
                        </m:sub>
                      </m:sSub>
                      <m:r>
                        <a:rPr lang="zh-CN" altLang="en-US" sz="2800" i="1">
                          <a:solidFill>
                            <a:srgbClr val="FFFF00"/>
                          </a:solidFill>
                          <a:latin typeface="Cambria Math" panose="02040503050406030204" pitchFamily="18" charset="0"/>
                        </a:rPr>
                        <m:t>(</m:t>
                      </m:r>
                      <m:r>
                        <a:rPr lang="zh-CN" altLang="en-US" sz="2800" b="1" i="1">
                          <a:solidFill>
                            <a:srgbClr val="FFFF00"/>
                          </a:solidFill>
                          <a:latin typeface="Cambria Math" panose="02040503050406030204" pitchFamily="18" charset="0"/>
                        </a:rPr>
                        <m:t>𝒙</m:t>
                      </m:r>
                      <m:r>
                        <a:rPr lang="zh-CN" altLang="en-US" sz="2800" i="1">
                          <a:solidFill>
                            <a:srgbClr val="FFFF00"/>
                          </a:solidFill>
                          <a:latin typeface="Cambria Math" panose="02040503050406030204" pitchFamily="18" charset="0"/>
                        </a:rPr>
                        <m:t>)≤</m:t>
                      </m:r>
                      <m:r>
                        <a:rPr lang="zh-CN" altLang="en-US" sz="2800" i="1">
                          <a:solidFill>
                            <a:srgbClr val="FFFF00"/>
                          </a:solidFill>
                          <a:latin typeface="Cambria Math" panose="02040503050406030204" pitchFamily="18" charset="0"/>
                        </a:rPr>
                        <m:t>𝑉</m:t>
                      </m:r>
                      <m:r>
                        <a:rPr lang="zh-CN" altLang="en-US" sz="2800" i="1">
                          <a:solidFill>
                            <a:srgbClr val="FFFF00"/>
                          </a:solidFill>
                          <a:latin typeface="Cambria Math" panose="02040503050406030204" pitchFamily="18" charset="0"/>
                        </a:rPr>
                        <m:t>(</m:t>
                      </m:r>
                      <m:r>
                        <a:rPr lang="zh-CN" altLang="en-US" sz="2800" b="1" i="1">
                          <a:solidFill>
                            <a:srgbClr val="FFFF00"/>
                          </a:solidFill>
                          <a:latin typeface="Cambria Math" panose="02040503050406030204" pitchFamily="18" charset="0"/>
                        </a:rPr>
                        <m:t>𝒙</m:t>
                      </m:r>
                      <m:r>
                        <a:rPr lang="zh-CN" altLang="en-US" sz="2800" i="1">
                          <a:solidFill>
                            <a:srgbClr val="FFFF00"/>
                          </a:solidFill>
                          <a:latin typeface="Cambria Math" panose="02040503050406030204" pitchFamily="18" charset="0"/>
                        </a:rPr>
                        <m:t>,</m:t>
                      </m:r>
                      <m:r>
                        <a:rPr lang="zh-CN" altLang="en-US" sz="2800" i="1">
                          <a:solidFill>
                            <a:srgbClr val="FFFF00"/>
                          </a:solidFill>
                          <a:latin typeface="Cambria Math" panose="02040503050406030204" pitchFamily="18" charset="0"/>
                        </a:rPr>
                        <m:t>𝑡</m:t>
                      </m:r>
                      <m:r>
                        <a:rPr lang="zh-CN" altLang="en-US" sz="2800" i="1">
                          <a:solidFill>
                            <a:srgbClr val="FFFF00"/>
                          </a:solidFill>
                          <a:latin typeface="Cambria Math" panose="02040503050406030204" pitchFamily="18" charset="0"/>
                        </a:rPr>
                        <m:t>)≤</m:t>
                      </m:r>
                      <m:sSub>
                        <m:sSubPr>
                          <m:ctrlPr>
                            <a:rPr lang="zh-CN" altLang="en-US" sz="2800" i="1">
                              <a:solidFill>
                                <a:srgbClr val="FFFF00"/>
                              </a:solidFill>
                              <a:latin typeface="Cambria Math" panose="02040503050406030204" pitchFamily="18" charset="0"/>
                            </a:rPr>
                          </m:ctrlPr>
                        </m:sSubPr>
                        <m:e>
                          <m:r>
                            <a:rPr lang="zh-CN" altLang="en-US" sz="2800" i="1">
                              <a:solidFill>
                                <a:srgbClr val="FFFF00"/>
                              </a:solidFill>
                              <a:latin typeface="Cambria Math" panose="02040503050406030204" pitchFamily="18" charset="0"/>
                            </a:rPr>
                            <m:t>𝑊</m:t>
                          </m:r>
                        </m:e>
                        <m:sub>
                          <m:r>
                            <a:rPr lang="zh-CN" altLang="en-US" sz="2800" i="1">
                              <a:solidFill>
                                <a:srgbClr val="FFFF00"/>
                              </a:solidFill>
                              <a:latin typeface="Cambria Math" panose="02040503050406030204" pitchFamily="18" charset="0"/>
                            </a:rPr>
                            <m:t>2</m:t>
                          </m:r>
                        </m:sub>
                      </m:sSub>
                      <m:r>
                        <a:rPr lang="zh-CN" altLang="en-US" sz="2800" i="1">
                          <a:solidFill>
                            <a:srgbClr val="FFFF00"/>
                          </a:solidFill>
                          <a:latin typeface="Cambria Math" panose="02040503050406030204" pitchFamily="18" charset="0"/>
                        </a:rPr>
                        <m:t>(</m:t>
                      </m:r>
                      <m:r>
                        <a:rPr lang="zh-CN" altLang="en-US" sz="2800" b="1" i="1">
                          <a:solidFill>
                            <a:srgbClr val="FFFF00"/>
                          </a:solidFill>
                          <a:latin typeface="Cambria Math" panose="02040503050406030204" pitchFamily="18" charset="0"/>
                        </a:rPr>
                        <m:t>𝒙</m:t>
                      </m:r>
                      <m:r>
                        <a:rPr lang="zh-CN" altLang="en-US" sz="2800" i="1">
                          <a:solidFill>
                            <a:srgbClr val="FFFF00"/>
                          </a:solidFill>
                          <a:latin typeface="Cambria Math" panose="02040503050406030204" pitchFamily="18" charset="0"/>
                        </a:rPr>
                        <m:t>)</m:t>
                      </m:r>
                    </m:oMath>
                  </m:oMathPara>
                </a14:m>
                <a:endParaRPr lang="zh-CN" altLang="en-US" sz="2800" dirty="0">
                  <a:solidFill>
                    <a:srgbClr val="FFFF00"/>
                  </a:solidFill>
                </a:endParaRPr>
              </a:p>
            </p:txBody>
          </p:sp>
        </mc:Choice>
        <mc:Fallback xmlns="">
          <p:sp>
            <p:nvSpPr>
              <p:cNvPr id="4" name="对象 3"/>
              <p:cNvSpPr txBox="1">
                <a:spLocks noRot="1" noChangeAspect="1" noMove="1" noResize="1" noEditPoints="1" noAdjustHandles="1" noChangeArrowheads="1" noChangeShapeType="1" noTextEdit="1"/>
              </p:cNvSpPr>
              <p:nvPr/>
            </p:nvSpPr>
            <p:spPr bwMode="auto">
              <a:xfrm>
                <a:off x="2521702" y="1157985"/>
                <a:ext cx="4110955" cy="549275"/>
              </a:xfrm>
              <a:prstGeom prst="rect">
                <a:avLst/>
              </a:prstGeom>
              <a:blipFill>
                <a:blip r:embed="rId4"/>
                <a:stretch>
                  <a:fillRect/>
                </a:stretch>
              </a:blipFill>
              <a:ln>
                <a:noFill/>
              </a:ln>
            </p:spPr>
            <p:txBody>
              <a:bodyPr/>
              <a:lstStyle/>
              <a:p>
                <a:r>
                  <a:rPr lang="zh-CN" altLang="en-US">
                    <a:noFill/>
                  </a:rPr>
                  <a:t> </a:t>
                </a:r>
              </a:p>
            </p:txBody>
          </p:sp>
        </mc:Fallback>
      </mc:AlternateContent>
      <p:pic>
        <p:nvPicPr>
          <p:cNvPr id="76624" name="Picture 187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692524" y="1772816"/>
            <a:ext cx="3758952" cy="23556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4" name="TextBox 33"/>
          <p:cNvSpPr txBox="1"/>
          <p:nvPr/>
        </p:nvSpPr>
        <p:spPr>
          <a:xfrm>
            <a:off x="438472" y="4472751"/>
            <a:ext cx="6653808" cy="523220"/>
          </a:xfrm>
          <a:prstGeom prst="rect">
            <a:avLst/>
          </a:prstGeom>
          <a:noFill/>
        </p:spPr>
        <p:txBody>
          <a:bodyPr wrap="square" rtlCol="0">
            <a:spAutoFit/>
          </a:bodyPr>
          <a:lstStyle/>
          <a:p>
            <a:r>
              <a:rPr lang="zh-CN" altLang="en-US" sz="2800" b="1" dirty="0">
                <a:solidFill>
                  <a:schemeClr val="bg1"/>
                </a:solidFill>
                <a:latin typeface="Times New Roman" pitchFamily="18" charset="0"/>
                <a:cs typeface="Times New Roman" pitchFamily="18" charset="0"/>
              </a:rPr>
              <a:t>借助</a:t>
            </a:r>
            <a:r>
              <a:rPr lang="en-US" altLang="zh-CN" sz="2800" b="1" i="1" dirty="0">
                <a:solidFill>
                  <a:schemeClr val="bg1"/>
                </a:solidFill>
                <a:latin typeface="Times New Roman" pitchFamily="18" charset="0"/>
                <a:cs typeface="Times New Roman" pitchFamily="18" charset="0"/>
              </a:rPr>
              <a:t>V</a:t>
            </a:r>
            <a:r>
              <a:rPr lang="zh-CN" altLang="en-US" sz="2800" b="1" dirty="0">
                <a:solidFill>
                  <a:schemeClr val="bg1"/>
                </a:solidFill>
                <a:latin typeface="Times New Roman" pitchFamily="18" charset="0"/>
                <a:cs typeface="Times New Roman" pitchFamily="18" charset="0"/>
              </a:rPr>
              <a:t>函数判定系统稳定性的</a:t>
            </a:r>
            <a:r>
              <a:rPr lang="zh-CN" altLang="en-US" sz="2800" b="1" dirty="0">
                <a:solidFill>
                  <a:srgbClr val="FFFF00"/>
                </a:solidFill>
                <a:latin typeface="Times New Roman" pitchFamily="18" charset="0"/>
                <a:cs typeface="Times New Roman" pitchFamily="18" charset="0"/>
              </a:rPr>
              <a:t>基本思想</a:t>
            </a:r>
            <a:r>
              <a:rPr lang="zh-CN" altLang="en-US" sz="2800" b="1" dirty="0">
                <a:solidFill>
                  <a:schemeClr val="bg1"/>
                </a:solidFill>
                <a:latin typeface="Times New Roman" pitchFamily="18" charset="0"/>
                <a:cs typeface="Times New Roman" pitchFamily="18" charset="0"/>
              </a:rPr>
              <a:t>？</a:t>
            </a:r>
          </a:p>
        </p:txBody>
      </p:sp>
      <p:sp>
        <p:nvSpPr>
          <p:cNvPr id="20" name="TextBox 19"/>
          <p:cNvSpPr txBox="1"/>
          <p:nvPr/>
        </p:nvSpPr>
        <p:spPr>
          <a:xfrm>
            <a:off x="472997" y="5194029"/>
            <a:ext cx="8507288" cy="1384995"/>
          </a:xfrm>
          <a:prstGeom prst="rect">
            <a:avLst/>
          </a:prstGeom>
          <a:noFill/>
        </p:spPr>
        <p:txBody>
          <a:bodyPr wrap="square" rtlCol="0">
            <a:spAutoFit/>
          </a:bodyPr>
          <a:lstStyle/>
          <a:p>
            <a:pPr algn="ctr"/>
            <a:r>
              <a:rPr lang="zh-CN" altLang="en-US" sz="2800" b="1" dirty="0">
                <a:solidFill>
                  <a:schemeClr val="bg1"/>
                </a:solidFill>
                <a:latin typeface="Times New Roman" pitchFamily="18" charset="0"/>
                <a:cs typeface="Times New Roman" pitchFamily="18" charset="0"/>
              </a:rPr>
              <a:t>在</a:t>
            </a:r>
            <a:r>
              <a:rPr lang="zh-CN" altLang="en-US" sz="2800" b="1" dirty="0">
                <a:solidFill>
                  <a:srgbClr val="FFFF00"/>
                </a:solidFill>
                <a:latin typeface="Times New Roman" pitchFamily="18" charset="0"/>
                <a:cs typeface="Times New Roman" pitchFamily="18" charset="0"/>
              </a:rPr>
              <a:t>能量的“大小”</a:t>
            </a:r>
            <a:r>
              <a:rPr lang="zh-CN" altLang="en-US" sz="2800" b="1" dirty="0">
                <a:solidFill>
                  <a:schemeClr val="bg1"/>
                </a:solidFill>
                <a:latin typeface="Times New Roman" pitchFamily="18" charset="0"/>
                <a:cs typeface="Times New Roman" pitchFamily="18" charset="0"/>
              </a:rPr>
              <a:t>与</a:t>
            </a:r>
            <a:r>
              <a:rPr lang="zh-CN" altLang="en-US" sz="2800" b="1" dirty="0">
                <a:solidFill>
                  <a:srgbClr val="FFFF00"/>
                </a:solidFill>
                <a:latin typeface="Times New Roman" pitchFamily="18" charset="0"/>
                <a:cs typeface="Times New Roman" pitchFamily="18" charset="0"/>
              </a:rPr>
              <a:t>状态距平衡点的 “远近”</a:t>
            </a:r>
            <a:r>
              <a:rPr lang="zh-CN" altLang="en-US" sz="2800" b="1" dirty="0">
                <a:solidFill>
                  <a:schemeClr val="bg1"/>
                </a:solidFill>
                <a:latin typeface="Times New Roman" pitchFamily="18" charset="0"/>
                <a:cs typeface="Times New Roman" pitchFamily="18" charset="0"/>
              </a:rPr>
              <a:t>之间</a:t>
            </a:r>
            <a:endParaRPr lang="en-US" altLang="zh-CN" sz="2800" b="1" dirty="0">
              <a:solidFill>
                <a:schemeClr val="bg1"/>
              </a:solidFill>
              <a:latin typeface="Times New Roman" pitchFamily="18" charset="0"/>
              <a:cs typeface="Times New Roman" pitchFamily="18" charset="0"/>
            </a:endParaRPr>
          </a:p>
          <a:p>
            <a:pPr algn="ctr"/>
            <a:r>
              <a:rPr lang="zh-CN" altLang="en-US" sz="2800" b="1" dirty="0">
                <a:solidFill>
                  <a:srgbClr val="FFFF00"/>
                </a:solidFill>
                <a:latin typeface="Times New Roman" pitchFamily="18" charset="0"/>
                <a:cs typeface="Times New Roman" pitchFamily="18" charset="0"/>
              </a:rPr>
              <a:t>建立</a:t>
            </a:r>
            <a:br>
              <a:rPr lang="en-US" altLang="zh-CN" sz="2800" b="1" dirty="0">
                <a:solidFill>
                  <a:srgbClr val="FFFF00"/>
                </a:solidFill>
                <a:latin typeface="Times New Roman" pitchFamily="18" charset="0"/>
                <a:cs typeface="Times New Roman" pitchFamily="18" charset="0"/>
              </a:rPr>
            </a:br>
            <a:r>
              <a:rPr lang="zh-CN" altLang="en-US" sz="2800" b="1" dirty="0">
                <a:solidFill>
                  <a:srgbClr val="FFFF00"/>
                </a:solidFill>
                <a:latin typeface="Times New Roman" pitchFamily="18" charset="0"/>
                <a:cs typeface="Times New Roman" pitchFamily="18" charset="0"/>
              </a:rPr>
              <a:t>“合理的”对应关系</a:t>
            </a:r>
            <a:r>
              <a:rPr lang="en-US" altLang="zh-CN" sz="2800" b="1" dirty="0">
                <a:solidFill>
                  <a:schemeClr val="bg1"/>
                </a:solidFill>
                <a:latin typeface="Times New Roman" pitchFamily="18" charset="0"/>
                <a:cs typeface="Times New Roman" pitchFamily="18" charset="0"/>
              </a:rPr>
              <a:t>——</a:t>
            </a:r>
            <a:r>
              <a:rPr lang="zh-CN" altLang="en-US" sz="2800" b="1" dirty="0">
                <a:solidFill>
                  <a:schemeClr val="bg1"/>
                </a:solidFill>
                <a:latin typeface="Times New Roman" pitchFamily="18" charset="0"/>
                <a:cs typeface="Times New Roman" pitchFamily="18" charset="0"/>
              </a:rPr>
              <a:t>有界等价！</a:t>
            </a:r>
          </a:p>
        </p:txBody>
      </p:sp>
      <p:sp>
        <p:nvSpPr>
          <p:cNvPr id="21" name="日期占位符 3"/>
          <p:cNvSpPr txBox="1">
            <a:spLocks/>
          </p:cNvSpPr>
          <p:nvPr/>
        </p:nvSpPr>
        <p:spPr>
          <a:xfrm>
            <a:off x="457200" y="6476999"/>
            <a:ext cx="2133600" cy="274320"/>
          </a:xfrm>
          <a:prstGeom prst="rect">
            <a:avLst/>
          </a:prstGeom>
        </p:spPr>
        <p:txBody>
          <a:bodyPr vert="horz" lIns="109728" rIns="45720" bIns="0" rtlCol="0" anchor="b"/>
          <a:lstStyle>
            <a:defPPr>
              <a:defRPr lang="zh-CN"/>
            </a:defPPr>
            <a:lvl1pPr marL="0" algn="l" defTabSz="914400" rtl="0" eaLnBrk="1" latinLnBrk="0" hangingPunct="1">
              <a:defRPr kumimoji="0" sz="1800" kern="1200">
                <a:solidFill>
                  <a:srgbClr val="FF0000"/>
                </a:solidFill>
                <a:latin typeface="Times New Roman" pitchFamily="18" charset="0"/>
                <a:ea typeface="+mn-ea"/>
                <a:cs typeface="Times New Roman" pitchFamily="18"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dirty="0"/>
          </a:p>
        </p:txBody>
      </p:sp>
    </p:spTree>
    <p:custDataLst>
      <p:tags r:id="rId1"/>
    </p:custDataLst>
    <p:extLst>
      <p:ext uri="{BB962C8B-B14F-4D97-AF65-F5344CB8AC3E}">
        <p14:creationId xmlns:p14="http://schemas.microsoft.com/office/powerpoint/2010/main" val="6900283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34"/>
                                        </p:tgtEl>
                                        <p:attrNameLst>
                                          <p:attrName>style.visibility</p:attrName>
                                        </p:attrNameLst>
                                      </p:cBhvr>
                                      <p:to>
                                        <p:strVal val="visible"/>
                                      </p:to>
                                    </p:set>
                                    <p:animEffect transition="in" filter="wipe(down)">
                                      <p:cBhvr>
                                        <p:cTn id="7" dur="500"/>
                                        <p:tgtEl>
                                          <p:spTgt spid="3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20"/>
                                        </p:tgtEl>
                                        <p:attrNameLst>
                                          <p:attrName>style.visibility</p:attrName>
                                        </p:attrNameLst>
                                      </p:cBhvr>
                                      <p:to>
                                        <p:strVal val="visible"/>
                                      </p:to>
                                    </p:set>
                                    <p:animEffect transition="in" filter="wipe(down)">
                                      <p:cBhvr>
                                        <p:cTn id="12"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p:bldP spid="20"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zh-CN" altLang="en-US" dirty="0"/>
              <a:t>渐减条件的必要性</a:t>
            </a:r>
          </a:p>
        </p:txBody>
      </p:sp>
      <p:sp>
        <p:nvSpPr>
          <p:cNvPr id="7" name="灯片编号占位符 6"/>
          <p:cNvSpPr>
            <a:spLocks noGrp="1"/>
          </p:cNvSpPr>
          <p:nvPr>
            <p:ph type="sldNum" sz="quarter" idx="12"/>
          </p:nvPr>
        </p:nvSpPr>
        <p:spPr/>
        <p:txBody>
          <a:bodyPr/>
          <a:lstStyle/>
          <a:p>
            <a:fld id="{58C210BB-F110-452C-89E7-9EA0A8D47DCE}" type="slidenum">
              <a:rPr lang="zh-CN" altLang="en-US" smtClean="0"/>
              <a:pPr/>
              <a:t>35</a:t>
            </a:fld>
            <a:endParaRPr lang="zh-CN" altLang="en-US" dirty="0"/>
          </a:p>
        </p:txBody>
      </p:sp>
      <mc:AlternateContent xmlns:mc="http://schemas.openxmlformats.org/markup-compatibility/2006" xmlns:a14="http://schemas.microsoft.com/office/drawing/2010/main">
        <mc:Choice Requires="a14">
          <p:sp>
            <p:nvSpPr>
              <p:cNvPr id="24" name="内容占位符 2"/>
              <p:cNvSpPr txBox="1">
                <a:spLocks/>
              </p:cNvSpPr>
              <p:nvPr/>
            </p:nvSpPr>
            <p:spPr>
              <a:xfrm>
                <a:off x="438472" y="1844824"/>
                <a:ext cx="8382000" cy="4857728"/>
              </a:xfrm>
              <a:prstGeom prst="rect">
                <a:avLst/>
              </a:prstGeom>
            </p:spPr>
            <p:txBody>
              <a:bodyPr vert="horz" lIns="54864" tIns="91440" rtlCol="0">
                <a:normAutofit fontScale="92500"/>
              </a:bodyPr>
              <a:lstStyle>
                <a:lvl1pPr marL="438912" indent="-320040" algn="l" rtl="0" eaLnBrk="1" latinLnBrk="0" hangingPunct="1">
                  <a:spcBef>
                    <a:spcPts val="0"/>
                  </a:spcBef>
                  <a:buClr>
                    <a:schemeClr val="accent1"/>
                  </a:buClr>
                  <a:buSzPct val="80000"/>
                  <a:buFont typeface="Wingdings 2"/>
                  <a:buChar char=""/>
                  <a:defRPr kumimoji="0" sz="3200" kern="1200">
                    <a:solidFill>
                      <a:schemeClr val="bg1"/>
                    </a:solidFill>
                    <a:latin typeface="Times New Roman" pitchFamily="18" charset="0"/>
                    <a:ea typeface="+mn-ea"/>
                    <a:cs typeface="Times New Roman" pitchFamily="18" charset="0"/>
                  </a:defRPr>
                </a:lvl1pPr>
                <a:lvl2pPr marL="731520" indent="-274320" algn="l" rtl="0" eaLnBrk="1" latinLnBrk="0" hangingPunct="1">
                  <a:spcBef>
                    <a:spcPct val="20000"/>
                  </a:spcBef>
                  <a:buClr>
                    <a:schemeClr val="accent2"/>
                  </a:buClr>
                  <a:buSzPct val="90000"/>
                  <a:buFont typeface="Wingdings"/>
                  <a:buChar char=""/>
                  <a:defRPr kumimoji="0" sz="2800" kern="1200">
                    <a:solidFill>
                      <a:schemeClr val="bg1"/>
                    </a:solidFill>
                    <a:latin typeface="Times New Roman" pitchFamily="18" charset="0"/>
                    <a:ea typeface="+mn-ea"/>
                    <a:cs typeface="Times New Roman" pitchFamily="18" charset="0"/>
                  </a:defRPr>
                </a:lvl2pPr>
                <a:lvl3pPr marL="996696" indent="-228600" algn="l" rtl="0" eaLnBrk="1" latinLnBrk="0" hangingPunct="1">
                  <a:spcBef>
                    <a:spcPct val="20000"/>
                  </a:spcBef>
                  <a:buClr>
                    <a:schemeClr val="accent3"/>
                  </a:buClr>
                  <a:buFont typeface="Arial"/>
                  <a:buChar char="▪"/>
                  <a:defRPr kumimoji="0" sz="2400" kern="1200">
                    <a:solidFill>
                      <a:schemeClr val="bg1"/>
                    </a:solidFill>
                    <a:latin typeface="Times New Roman" pitchFamily="18" charset="0"/>
                    <a:ea typeface="+mn-ea"/>
                    <a:cs typeface="Times New Roman" pitchFamily="18" charset="0"/>
                  </a:defRPr>
                </a:lvl3pPr>
                <a:lvl4pPr marL="1216152" indent="-182880" algn="l" rtl="0" eaLnBrk="1" latinLnBrk="0" hangingPunct="1">
                  <a:spcBef>
                    <a:spcPct val="20000"/>
                  </a:spcBef>
                  <a:buClr>
                    <a:schemeClr val="accent4"/>
                  </a:buClr>
                  <a:buFont typeface="Arial"/>
                  <a:buChar char="▪"/>
                  <a:defRPr kumimoji="0" sz="2000" kern="1200">
                    <a:solidFill>
                      <a:schemeClr val="bg1"/>
                    </a:solidFill>
                    <a:latin typeface="Times New Roman" pitchFamily="18" charset="0"/>
                    <a:ea typeface="+mn-ea"/>
                    <a:cs typeface="Times New Roman" pitchFamily="18" charset="0"/>
                  </a:defRPr>
                </a:lvl4pPr>
                <a:lvl5pPr marL="1426464" indent="-182880" algn="l" rtl="0" eaLnBrk="1" latinLnBrk="0" hangingPunct="1">
                  <a:spcBef>
                    <a:spcPct val="20000"/>
                  </a:spcBef>
                  <a:buClr>
                    <a:schemeClr val="accent5"/>
                  </a:buClr>
                  <a:buFont typeface="Wingdings 3"/>
                  <a:buChar char=""/>
                  <a:defRPr kumimoji="0" lang="en-US" sz="2000" kern="1200" smtClean="0">
                    <a:solidFill>
                      <a:schemeClr val="tx1"/>
                    </a:solidFill>
                    <a:latin typeface="Times New Roman" pitchFamily="18" charset="0"/>
                    <a:ea typeface="+mn-ea"/>
                    <a:cs typeface="Times New Roman" pitchFamily="18" charset="0"/>
                  </a:defRPr>
                </a:lvl5pPr>
                <a:lvl6pPr marL="1627632" indent="-182880" algn="l" rtl="0" eaLnBrk="1" latinLnBrk="0" hangingPunct="1">
                  <a:spcBef>
                    <a:spcPct val="20000"/>
                  </a:spcBef>
                  <a:buClr>
                    <a:schemeClr val="accent6"/>
                  </a:buClr>
                  <a:buSzPct val="100000"/>
                  <a:buFont typeface="Wingdings 2"/>
                  <a:buChar char=""/>
                  <a:defRPr kumimoji="0" sz="2000" kern="1200">
                    <a:solidFill>
                      <a:schemeClr val="tx1"/>
                    </a:solidFill>
                    <a:latin typeface="+mn-lt"/>
                    <a:ea typeface="+mn-ea"/>
                    <a:cs typeface="+mn-cs"/>
                  </a:defRPr>
                </a:lvl6pPr>
                <a:lvl7pPr marL="1828800" indent="-182880" algn="l" rtl="0" eaLnBrk="1" latinLnBrk="0" hangingPunct="1">
                  <a:spcBef>
                    <a:spcPct val="20000"/>
                  </a:spcBef>
                  <a:buClr>
                    <a:schemeClr val="accent1"/>
                  </a:buClr>
                  <a:buSzPct val="100000"/>
                  <a:buFont typeface="Wingdings 2"/>
                  <a:buChar char=""/>
                  <a:defRPr kumimoji="0" sz="1800" kern="1200">
                    <a:solidFill>
                      <a:schemeClr val="tx1"/>
                    </a:solidFill>
                    <a:latin typeface="+mn-lt"/>
                    <a:ea typeface="+mn-ea"/>
                    <a:cs typeface="+mn-cs"/>
                  </a:defRPr>
                </a:lvl7pPr>
                <a:lvl8pPr marL="2029968" indent="-182880" algn="l" rtl="0" eaLnBrk="1" latinLnBrk="0" hangingPunct="1">
                  <a:spcBef>
                    <a:spcPct val="20000"/>
                  </a:spcBef>
                  <a:buClr>
                    <a:schemeClr val="accent2"/>
                  </a:buClr>
                  <a:buFont typeface="Wingdings 2" pitchFamily="18" charset="2"/>
                  <a:buChar char=""/>
                  <a:defRPr kumimoji="0" sz="1800" kern="1200">
                    <a:solidFill>
                      <a:schemeClr val="tx1"/>
                    </a:solidFill>
                    <a:latin typeface="+mn-lt"/>
                    <a:ea typeface="+mn-ea"/>
                    <a:cs typeface="+mn-cs"/>
                  </a:defRPr>
                </a:lvl8pPr>
                <a:lvl9pPr marL="2231136" indent="-182880" algn="l" rtl="0" eaLnBrk="1" latinLnBrk="0" hangingPunct="1">
                  <a:spcBef>
                    <a:spcPct val="20000"/>
                  </a:spcBef>
                  <a:buClr>
                    <a:schemeClr val="accent3"/>
                  </a:buClr>
                  <a:buFont typeface="Wingdings 2" pitchFamily="18" charset="2"/>
                  <a:buChar char=""/>
                  <a:defRPr kumimoji="0" sz="1800" kern="1200" baseline="0">
                    <a:solidFill>
                      <a:schemeClr val="tx1"/>
                    </a:solidFill>
                    <a:latin typeface="+mn-lt"/>
                    <a:ea typeface="+mn-ea"/>
                    <a:cs typeface="+mn-cs"/>
                  </a:defRPr>
                </a:lvl9pPr>
                <a:extLst/>
              </a:lstStyle>
              <a:p>
                <a:pPr>
                  <a:lnSpc>
                    <a:spcPts val="4000"/>
                  </a:lnSpc>
                </a:pPr>
                <a:r>
                  <a:rPr lang="zh-CN" altLang="en-US" sz="2800" b="1" dirty="0"/>
                  <a:t>例：</a:t>
                </a:r>
                <a:br>
                  <a:rPr lang="en-US" altLang="zh-CN" sz="2800" b="1" dirty="0"/>
                </a:br>
                <a:br>
                  <a:rPr lang="en-US" altLang="zh-CN" sz="2800" b="1" dirty="0"/>
                </a:br>
                <a:endParaRPr lang="en-US" altLang="zh-CN" sz="2800" b="1" dirty="0"/>
              </a:p>
              <a:p>
                <a:pPr>
                  <a:lnSpc>
                    <a:spcPts val="4000"/>
                  </a:lnSpc>
                </a:pPr>
                <a:endParaRPr lang="en-US" altLang="zh-CN" sz="2800" b="1" dirty="0"/>
              </a:p>
              <a:p>
                <a:pPr marL="118872" indent="0">
                  <a:lnSpc>
                    <a:spcPts val="4000"/>
                  </a:lnSpc>
                  <a:buNone/>
                </a:pPr>
                <a:r>
                  <a:rPr lang="zh-CN" altLang="en-US" sz="2800" b="1" dirty="0"/>
                  <a:t>其中，</a:t>
                </a:r>
                <a14:m>
                  <m:oMath xmlns:m="http://schemas.openxmlformats.org/officeDocument/2006/math">
                    <m:r>
                      <a:rPr lang="zh-CN" altLang="en-US" sz="2800" i="1">
                        <a:latin typeface="Cambria Math" panose="02040503050406030204" pitchFamily="18" charset="0"/>
                      </a:rPr>
                      <m:t>𝑔</m:t>
                    </m:r>
                    <m:r>
                      <a:rPr lang="zh-CN" altLang="en-US" sz="2800" i="1">
                        <a:latin typeface="Cambria Math" panose="02040503050406030204" pitchFamily="18" charset="0"/>
                      </a:rPr>
                      <m:t>(</m:t>
                    </m:r>
                    <m:r>
                      <a:rPr lang="zh-CN" altLang="en-US" sz="2800" i="1">
                        <a:latin typeface="Cambria Math" panose="02040503050406030204" pitchFamily="18" charset="0"/>
                      </a:rPr>
                      <m:t>𝑡</m:t>
                    </m:r>
                    <m:r>
                      <a:rPr lang="zh-CN" altLang="en-US" sz="2800" i="1">
                        <a:latin typeface="Cambria Math" panose="02040503050406030204" pitchFamily="18" charset="0"/>
                      </a:rPr>
                      <m:t>)</m:t>
                    </m:r>
                  </m:oMath>
                </a14:m>
                <a:r>
                  <a:rPr lang="zh-CN" altLang="en-US" sz="2800" b="1" dirty="0"/>
                  <a:t>连续可微</a:t>
                </a:r>
                <a:endParaRPr lang="en-US" altLang="zh-CN" sz="2800" b="1" dirty="0"/>
              </a:p>
              <a:p>
                <a:pPr marL="118872" indent="0">
                  <a:lnSpc>
                    <a:spcPts val="4000"/>
                  </a:lnSpc>
                  <a:buNone/>
                </a:pPr>
                <a:endParaRPr lang="en-US" altLang="zh-CN" sz="2800" b="1" dirty="0"/>
              </a:p>
              <a:p>
                <a:pPr marL="118872" indent="0">
                  <a:lnSpc>
                    <a:spcPts val="4000"/>
                  </a:lnSpc>
                  <a:buNone/>
                </a:pPr>
                <a:endParaRPr lang="en-US" altLang="zh-CN" sz="2800" b="1" dirty="0"/>
              </a:p>
              <a:p>
                <a:pPr marL="118872" indent="0">
                  <a:lnSpc>
                    <a:spcPts val="4000"/>
                  </a:lnSpc>
                  <a:buNone/>
                </a:pPr>
                <a:endParaRPr lang="en-US" altLang="zh-CN" sz="2800" b="1" i="1" dirty="0">
                  <a:solidFill>
                    <a:schemeClr val="bg1"/>
                  </a:solidFill>
                </a:endParaRPr>
              </a:p>
              <a:p>
                <a:pPr marL="118872" indent="0">
                  <a:lnSpc>
                    <a:spcPts val="4000"/>
                  </a:lnSpc>
                  <a:buNone/>
                </a:pPr>
                <a:r>
                  <a:rPr lang="zh-CN" altLang="en-US" sz="2800" b="1" dirty="0">
                    <a:solidFill>
                      <a:schemeClr val="bg1"/>
                    </a:solidFill>
                  </a:rPr>
                  <a:t>且</a:t>
                </a:r>
                <a:r>
                  <a:rPr lang="zh-CN" altLang="en-US" sz="2800" b="1" dirty="0"/>
                  <a:t>在峰点处，</a:t>
                </a:r>
                <a:r>
                  <a:rPr lang="en-US" altLang="zh-CN" sz="2800" b="1" i="1" dirty="0">
                    <a:solidFill>
                      <a:schemeClr val="bg1"/>
                    </a:solidFill>
                  </a:rPr>
                  <a:t>g</a:t>
                </a:r>
                <a:r>
                  <a:rPr lang="en-US" altLang="zh-CN" sz="2800" b="1" baseline="30000" dirty="0">
                    <a:solidFill>
                      <a:schemeClr val="bg1"/>
                    </a:solidFill>
                  </a:rPr>
                  <a:t>2</a:t>
                </a:r>
                <a:r>
                  <a:rPr lang="en-US" altLang="zh-CN" sz="2800" b="1" dirty="0">
                    <a:solidFill>
                      <a:schemeClr val="bg1"/>
                    </a:solidFill>
                  </a:rPr>
                  <a:t>(</a:t>
                </a:r>
                <a:r>
                  <a:rPr lang="en-US" altLang="zh-CN" sz="2800" b="1" i="1" dirty="0">
                    <a:solidFill>
                      <a:schemeClr val="bg1"/>
                    </a:solidFill>
                  </a:rPr>
                  <a:t>t</a:t>
                </a:r>
                <a:r>
                  <a:rPr lang="en-US" altLang="zh-CN" sz="2800" b="1" dirty="0">
                    <a:solidFill>
                      <a:schemeClr val="bg1"/>
                    </a:solidFill>
                  </a:rPr>
                  <a:t>)</a:t>
                </a:r>
                <a:r>
                  <a:rPr lang="zh-CN" altLang="en-US" sz="2800" b="1" dirty="0">
                    <a:solidFill>
                      <a:schemeClr val="bg1"/>
                    </a:solidFill>
                  </a:rPr>
                  <a:t> 宽度小于</a:t>
                </a:r>
                <a14:m>
                  <m:oMath xmlns:m="http://schemas.openxmlformats.org/officeDocument/2006/math">
                    <m:f>
                      <m:fPr>
                        <m:ctrlPr>
                          <a:rPr lang="zh-CN" altLang="en-US" sz="2800" i="1" smtClean="0">
                            <a:solidFill>
                              <a:schemeClr val="bg1"/>
                            </a:solidFill>
                            <a:latin typeface="Cambria Math" panose="02040503050406030204" pitchFamily="18" charset="0"/>
                          </a:rPr>
                        </m:ctrlPr>
                      </m:fPr>
                      <m:num>
                        <m:r>
                          <a:rPr lang="zh-CN" altLang="en-US" sz="2800" i="1">
                            <a:solidFill>
                              <a:schemeClr val="bg1"/>
                            </a:solidFill>
                            <a:latin typeface="Cambria Math" panose="02040503050406030204" pitchFamily="18" charset="0"/>
                          </a:rPr>
                          <m:t>1</m:t>
                        </m:r>
                      </m:num>
                      <m:den>
                        <m:sSup>
                          <m:sSupPr>
                            <m:ctrlPr>
                              <a:rPr lang="zh-CN" altLang="en-US" sz="2800" i="1">
                                <a:solidFill>
                                  <a:schemeClr val="bg1"/>
                                </a:solidFill>
                                <a:latin typeface="Cambria Math" panose="02040503050406030204" pitchFamily="18" charset="0"/>
                              </a:rPr>
                            </m:ctrlPr>
                          </m:sSupPr>
                          <m:e>
                            <m:r>
                              <a:rPr lang="zh-CN" altLang="en-US" sz="2800" i="1">
                                <a:solidFill>
                                  <a:schemeClr val="bg1"/>
                                </a:solidFill>
                                <a:latin typeface="Cambria Math" panose="02040503050406030204" pitchFamily="18" charset="0"/>
                              </a:rPr>
                              <m:t>2</m:t>
                            </m:r>
                          </m:e>
                          <m:sup>
                            <m:r>
                              <a:rPr lang="zh-CN" altLang="en-US" sz="2800" i="1">
                                <a:solidFill>
                                  <a:schemeClr val="bg1"/>
                                </a:solidFill>
                                <a:latin typeface="Cambria Math" panose="02040503050406030204" pitchFamily="18" charset="0"/>
                              </a:rPr>
                              <m:t>𝑛</m:t>
                            </m:r>
                          </m:sup>
                        </m:sSup>
                      </m:den>
                    </m:f>
                  </m:oMath>
                </a14:m>
                <a:r>
                  <a:rPr lang="zh-CN" altLang="en-US" sz="2800" b="1" dirty="0">
                    <a:solidFill>
                      <a:schemeClr val="bg1"/>
                    </a:solidFill>
                  </a:rPr>
                  <a:t> </a:t>
                </a:r>
                <a:r>
                  <a:rPr lang="zh-CN" altLang="en-US" sz="2800" b="1" dirty="0"/>
                  <a:t>。（</a:t>
                </a:r>
                <a:r>
                  <a:rPr lang="en-US" altLang="zh-CN" sz="2800" dirty="0"/>
                  <a:t>n</a:t>
                </a:r>
                <a:r>
                  <a:rPr lang="zh-CN" altLang="en-US" sz="2800" b="1" dirty="0"/>
                  <a:t>是</a:t>
                </a:r>
                <a14:m>
                  <m:oMath xmlns:m="http://schemas.openxmlformats.org/officeDocument/2006/math">
                    <m:r>
                      <a:rPr lang="en-US" altLang="zh-CN" sz="2800" i="1">
                        <a:latin typeface="Cambria Math" panose="02040503050406030204" pitchFamily="18" charset="0"/>
                      </a:rPr>
                      <m:t>𝑡</m:t>
                    </m:r>
                  </m:oMath>
                </a14:m>
                <a:r>
                  <a:rPr lang="zh-CN" altLang="en-US" sz="2800" b="1" dirty="0"/>
                  <a:t>为整数时的值）</a:t>
                </a:r>
                <a:endParaRPr lang="en-US" altLang="zh-CN" sz="2800" b="1" dirty="0"/>
              </a:p>
            </p:txBody>
          </p:sp>
        </mc:Choice>
        <mc:Fallback xmlns="">
          <p:sp>
            <p:nvSpPr>
              <p:cNvPr id="24" name="内容占位符 2"/>
              <p:cNvSpPr txBox="1">
                <a:spLocks noRot="1" noChangeAspect="1" noMove="1" noResize="1" noEditPoints="1" noAdjustHandles="1" noChangeArrowheads="1" noChangeShapeType="1" noTextEdit="1"/>
              </p:cNvSpPr>
              <p:nvPr/>
            </p:nvSpPr>
            <p:spPr>
              <a:xfrm>
                <a:off x="438472" y="1844824"/>
                <a:ext cx="8382000" cy="4857728"/>
              </a:xfrm>
              <a:prstGeom prst="rect">
                <a:avLst/>
              </a:prstGeom>
              <a:blipFill>
                <a:blip r:embed="rId3"/>
                <a:stretch>
                  <a:fillRect l="-364"/>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 name="对象 4"/>
              <p:cNvSpPr txBox="1"/>
              <p:nvPr/>
            </p:nvSpPr>
            <p:spPr bwMode="auto">
              <a:xfrm>
                <a:off x="81000" y="1193800"/>
                <a:ext cx="8982001" cy="579438"/>
              </a:xfrm>
              <a:prstGeom prst="rect">
                <a:avLst/>
              </a:prstGeom>
              <a:noFill/>
              <a:ln>
                <a:noFill/>
              </a:ln>
            </p:spPr>
            <p:txBody>
              <a:bodyPr>
                <a:noAutofit/>
              </a:bodyPr>
              <a:lstStyle/>
              <a:p>
                <a:pPr/>
                <a14:m>
                  <m:oMathPara xmlns:m="http://schemas.openxmlformats.org/officeDocument/2006/math">
                    <m:oMathParaPr>
                      <m:jc m:val="left"/>
                    </m:oMathParaPr>
                    <m:oMath xmlns:m="http://schemas.openxmlformats.org/officeDocument/2006/math">
                      <m:sSub>
                        <m:sSubPr>
                          <m:ctrlPr>
                            <a:rPr lang="zh-CN" altLang="en-US" sz="2800" i="1" smtClean="0">
                              <a:solidFill>
                                <a:schemeClr val="bg1"/>
                              </a:solidFill>
                              <a:latin typeface="Cambria Math" panose="02040503050406030204" pitchFamily="18" charset="0"/>
                            </a:rPr>
                          </m:ctrlPr>
                        </m:sSubPr>
                        <m:e>
                          <m:r>
                            <a:rPr lang="zh-CN" altLang="en-US" sz="2800" i="1">
                              <a:solidFill>
                                <a:schemeClr val="bg1"/>
                              </a:solidFill>
                              <a:latin typeface="Cambria Math" panose="02040503050406030204" pitchFamily="18" charset="0"/>
                            </a:rPr>
                            <m:t>𝑊</m:t>
                          </m:r>
                        </m:e>
                        <m:sub>
                          <m:r>
                            <a:rPr lang="zh-CN" altLang="en-US" sz="2800" i="1">
                              <a:solidFill>
                                <a:schemeClr val="bg1"/>
                              </a:solidFill>
                              <a:latin typeface="Cambria Math" panose="02040503050406030204" pitchFamily="18" charset="0"/>
                            </a:rPr>
                            <m:t>1</m:t>
                          </m:r>
                        </m:sub>
                      </m:sSub>
                      <m:r>
                        <a:rPr lang="zh-CN" altLang="en-US" sz="2800" i="1">
                          <a:solidFill>
                            <a:schemeClr val="bg1"/>
                          </a:solidFill>
                          <a:latin typeface="Cambria Math" panose="02040503050406030204" pitchFamily="18" charset="0"/>
                        </a:rPr>
                        <m:t>(</m:t>
                      </m:r>
                      <m:r>
                        <a:rPr lang="zh-CN" altLang="en-US" sz="2800" b="1" i="1">
                          <a:solidFill>
                            <a:schemeClr val="bg1"/>
                          </a:solidFill>
                          <a:latin typeface="Cambria Math" panose="02040503050406030204" pitchFamily="18" charset="0"/>
                        </a:rPr>
                        <m:t>𝒙</m:t>
                      </m:r>
                      <m:r>
                        <a:rPr lang="zh-CN" altLang="en-US" sz="2800" i="1">
                          <a:solidFill>
                            <a:schemeClr val="bg1"/>
                          </a:solidFill>
                          <a:latin typeface="Cambria Math" panose="02040503050406030204" pitchFamily="18" charset="0"/>
                        </a:rPr>
                        <m:t>)≤</m:t>
                      </m:r>
                      <m:r>
                        <a:rPr lang="zh-CN" altLang="en-US" sz="2800" i="1" smtClean="0">
                          <a:solidFill>
                            <a:srgbClr val="FFFF00"/>
                          </a:solidFill>
                          <a:latin typeface="Cambria Math" panose="02040503050406030204" pitchFamily="18" charset="0"/>
                        </a:rPr>
                        <m:t>𝑉</m:t>
                      </m:r>
                      <m:r>
                        <a:rPr lang="zh-CN" altLang="en-US" sz="2800" i="1" smtClean="0">
                          <a:solidFill>
                            <a:srgbClr val="FFFF00"/>
                          </a:solidFill>
                          <a:latin typeface="Cambria Math" panose="02040503050406030204" pitchFamily="18" charset="0"/>
                        </a:rPr>
                        <m:t>(</m:t>
                      </m:r>
                      <m:r>
                        <a:rPr lang="zh-CN" altLang="en-US" sz="2800" b="1" i="1">
                          <a:solidFill>
                            <a:srgbClr val="FFFF00"/>
                          </a:solidFill>
                          <a:latin typeface="Cambria Math" panose="02040503050406030204" pitchFamily="18" charset="0"/>
                        </a:rPr>
                        <m:t>𝒙</m:t>
                      </m:r>
                      <m:r>
                        <a:rPr lang="zh-CN" altLang="en-US" sz="2800" i="1">
                          <a:solidFill>
                            <a:srgbClr val="FFFF00"/>
                          </a:solidFill>
                          <a:latin typeface="Cambria Math" panose="02040503050406030204" pitchFamily="18" charset="0"/>
                        </a:rPr>
                        <m:t>,</m:t>
                      </m:r>
                      <m:r>
                        <a:rPr lang="zh-CN" altLang="en-US" sz="2800" i="1">
                          <a:solidFill>
                            <a:srgbClr val="FFFF00"/>
                          </a:solidFill>
                          <a:latin typeface="Cambria Math" panose="02040503050406030204" pitchFamily="18" charset="0"/>
                        </a:rPr>
                        <m:t>𝑡</m:t>
                      </m:r>
                      <m:r>
                        <a:rPr lang="zh-CN" altLang="en-US" sz="2800" i="1">
                          <a:solidFill>
                            <a:srgbClr val="FFFF00"/>
                          </a:solidFill>
                          <a:latin typeface="Cambria Math" panose="02040503050406030204" pitchFamily="18" charset="0"/>
                        </a:rPr>
                        <m:t>)≤</m:t>
                      </m:r>
                      <m:sSub>
                        <m:sSubPr>
                          <m:ctrlPr>
                            <a:rPr lang="zh-CN" altLang="en-US" sz="2800" i="1">
                              <a:solidFill>
                                <a:srgbClr val="FFFF00"/>
                              </a:solidFill>
                              <a:latin typeface="Cambria Math" panose="02040503050406030204" pitchFamily="18" charset="0"/>
                            </a:rPr>
                          </m:ctrlPr>
                        </m:sSubPr>
                        <m:e>
                          <m:r>
                            <a:rPr lang="zh-CN" altLang="en-US" sz="2800" i="1">
                              <a:solidFill>
                                <a:srgbClr val="FFFF00"/>
                              </a:solidFill>
                              <a:latin typeface="Cambria Math" panose="02040503050406030204" pitchFamily="18" charset="0"/>
                            </a:rPr>
                            <m:t>𝑊</m:t>
                          </m:r>
                        </m:e>
                        <m:sub>
                          <m:r>
                            <a:rPr lang="zh-CN" altLang="en-US" sz="2800" i="1">
                              <a:solidFill>
                                <a:srgbClr val="FFFF00"/>
                              </a:solidFill>
                              <a:latin typeface="Cambria Math" panose="02040503050406030204" pitchFamily="18" charset="0"/>
                            </a:rPr>
                            <m:t>2</m:t>
                          </m:r>
                        </m:sub>
                      </m:sSub>
                      <m:r>
                        <a:rPr lang="zh-CN" altLang="en-US" sz="2800" i="1">
                          <a:solidFill>
                            <a:srgbClr val="FFFF00"/>
                          </a:solidFill>
                          <a:latin typeface="Cambria Math" panose="02040503050406030204" pitchFamily="18" charset="0"/>
                        </a:rPr>
                        <m:t>(</m:t>
                      </m:r>
                      <m:r>
                        <a:rPr lang="zh-CN" altLang="en-US" sz="2800" b="1" i="1">
                          <a:solidFill>
                            <a:srgbClr val="FFFF00"/>
                          </a:solidFill>
                          <a:latin typeface="Cambria Math" panose="02040503050406030204" pitchFamily="18" charset="0"/>
                        </a:rPr>
                        <m:t>𝒙</m:t>
                      </m:r>
                      <m:r>
                        <a:rPr lang="zh-CN" altLang="en-US" sz="2800" i="1">
                          <a:solidFill>
                            <a:srgbClr val="FFFF00"/>
                          </a:solidFill>
                          <a:latin typeface="Cambria Math" panose="02040503050406030204" pitchFamily="18" charset="0"/>
                        </a:rPr>
                        <m:t>) </m:t>
                      </m:r>
                      <m:r>
                        <a:rPr lang="zh-CN" altLang="en-US" sz="2800" i="1">
                          <a:solidFill>
                            <a:schemeClr val="bg1"/>
                          </a:solidFill>
                          <a:latin typeface="Cambria Math" panose="02040503050406030204" pitchFamily="18" charset="0"/>
                        </a:rPr>
                        <m:t>且</m:t>
                      </m:r>
                      <m:r>
                        <a:rPr lang="zh-CN" altLang="en-US" sz="2800" i="1">
                          <a:solidFill>
                            <a:schemeClr val="bg1"/>
                          </a:solidFill>
                          <a:latin typeface="Cambria Math" panose="02040503050406030204" pitchFamily="18" charset="0"/>
                        </a:rPr>
                        <m:t> </m:t>
                      </m:r>
                      <m:acc>
                        <m:accPr>
                          <m:chr m:val="̇"/>
                          <m:ctrlPr>
                            <a:rPr lang="zh-CN" altLang="en-US" sz="2800" i="1">
                              <a:solidFill>
                                <a:schemeClr val="bg1"/>
                              </a:solidFill>
                              <a:latin typeface="Cambria Math" panose="02040503050406030204" pitchFamily="18" charset="0"/>
                            </a:rPr>
                          </m:ctrlPr>
                        </m:accPr>
                        <m:e>
                          <m:r>
                            <a:rPr lang="zh-CN" altLang="en-US" sz="2800" i="1">
                              <a:solidFill>
                                <a:schemeClr val="bg1"/>
                              </a:solidFill>
                              <a:latin typeface="Cambria Math" panose="02040503050406030204" pitchFamily="18" charset="0"/>
                            </a:rPr>
                            <m:t>𝑉</m:t>
                          </m:r>
                        </m:e>
                      </m:acc>
                      <m:r>
                        <a:rPr lang="zh-CN" altLang="en-US" sz="2800" i="1">
                          <a:solidFill>
                            <a:schemeClr val="bg1"/>
                          </a:solidFill>
                          <a:latin typeface="Cambria Math" panose="02040503050406030204" pitchFamily="18" charset="0"/>
                        </a:rPr>
                        <m:t>(</m:t>
                      </m:r>
                      <m:r>
                        <a:rPr lang="zh-CN" altLang="en-US" sz="2800" b="1" i="1">
                          <a:solidFill>
                            <a:schemeClr val="bg1"/>
                          </a:solidFill>
                          <a:latin typeface="Cambria Math" panose="02040503050406030204" pitchFamily="18" charset="0"/>
                        </a:rPr>
                        <m:t>𝒙</m:t>
                      </m:r>
                      <m:r>
                        <a:rPr lang="zh-CN" altLang="en-US" sz="2800" i="1">
                          <a:solidFill>
                            <a:schemeClr val="bg1"/>
                          </a:solidFill>
                          <a:latin typeface="Cambria Math" panose="02040503050406030204" pitchFamily="18" charset="0"/>
                        </a:rPr>
                        <m:t>,</m:t>
                      </m:r>
                      <m:r>
                        <a:rPr lang="zh-CN" altLang="en-US" sz="2800" i="1">
                          <a:solidFill>
                            <a:schemeClr val="bg1"/>
                          </a:solidFill>
                          <a:latin typeface="Cambria Math" panose="02040503050406030204" pitchFamily="18" charset="0"/>
                        </a:rPr>
                        <m:t>𝑡</m:t>
                      </m:r>
                      <m:r>
                        <a:rPr lang="zh-CN" altLang="en-US" sz="2800" i="1">
                          <a:solidFill>
                            <a:schemeClr val="bg1"/>
                          </a:solidFill>
                          <a:latin typeface="Cambria Math" panose="02040503050406030204" pitchFamily="18" charset="0"/>
                        </a:rPr>
                        <m:t>)≤−</m:t>
                      </m:r>
                      <m:sSub>
                        <m:sSubPr>
                          <m:ctrlPr>
                            <a:rPr lang="zh-CN" altLang="en-US" sz="2800" i="1">
                              <a:solidFill>
                                <a:schemeClr val="bg1"/>
                              </a:solidFill>
                              <a:latin typeface="Cambria Math" panose="02040503050406030204" pitchFamily="18" charset="0"/>
                            </a:rPr>
                          </m:ctrlPr>
                        </m:sSubPr>
                        <m:e>
                          <m:r>
                            <a:rPr lang="zh-CN" altLang="en-US" sz="2800" i="1">
                              <a:solidFill>
                                <a:schemeClr val="bg1"/>
                              </a:solidFill>
                              <a:latin typeface="Cambria Math" panose="02040503050406030204" pitchFamily="18" charset="0"/>
                            </a:rPr>
                            <m:t>𝑊</m:t>
                          </m:r>
                        </m:e>
                        <m:sub>
                          <m:r>
                            <a:rPr lang="zh-CN" altLang="en-US" sz="2800" i="1">
                              <a:solidFill>
                                <a:schemeClr val="bg1"/>
                              </a:solidFill>
                              <a:latin typeface="Cambria Math" panose="02040503050406030204" pitchFamily="18" charset="0"/>
                            </a:rPr>
                            <m:t>3</m:t>
                          </m:r>
                        </m:sub>
                      </m:sSub>
                      <m:r>
                        <a:rPr lang="zh-CN" altLang="en-US" sz="2800" i="1">
                          <a:solidFill>
                            <a:schemeClr val="bg1"/>
                          </a:solidFill>
                          <a:latin typeface="Cambria Math" panose="02040503050406030204" pitchFamily="18" charset="0"/>
                        </a:rPr>
                        <m:t>(</m:t>
                      </m:r>
                      <m:r>
                        <a:rPr lang="zh-CN" altLang="en-US" sz="2800" b="1" i="1">
                          <a:solidFill>
                            <a:schemeClr val="bg1"/>
                          </a:solidFill>
                          <a:latin typeface="Cambria Math" panose="02040503050406030204" pitchFamily="18" charset="0"/>
                        </a:rPr>
                        <m:t>𝒙</m:t>
                      </m:r>
                      <m:r>
                        <a:rPr lang="zh-CN" altLang="en-US" sz="2800" i="1">
                          <a:solidFill>
                            <a:schemeClr val="bg1"/>
                          </a:solidFill>
                          <a:latin typeface="Cambria Math" panose="02040503050406030204" pitchFamily="18" charset="0"/>
                        </a:rPr>
                        <m:t>),   ∀</m:t>
                      </m:r>
                      <m:r>
                        <a:rPr lang="zh-CN" altLang="en-US" sz="2800" i="1">
                          <a:solidFill>
                            <a:schemeClr val="bg1"/>
                          </a:solidFill>
                          <a:latin typeface="Cambria Math" panose="02040503050406030204" pitchFamily="18" charset="0"/>
                        </a:rPr>
                        <m:t>𝑡</m:t>
                      </m:r>
                      <m:r>
                        <a:rPr lang="zh-CN" altLang="en-US" sz="2800" i="1">
                          <a:solidFill>
                            <a:schemeClr val="bg1"/>
                          </a:solidFill>
                          <a:latin typeface="Cambria Math" panose="02040503050406030204" pitchFamily="18" charset="0"/>
                        </a:rPr>
                        <m:t>≥</m:t>
                      </m:r>
                      <m:sSub>
                        <m:sSubPr>
                          <m:ctrlPr>
                            <a:rPr lang="zh-CN" altLang="en-US" sz="2800" i="1">
                              <a:solidFill>
                                <a:schemeClr val="bg1"/>
                              </a:solidFill>
                              <a:latin typeface="Cambria Math" panose="02040503050406030204" pitchFamily="18" charset="0"/>
                            </a:rPr>
                          </m:ctrlPr>
                        </m:sSubPr>
                        <m:e>
                          <m:r>
                            <a:rPr lang="zh-CN" altLang="en-US" sz="2800" i="1">
                              <a:solidFill>
                                <a:schemeClr val="bg1"/>
                              </a:solidFill>
                              <a:latin typeface="Cambria Math" panose="02040503050406030204" pitchFamily="18" charset="0"/>
                            </a:rPr>
                            <m:t>𝑡</m:t>
                          </m:r>
                        </m:e>
                        <m:sub>
                          <m:r>
                            <a:rPr lang="zh-CN" altLang="en-US" sz="2800" i="1">
                              <a:solidFill>
                                <a:schemeClr val="bg1"/>
                              </a:solidFill>
                              <a:latin typeface="Cambria Math" panose="02040503050406030204" pitchFamily="18" charset="0"/>
                            </a:rPr>
                            <m:t>0</m:t>
                          </m:r>
                        </m:sub>
                      </m:sSub>
                    </m:oMath>
                  </m:oMathPara>
                </a14:m>
                <a:endParaRPr lang="zh-CN" altLang="en-US" sz="2800" dirty="0">
                  <a:solidFill>
                    <a:schemeClr val="bg1"/>
                  </a:solidFill>
                </a:endParaRPr>
              </a:p>
            </p:txBody>
          </p:sp>
        </mc:Choice>
        <mc:Fallback xmlns="">
          <p:sp>
            <p:nvSpPr>
              <p:cNvPr id="5" name="对象 4"/>
              <p:cNvSpPr txBox="1">
                <a:spLocks noRot="1" noChangeAspect="1" noMove="1" noResize="1" noEditPoints="1" noAdjustHandles="1" noChangeArrowheads="1" noChangeShapeType="1" noTextEdit="1"/>
              </p:cNvSpPr>
              <p:nvPr/>
            </p:nvSpPr>
            <p:spPr bwMode="auto">
              <a:xfrm>
                <a:off x="81000" y="1193800"/>
                <a:ext cx="8982001" cy="579438"/>
              </a:xfrm>
              <a:prstGeom prst="rect">
                <a:avLst/>
              </a:prstGeom>
              <a:blipFill>
                <a:blip r:embed="rId4"/>
                <a:stretch>
                  <a:fillRect/>
                </a:stretch>
              </a:blipFill>
              <a:ln>
                <a:no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 name="对象 8"/>
              <p:cNvSpPr txBox="1"/>
              <p:nvPr/>
            </p:nvSpPr>
            <p:spPr bwMode="auto">
              <a:xfrm>
                <a:off x="733425" y="2651125"/>
                <a:ext cx="1857375" cy="1006475"/>
              </a:xfrm>
              <a:prstGeom prst="rect">
                <a:avLst/>
              </a:prstGeom>
              <a:noFill/>
              <a:ln>
                <a:noFill/>
              </a:ln>
            </p:spPr>
            <p:txBody>
              <a:bodyPr>
                <a:noAutofit/>
              </a:bodyPr>
              <a:lstStyle/>
              <a:p>
                <a:pPr/>
                <a14:m>
                  <m:oMathPara xmlns:m="http://schemas.openxmlformats.org/officeDocument/2006/math">
                    <m:oMathParaPr>
                      <m:jc m:val="left"/>
                    </m:oMathParaPr>
                    <m:oMath xmlns:m="http://schemas.openxmlformats.org/officeDocument/2006/math">
                      <m:acc>
                        <m:accPr>
                          <m:chr m:val="̇"/>
                          <m:ctrlPr>
                            <a:rPr lang="zh-CN" altLang="en-US" sz="2800" i="1" smtClean="0">
                              <a:solidFill>
                                <a:schemeClr val="bg1"/>
                              </a:solidFill>
                              <a:latin typeface="Cambria Math" panose="02040503050406030204" pitchFamily="18" charset="0"/>
                            </a:rPr>
                          </m:ctrlPr>
                        </m:accPr>
                        <m:e>
                          <m:r>
                            <a:rPr lang="zh-CN" altLang="en-US" sz="2800" i="1">
                              <a:solidFill>
                                <a:schemeClr val="bg1"/>
                              </a:solidFill>
                              <a:latin typeface="Cambria Math" panose="02040503050406030204" pitchFamily="18" charset="0"/>
                            </a:rPr>
                            <m:t>𝑥</m:t>
                          </m:r>
                        </m:e>
                      </m:acc>
                      <m:r>
                        <a:rPr lang="zh-CN" altLang="en-US" sz="2800" i="1">
                          <a:solidFill>
                            <a:schemeClr val="bg1"/>
                          </a:solidFill>
                          <a:latin typeface="Cambria Math" panose="02040503050406030204" pitchFamily="18" charset="0"/>
                        </a:rPr>
                        <m:t>=</m:t>
                      </m:r>
                      <m:f>
                        <m:fPr>
                          <m:ctrlPr>
                            <a:rPr lang="zh-CN" altLang="en-US" sz="2800" i="1">
                              <a:solidFill>
                                <a:schemeClr val="bg1"/>
                              </a:solidFill>
                              <a:latin typeface="Cambria Math" panose="02040503050406030204" pitchFamily="18" charset="0"/>
                            </a:rPr>
                          </m:ctrlPr>
                        </m:fPr>
                        <m:num>
                          <m:acc>
                            <m:accPr>
                              <m:chr m:val="̇"/>
                              <m:ctrlPr>
                                <a:rPr lang="zh-CN" altLang="en-US" sz="2800" i="1">
                                  <a:solidFill>
                                    <a:schemeClr val="bg1"/>
                                  </a:solidFill>
                                  <a:latin typeface="Cambria Math" panose="02040503050406030204" pitchFamily="18" charset="0"/>
                                </a:rPr>
                              </m:ctrlPr>
                            </m:accPr>
                            <m:e>
                              <m:r>
                                <a:rPr lang="zh-CN" altLang="en-US" sz="2800" i="1">
                                  <a:solidFill>
                                    <a:schemeClr val="bg1"/>
                                  </a:solidFill>
                                  <a:latin typeface="Cambria Math" panose="02040503050406030204" pitchFamily="18" charset="0"/>
                                </a:rPr>
                                <m:t>𝑔</m:t>
                              </m:r>
                            </m:e>
                          </m:acc>
                          <m:r>
                            <a:rPr lang="zh-CN" altLang="en-US" sz="2800" i="1">
                              <a:solidFill>
                                <a:schemeClr val="bg1"/>
                              </a:solidFill>
                              <a:latin typeface="Cambria Math" panose="02040503050406030204" pitchFamily="18" charset="0"/>
                            </a:rPr>
                            <m:t>(</m:t>
                          </m:r>
                          <m:r>
                            <a:rPr lang="zh-CN" altLang="en-US" sz="2800" i="1">
                              <a:solidFill>
                                <a:schemeClr val="bg1"/>
                              </a:solidFill>
                              <a:latin typeface="Cambria Math" panose="02040503050406030204" pitchFamily="18" charset="0"/>
                            </a:rPr>
                            <m:t>𝑡</m:t>
                          </m:r>
                          <m:r>
                            <a:rPr lang="zh-CN" altLang="en-US" sz="2800" i="1">
                              <a:solidFill>
                                <a:schemeClr val="bg1"/>
                              </a:solidFill>
                              <a:latin typeface="Cambria Math" panose="02040503050406030204" pitchFamily="18" charset="0"/>
                            </a:rPr>
                            <m:t>)</m:t>
                          </m:r>
                        </m:num>
                        <m:den>
                          <m:r>
                            <a:rPr lang="zh-CN" altLang="en-US" sz="2800" i="1">
                              <a:solidFill>
                                <a:schemeClr val="bg1"/>
                              </a:solidFill>
                              <a:latin typeface="Cambria Math" panose="02040503050406030204" pitchFamily="18" charset="0"/>
                            </a:rPr>
                            <m:t>𝑔</m:t>
                          </m:r>
                          <m:r>
                            <a:rPr lang="zh-CN" altLang="en-US" sz="2800" i="1">
                              <a:solidFill>
                                <a:schemeClr val="bg1"/>
                              </a:solidFill>
                              <a:latin typeface="Cambria Math" panose="02040503050406030204" pitchFamily="18" charset="0"/>
                            </a:rPr>
                            <m:t>(</m:t>
                          </m:r>
                          <m:r>
                            <a:rPr lang="zh-CN" altLang="en-US" sz="2800" i="1">
                              <a:solidFill>
                                <a:schemeClr val="bg1"/>
                              </a:solidFill>
                              <a:latin typeface="Cambria Math" panose="02040503050406030204" pitchFamily="18" charset="0"/>
                            </a:rPr>
                            <m:t>𝑡</m:t>
                          </m:r>
                          <m:r>
                            <a:rPr lang="zh-CN" altLang="en-US" sz="2800" i="1">
                              <a:solidFill>
                                <a:schemeClr val="bg1"/>
                              </a:solidFill>
                              <a:latin typeface="Cambria Math" panose="02040503050406030204" pitchFamily="18" charset="0"/>
                            </a:rPr>
                            <m:t>)</m:t>
                          </m:r>
                        </m:den>
                      </m:f>
                      <m:r>
                        <a:rPr lang="zh-CN" altLang="en-US" sz="2800" i="1">
                          <a:solidFill>
                            <a:schemeClr val="bg1"/>
                          </a:solidFill>
                          <a:latin typeface="Cambria Math" panose="02040503050406030204" pitchFamily="18" charset="0"/>
                        </a:rPr>
                        <m:t>𝑥</m:t>
                      </m:r>
                    </m:oMath>
                  </m:oMathPara>
                </a14:m>
                <a:endParaRPr lang="zh-CN" altLang="en-US" sz="2800" dirty="0">
                  <a:solidFill>
                    <a:schemeClr val="bg1"/>
                  </a:solidFill>
                </a:endParaRPr>
              </a:p>
            </p:txBody>
          </p:sp>
        </mc:Choice>
        <mc:Fallback xmlns="">
          <p:sp>
            <p:nvSpPr>
              <p:cNvPr id="9" name="对象 8"/>
              <p:cNvSpPr txBox="1">
                <a:spLocks noRot="1" noChangeAspect="1" noMove="1" noResize="1" noEditPoints="1" noAdjustHandles="1" noChangeArrowheads="1" noChangeShapeType="1" noTextEdit="1"/>
              </p:cNvSpPr>
              <p:nvPr/>
            </p:nvSpPr>
            <p:spPr bwMode="auto">
              <a:xfrm>
                <a:off x="733425" y="2651125"/>
                <a:ext cx="1857375" cy="1006475"/>
              </a:xfrm>
              <a:prstGeom prst="rect">
                <a:avLst/>
              </a:prstGeom>
              <a:blipFill>
                <a:blip r:embed="rId5"/>
                <a:stretch>
                  <a:fillRect/>
                </a:stretch>
              </a:blipFill>
              <a:ln>
                <a:noFill/>
              </a:ln>
            </p:spPr>
            <p:txBody>
              <a:bodyPr/>
              <a:lstStyle/>
              <a:p>
                <a:r>
                  <a:rPr lang="zh-CN" altLang="en-US">
                    <a:noFill/>
                  </a:rPr>
                  <a:t> </a:t>
                </a:r>
              </a:p>
            </p:txBody>
          </p:sp>
        </mc:Fallback>
      </mc:AlternateContent>
      <p:pic>
        <p:nvPicPr>
          <p:cNvPr id="13" name="Picture 2">
            <a:extLst>
              <a:ext uri="{FF2B5EF4-FFF2-40B4-BE49-F238E27FC236}">
                <a16:creationId xmlns:a16="http://schemas.microsoft.com/office/drawing/2014/main" id="{EE8525DA-8655-4C45-8E4B-01CAD7EDA143}"/>
              </a:ext>
            </a:extLst>
          </p:cNvPr>
          <p:cNvPicPr>
            <a:picLocks noChangeAspect="1" noChangeArrowheads="1"/>
          </p:cNvPicPr>
          <p:nvPr/>
        </p:nvPicPr>
        <p:blipFill rotWithShape="1">
          <a:blip r:embed="rId6">
            <a:extLst>
              <a:ext uri="{28A0092B-C50C-407E-A947-70E740481C1C}">
                <a14:useLocalDpi xmlns:a14="http://schemas.microsoft.com/office/drawing/2010/main" val="0"/>
              </a:ext>
            </a:extLst>
          </a:blip>
          <a:srcRect l="7631" t="3640" r="12992" b="8470"/>
          <a:stretch/>
        </p:blipFill>
        <p:spPr bwMode="auto">
          <a:xfrm>
            <a:off x="3976436" y="2233635"/>
            <a:ext cx="5077279" cy="32714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4" name="日期占位符 3"/>
          <p:cNvSpPr txBox="1">
            <a:spLocks/>
          </p:cNvSpPr>
          <p:nvPr/>
        </p:nvSpPr>
        <p:spPr>
          <a:xfrm>
            <a:off x="457200" y="6476999"/>
            <a:ext cx="2133600" cy="274320"/>
          </a:xfrm>
          <a:prstGeom prst="rect">
            <a:avLst/>
          </a:prstGeom>
        </p:spPr>
        <p:txBody>
          <a:bodyPr vert="horz" lIns="109728" rIns="45720" bIns="0" rtlCol="0" anchor="b"/>
          <a:lstStyle>
            <a:defPPr>
              <a:defRPr lang="zh-CN"/>
            </a:defPPr>
            <a:lvl1pPr marL="0" algn="l" defTabSz="914400" rtl="0" eaLnBrk="1" latinLnBrk="0" hangingPunct="1">
              <a:defRPr kumimoji="0" sz="1800" kern="1200">
                <a:solidFill>
                  <a:srgbClr val="FF0000"/>
                </a:solidFill>
                <a:latin typeface="Times New Roman" pitchFamily="18" charset="0"/>
                <a:ea typeface="+mn-ea"/>
                <a:cs typeface="Times New Roman" pitchFamily="18"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dirty="0"/>
          </a:p>
        </p:txBody>
      </p:sp>
      <mc:AlternateContent xmlns:mc="http://schemas.openxmlformats.org/markup-compatibility/2006" xmlns:a14="http://schemas.microsoft.com/office/drawing/2010/main">
        <mc:Choice Requires="a14">
          <p:sp>
            <p:nvSpPr>
              <p:cNvPr id="19" name="对象 8">
                <a:extLst>
                  <a:ext uri="{FF2B5EF4-FFF2-40B4-BE49-F238E27FC236}">
                    <a16:creationId xmlns:a16="http://schemas.microsoft.com/office/drawing/2014/main" id="{EC9A5250-052D-9242-FF8B-0985A4838A8C}"/>
                  </a:ext>
                </a:extLst>
              </p:cNvPr>
              <p:cNvSpPr txBox="1"/>
              <p:nvPr/>
            </p:nvSpPr>
            <p:spPr bwMode="auto">
              <a:xfrm>
                <a:off x="458193" y="4574771"/>
                <a:ext cx="3528393" cy="1467288"/>
              </a:xfrm>
              <a:prstGeom prst="rect">
                <a:avLst/>
              </a:prstGeom>
              <a:noFill/>
              <a:ln>
                <a:noFill/>
              </a:ln>
            </p:spPr>
            <p:txBody>
              <a:bodyPr>
                <a:noAutofit/>
              </a:bodyPr>
              <a:lstStyle/>
              <a:p>
                <a:pPr/>
                <a14:m>
                  <m:oMathPara xmlns:m="http://schemas.openxmlformats.org/officeDocument/2006/math">
                    <m:oMathParaPr>
                      <m:jc m:val="left"/>
                    </m:oMathParaPr>
                    <m:oMath xmlns:m="http://schemas.openxmlformats.org/officeDocument/2006/math">
                      <m:r>
                        <a:rPr lang="zh-CN" altLang="en-US" sz="2800" i="1" smtClean="0">
                          <a:solidFill>
                            <a:schemeClr val="bg1"/>
                          </a:solidFill>
                          <a:latin typeface="Cambria Math" panose="02040503050406030204" pitchFamily="18" charset="0"/>
                        </a:rPr>
                        <m:t>𝑔</m:t>
                      </m:r>
                      <m:r>
                        <a:rPr lang="zh-CN" altLang="en-US" sz="2800" i="1" smtClean="0">
                          <a:solidFill>
                            <a:schemeClr val="bg1"/>
                          </a:solidFill>
                          <a:latin typeface="Cambria Math" panose="02040503050406030204" pitchFamily="18" charset="0"/>
                        </a:rPr>
                        <m:t>(</m:t>
                      </m:r>
                      <m:r>
                        <a:rPr lang="zh-CN" altLang="en-US" sz="2800" i="1" smtClean="0">
                          <a:solidFill>
                            <a:schemeClr val="bg1"/>
                          </a:solidFill>
                          <a:latin typeface="Cambria Math" panose="02040503050406030204" pitchFamily="18" charset="0"/>
                        </a:rPr>
                        <m:t>𝑡</m:t>
                      </m:r>
                      <m:r>
                        <a:rPr lang="zh-CN" altLang="en-US" sz="2800" i="1" smtClean="0">
                          <a:solidFill>
                            <a:schemeClr val="bg1"/>
                          </a:solidFill>
                          <a:latin typeface="Cambria Math" panose="02040503050406030204" pitchFamily="18" charset="0"/>
                        </a:rPr>
                        <m:t>) =</m:t>
                      </m:r>
                      <m:d>
                        <m:dPr>
                          <m:begChr m:val="{"/>
                          <m:endChr m:val=""/>
                          <m:ctrlPr>
                            <a:rPr lang="en-US" altLang="zh-CN" sz="2800" i="1" smtClean="0">
                              <a:solidFill>
                                <a:schemeClr val="bg1"/>
                              </a:solidFill>
                              <a:latin typeface="Cambria Math" panose="02040503050406030204" pitchFamily="18" charset="0"/>
                            </a:rPr>
                          </m:ctrlPr>
                        </m:dPr>
                        <m:e>
                          <m:eqArr>
                            <m:eqArrPr>
                              <m:ctrlPr>
                                <a:rPr lang="en-US" altLang="zh-CN" sz="2800" i="1" smtClean="0">
                                  <a:solidFill>
                                    <a:schemeClr val="bg1"/>
                                  </a:solidFill>
                                  <a:latin typeface="Cambria Math" panose="02040503050406030204" pitchFamily="18" charset="0"/>
                                </a:rPr>
                              </m:ctrlPr>
                            </m:eqArrPr>
                            <m:e>
                              <m:r>
                                <a:rPr lang="en-US" altLang="zh-CN" sz="2800" b="0" i="1" smtClean="0">
                                  <a:solidFill>
                                    <a:schemeClr val="bg1"/>
                                  </a:solidFill>
                                  <a:latin typeface="Cambria Math" panose="02040503050406030204" pitchFamily="18" charset="0"/>
                                </a:rPr>
                                <m:t>1</m:t>
                              </m:r>
                              <m:r>
                                <a:rPr lang="zh-CN" altLang="en-US" sz="2800" i="1">
                                  <a:solidFill>
                                    <a:schemeClr val="bg1"/>
                                  </a:solidFill>
                                  <a:latin typeface="Cambria Math" panose="02040503050406030204" pitchFamily="18" charset="0"/>
                                </a:rPr>
                                <m:t>，</m:t>
                              </m:r>
                              <m:r>
                                <a:rPr lang="en-US" altLang="zh-CN" sz="2800" b="0" i="1" smtClean="0">
                                  <a:solidFill>
                                    <a:schemeClr val="bg1"/>
                                  </a:solidFill>
                                  <a:latin typeface="Cambria Math" panose="02040503050406030204" pitchFamily="18" charset="0"/>
                                </a:rPr>
                                <m:t>𝑡</m:t>
                              </m:r>
                              <m:r>
                                <a:rPr lang="zh-CN" altLang="en-US" sz="2800" b="1" i="1">
                                  <a:solidFill>
                                    <a:schemeClr val="bg1"/>
                                  </a:solidFill>
                                  <a:latin typeface="Cambria Math" panose="02040503050406030204" pitchFamily="18" charset="0"/>
                                </a:rPr>
                                <m:t>为</m:t>
                              </m:r>
                              <m:r>
                                <a:rPr lang="zh-CN" altLang="en-US" sz="2800" b="1" i="1" smtClean="0">
                                  <a:solidFill>
                                    <a:schemeClr val="bg1"/>
                                  </a:solidFill>
                                  <a:latin typeface="Cambria Math" panose="02040503050406030204" pitchFamily="18" charset="0"/>
                                </a:rPr>
                                <m:t>整数</m:t>
                              </m:r>
                            </m:e>
                            <m:e>
                              <m:sSup>
                                <m:sSupPr>
                                  <m:ctrlPr>
                                    <a:rPr lang="zh-CN" altLang="en-US" sz="2800" i="1">
                                      <a:solidFill>
                                        <a:schemeClr val="bg1"/>
                                      </a:solidFill>
                                      <a:latin typeface="Cambria Math" panose="02040503050406030204" pitchFamily="18" charset="0"/>
                                    </a:rPr>
                                  </m:ctrlPr>
                                </m:sSupPr>
                                <m:e>
                                  <m:r>
                                    <a:rPr lang="zh-CN" altLang="en-US" sz="2800" i="1">
                                      <a:solidFill>
                                        <a:schemeClr val="bg1"/>
                                      </a:solidFill>
                                      <a:latin typeface="Cambria Math" panose="02040503050406030204" pitchFamily="18" charset="0"/>
                                    </a:rPr>
                                    <m:t>𝑒</m:t>
                                  </m:r>
                                </m:e>
                                <m:sup>
                                  <m:f>
                                    <m:fPr>
                                      <m:ctrlPr>
                                        <a:rPr lang="zh-CN" altLang="en-US" sz="2800" i="1">
                                          <a:solidFill>
                                            <a:schemeClr val="bg1"/>
                                          </a:solidFill>
                                          <a:latin typeface="Cambria Math" panose="02040503050406030204" pitchFamily="18" charset="0"/>
                                        </a:rPr>
                                      </m:ctrlPr>
                                    </m:fPr>
                                    <m:num>
                                      <m:r>
                                        <a:rPr lang="zh-CN" altLang="en-US" sz="2800" i="1">
                                          <a:solidFill>
                                            <a:schemeClr val="bg1"/>
                                          </a:solidFill>
                                          <a:latin typeface="Cambria Math" panose="02040503050406030204" pitchFamily="18" charset="0"/>
                                        </a:rPr>
                                        <m:t>−</m:t>
                                      </m:r>
                                      <m:r>
                                        <a:rPr lang="zh-CN" altLang="en-US" sz="2800" i="1">
                                          <a:solidFill>
                                            <a:schemeClr val="bg1"/>
                                          </a:solidFill>
                                          <a:latin typeface="Cambria Math" panose="02040503050406030204" pitchFamily="18" charset="0"/>
                                        </a:rPr>
                                        <m:t>𝑡</m:t>
                                      </m:r>
                                    </m:num>
                                    <m:den>
                                      <m:r>
                                        <a:rPr lang="zh-CN" altLang="en-US" sz="2800" i="1">
                                          <a:solidFill>
                                            <a:schemeClr val="bg1"/>
                                          </a:solidFill>
                                          <a:latin typeface="Cambria Math" panose="02040503050406030204" pitchFamily="18" charset="0"/>
                                        </a:rPr>
                                        <m:t>2</m:t>
                                      </m:r>
                                    </m:den>
                                  </m:f>
                                </m:sup>
                              </m:sSup>
                              <m:r>
                                <a:rPr lang="zh-CN" altLang="en-US" sz="2800" i="1">
                                  <a:solidFill>
                                    <a:schemeClr val="bg1"/>
                                  </a:solidFill>
                                  <a:latin typeface="Cambria Math" panose="02040503050406030204" pitchFamily="18" charset="0"/>
                                </a:rPr>
                                <m:t>，</m:t>
                              </m:r>
                              <m:r>
                                <a:rPr lang="zh-CN" altLang="en-US" sz="2800" b="1" i="1">
                                  <a:solidFill>
                                    <a:schemeClr val="bg1"/>
                                  </a:solidFill>
                                  <a:latin typeface="Cambria Math" panose="02040503050406030204" pitchFamily="18" charset="0"/>
                                </a:rPr>
                                <m:t>其他</m:t>
                              </m:r>
                            </m:e>
                          </m:eqArr>
                        </m:e>
                      </m:d>
                    </m:oMath>
                  </m:oMathPara>
                </a14:m>
                <a:endParaRPr lang="zh-CN" altLang="en-US" sz="2800" dirty="0">
                  <a:solidFill>
                    <a:schemeClr val="bg1"/>
                  </a:solidFill>
                </a:endParaRPr>
              </a:p>
            </p:txBody>
          </p:sp>
        </mc:Choice>
        <mc:Fallback xmlns="">
          <p:sp>
            <p:nvSpPr>
              <p:cNvPr id="19" name="对象 8">
                <a:extLst>
                  <a:ext uri="{FF2B5EF4-FFF2-40B4-BE49-F238E27FC236}">
                    <a16:creationId xmlns:a16="http://schemas.microsoft.com/office/drawing/2014/main" id="{EC9A5250-052D-9242-FF8B-0985A4838A8C}"/>
                  </a:ext>
                </a:extLst>
              </p:cNvPr>
              <p:cNvSpPr txBox="1">
                <a:spLocks noRot="1" noChangeAspect="1" noMove="1" noResize="1" noEditPoints="1" noAdjustHandles="1" noChangeArrowheads="1" noChangeShapeType="1" noTextEdit="1"/>
              </p:cNvSpPr>
              <p:nvPr/>
            </p:nvSpPr>
            <p:spPr bwMode="auto">
              <a:xfrm>
                <a:off x="458193" y="4574771"/>
                <a:ext cx="3528393" cy="1467288"/>
              </a:xfrm>
              <a:prstGeom prst="rect">
                <a:avLst/>
              </a:prstGeom>
              <a:blipFill>
                <a:blip r:embed="rId7"/>
                <a:stretch>
                  <a:fillRect/>
                </a:stretch>
              </a:blipFill>
              <a:ln>
                <a:noFill/>
              </a:ln>
            </p:spPr>
            <p:txBody>
              <a:bodyPr/>
              <a:lstStyle/>
              <a:p>
                <a:r>
                  <a:rPr lang="zh-CN" altLang="en-US">
                    <a:noFill/>
                  </a:rPr>
                  <a:t> </a:t>
                </a:r>
              </a:p>
            </p:txBody>
          </p:sp>
        </mc:Fallback>
      </mc:AlternateContent>
    </p:spTree>
    <p:extLst>
      <p:ext uri="{BB962C8B-B14F-4D97-AF65-F5344CB8AC3E}">
        <p14:creationId xmlns:p14="http://schemas.microsoft.com/office/powerpoint/2010/main" val="14339748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1000"/>
                                        <p:tgtEl>
                                          <p:spTgt spid="13"/>
                                        </p:tgtEl>
                                      </p:cBhvr>
                                    </p:animEffect>
                                    <p:anim calcmode="lin" valueType="num">
                                      <p:cBhvr>
                                        <p:cTn id="8" dur="1000" fill="hold"/>
                                        <p:tgtEl>
                                          <p:spTgt spid="13"/>
                                        </p:tgtEl>
                                        <p:attrNameLst>
                                          <p:attrName>ppt_x</p:attrName>
                                        </p:attrNameLst>
                                      </p:cBhvr>
                                      <p:tavLst>
                                        <p:tav tm="0">
                                          <p:val>
                                            <p:strVal val="#ppt_x"/>
                                          </p:val>
                                        </p:tav>
                                        <p:tav tm="100000">
                                          <p:val>
                                            <p:strVal val="#ppt_x"/>
                                          </p:val>
                                        </p:tav>
                                      </p:tavLst>
                                    </p:anim>
                                    <p:anim calcmode="lin" valueType="num">
                                      <p:cBhvr>
                                        <p:cTn id="9" dur="1000" fill="hold"/>
                                        <p:tgtEl>
                                          <p:spTgt spid="1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zh-CN" altLang="en-US" dirty="0"/>
              <a:t>渐减条件的重要性</a:t>
            </a:r>
          </a:p>
        </p:txBody>
      </p:sp>
      <p:sp>
        <p:nvSpPr>
          <p:cNvPr id="7" name="灯片编号占位符 6"/>
          <p:cNvSpPr>
            <a:spLocks noGrp="1"/>
          </p:cNvSpPr>
          <p:nvPr>
            <p:ph type="sldNum" sz="quarter" idx="12"/>
          </p:nvPr>
        </p:nvSpPr>
        <p:spPr/>
        <p:txBody>
          <a:bodyPr/>
          <a:lstStyle/>
          <a:p>
            <a:fld id="{58C210BB-F110-452C-89E7-9EA0A8D47DCE}" type="slidenum">
              <a:rPr lang="zh-CN" altLang="en-US" smtClean="0"/>
              <a:pPr/>
              <a:t>36</a:t>
            </a:fld>
            <a:endParaRPr lang="zh-CN" altLang="en-US" dirty="0"/>
          </a:p>
        </p:txBody>
      </p:sp>
      <p:grpSp>
        <p:nvGrpSpPr>
          <p:cNvPr id="3" name="组合 2"/>
          <p:cNvGrpSpPr/>
          <p:nvPr/>
        </p:nvGrpSpPr>
        <p:grpSpPr>
          <a:xfrm>
            <a:off x="323849" y="1196974"/>
            <a:ext cx="6012347" cy="1992314"/>
            <a:chOff x="323849" y="1196974"/>
            <a:chExt cx="6012347" cy="1992314"/>
          </a:xfrm>
        </p:grpSpPr>
        <mc:AlternateContent xmlns:mc="http://schemas.openxmlformats.org/markup-compatibility/2006" xmlns:a14="http://schemas.microsoft.com/office/drawing/2010/main">
          <mc:Choice Requires="a14">
            <p:sp>
              <p:nvSpPr>
                <p:cNvPr id="9" name="对象 8"/>
                <p:cNvSpPr txBox="1"/>
                <p:nvPr/>
              </p:nvSpPr>
              <p:spPr bwMode="auto">
                <a:xfrm>
                  <a:off x="323849" y="1196974"/>
                  <a:ext cx="5472287" cy="1037696"/>
                </a:xfrm>
                <a:prstGeom prst="rect">
                  <a:avLst/>
                </a:prstGeom>
                <a:noFill/>
                <a:ln>
                  <a:noFill/>
                </a:ln>
              </p:spPr>
              <p:txBody>
                <a:bodyPr>
                  <a:noAutofit/>
                </a:bodyPr>
                <a:lstStyle/>
                <a:p>
                  <a:pPr/>
                  <a14:m>
                    <m:oMathPara xmlns:m="http://schemas.openxmlformats.org/officeDocument/2006/math">
                      <m:oMathParaPr>
                        <m:jc m:val="left"/>
                      </m:oMathParaPr>
                      <m:oMath xmlns:m="http://schemas.openxmlformats.org/officeDocument/2006/math">
                        <m:nary>
                          <m:naryPr>
                            <m:ctrlPr>
                              <a:rPr lang="zh-CN" altLang="en-US" sz="2400" i="1" smtClean="0">
                                <a:solidFill>
                                  <a:schemeClr val="bg1"/>
                                </a:solidFill>
                                <a:latin typeface="Cambria Math" panose="02040503050406030204" pitchFamily="18" charset="0"/>
                              </a:rPr>
                            </m:ctrlPr>
                          </m:naryPr>
                          <m:sub>
                            <m:r>
                              <a:rPr lang="zh-CN" altLang="en-US" sz="2400" i="1">
                                <a:solidFill>
                                  <a:schemeClr val="bg1"/>
                                </a:solidFill>
                                <a:latin typeface="Cambria Math" panose="02040503050406030204" pitchFamily="18" charset="0"/>
                              </a:rPr>
                              <m:t>0</m:t>
                            </m:r>
                          </m:sub>
                          <m:sup>
                            <m:r>
                              <a:rPr lang="zh-CN" altLang="en-US" sz="2400" i="1">
                                <a:solidFill>
                                  <a:schemeClr val="bg1"/>
                                </a:solidFill>
                                <a:latin typeface="Cambria Math" panose="02040503050406030204" pitchFamily="18" charset="0"/>
                              </a:rPr>
                              <m:t>∞</m:t>
                            </m:r>
                          </m:sup>
                          <m:e>
                            <m:sSup>
                              <m:sSupPr>
                                <m:ctrlPr>
                                  <a:rPr lang="zh-CN" altLang="en-US" sz="2400" i="1">
                                    <a:solidFill>
                                      <a:schemeClr val="bg1"/>
                                    </a:solidFill>
                                    <a:latin typeface="Cambria Math" panose="02040503050406030204" pitchFamily="18" charset="0"/>
                                  </a:rPr>
                                </m:ctrlPr>
                              </m:sSupPr>
                              <m:e>
                                <m:r>
                                  <a:rPr lang="zh-CN" altLang="en-US" sz="2400" i="1">
                                    <a:solidFill>
                                      <a:schemeClr val="bg1"/>
                                    </a:solidFill>
                                    <a:latin typeface="Cambria Math" panose="02040503050406030204" pitchFamily="18" charset="0"/>
                                  </a:rPr>
                                  <m:t>𝑔</m:t>
                                </m:r>
                              </m:e>
                              <m:sup>
                                <m:r>
                                  <a:rPr lang="zh-CN" altLang="en-US" sz="2400" i="1">
                                    <a:solidFill>
                                      <a:schemeClr val="bg1"/>
                                    </a:solidFill>
                                    <a:latin typeface="Cambria Math" panose="02040503050406030204" pitchFamily="18" charset="0"/>
                                  </a:rPr>
                                  <m:t>2</m:t>
                                </m:r>
                              </m:sup>
                            </m:sSup>
                            <m:r>
                              <a:rPr lang="zh-CN" altLang="en-US" sz="2400" i="1">
                                <a:solidFill>
                                  <a:schemeClr val="bg1"/>
                                </a:solidFill>
                                <a:latin typeface="Cambria Math" panose="02040503050406030204" pitchFamily="18" charset="0"/>
                              </a:rPr>
                              <m:t>(</m:t>
                            </m:r>
                            <m:r>
                              <a:rPr lang="zh-CN" altLang="en-US" sz="2400" i="1">
                                <a:solidFill>
                                  <a:schemeClr val="bg1"/>
                                </a:solidFill>
                                <a:latin typeface="Cambria Math" panose="02040503050406030204" pitchFamily="18" charset="0"/>
                              </a:rPr>
                              <m:t>𝑟</m:t>
                            </m:r>
                            <m:r>
                              <a:rPr lang="zh-CN" altLang="en-US" sz="2400" i="1">
                                <a:solidFill>
                                  <a:schemeClr val="bg1"/>
                                </a:solidFill>
                                <a:latin typeface="Cambria Math" panose="02040503050406030204" pitchFamily="18" charset="0"/>
                              </a:rPr>
                              <m:t>)</m:t>
                            </m:r>
                            <m:r>
                              <m:rPr>
                                <m:sty m:val="p"/>
                              </m:rPr>
                              <a:rPr lang="zh-CN" altLang="en-US" sz="2400" i="0">
                                <a:solidFill>
                                  <a:schemeClr val="bg1"/>
                                </a:solidFill>
                                <a:latin typeface="Cambria Math" panose="02040503050406030204" pitchFamily="18" charset="0"/>
                              </a:rPr>
                              <m:t>d</m:t>
                            </m:r>
                            <m:r>
                              <a:rPr lang="zh-CN" altLang="en-US" sz="2400" i="1">
                                <a:solidFill>
                                  <a:schemeClr val="bg1"/>
                                </a:solidFill>
                                <a:latin typeface="Cambria Math" panose="02040503050406030204" pitchFamily="18" charset="0"/>
                              </a:rPr>
                              <m:t>𝑟</m:t>
                            </m:r>
                          </m:e>
                        </m:nary>
                        <m:r>
                          <a:rPr lang="zh-CN" altLang="en-US" sz="2400" i="1">
                            <a:solidFill>
                              <a:schemeClr val="bg1"/>
                            </a:solidFill>
                            <a:latin typeface="Cambria Math" panose="02040503050406030204" pitchFamily="18" charset="0"/>
                          </a:rPr>
                          <m:t>≤</m:t>
                        </m:r>
                        <m:nary>
                          <m:naryPr>
                            <m:ctrlPr>
                              <a:rPr lang="zh-CN" altLang="en-US" sz="2400" i="1">
                                <a:solidFill>
                                  <a:schemeClr val="bg1"/>
                                </a:solidFill>
                                <a:latin typeface="Cambria Math" panose="02040503050406030204" pitchFamily="18" charset="0"/>
                              </a:rPr>
                            </m:ctrlPr>
                          </m:naryPr>
                          <m:sub>
                            <m:r>
                              <a:rPr lang="zh-CN" altLang="en-US" sz="2400" i="1">
                                <a:solidFill>
                                  <a:schemeClr val="bg1"/>
                                </a:solidFill>
                                <a:latin typeface="Cambria Math" panose="02040503050406030204" pitchFamily="18" charset="0"/>
                              </a:rPr>
                              <m:t>0</m:t>
                            </m:r>
                          </m:sub>
                          <m:sup>
                            <m:r>
                              <a:rPr lang="zh-CN" altLang="en-US" sz="2400" i="1">
                                <a:solidFill>
                                  <a:schemeClr val="bg1"/>
                                </a:solidFill>
                                <a:latin typeface="Cambria Math" panose="02040503050406030204" pitchFamily="18" charset="0"/>
                              </a:rPr>
                              <m:t>∞</m:t>
                            </m:r>
                          </m:sup>
                          <m:e>
                            <m:sSup>
                              <m:sSupPr>
                                <m:ctrlPr>
                                  <a:rPr lang="zh-CN" altLang="en-US" sz="2400" i="1">
                                    <a:solidFill>
                                      <a:schemeClr val="bg1"/>
                                    </a:solidFill>
                                    <a:latin typeface="Cambria Math" panose="02040503050406030204" pitchFamily="18" charset="0"/>
                                  </a:rPr>
                                </m:ctrlPr>
                              </m:sSupPr>
                              <m:e>
                                <m:r>
                                  <a:rPr lang="zh-CN" altLang="en-US" sz="2400" i="1">
                                    <a:solidFill>
                                      <a:schemeClr val="bg1"/>
                                    </a:solidFill>
                                    <a:latin typeface="Cambria Math" panose="02040503050406030204" pitchFamily="18" charset="0"/>
                                  </a:rPr>
                                  <m:t>𝑒</m:t>
                                </m:r>
                              </m:e>
                              <m:sup>
                                <m:r>
                                  <a:rPr lang="zh-CN" altLang="en-US" sz="2400" i="1">
                                    <a:solidFill>
                                      <a:schemeClr val="bg1"/>
                                    </a:solidFill>
                                    <a:latin typeface="Cambria Math" panose="02040503050406030204" pitchFamily="18" charset="0"/>
                                  </a:rPr>
                                  <m:t>−</m:t>
                                </m:r>
                                <m:r>
                                  <a:rPr lang="zh-CN" altLang="en-US" sz="2400" i="1">
                                    <a:solidFill>
                                      <a:schemeClr val="bg1"/>
                                    </a:solidFill>
                                    <a:latin typeface="Cambria Math" panose="02040503050406030204" pitchFamily="18" charset="0"/>
                                  </a:rPr>
                                  <m:t>𝑟</m:t>
                                </m:r>
                              </m:sup>
                            </m:sSup>
                            <m:r>
                              <m:rPr>
                                <m:sty m:val="p"/>
                              </m:rPr>
                              <a:rPr lang="zh-CN" altLang="en-US" sz="2400" i="0">
                                <a:solidFill>
                                  <a:schemeClr val="bg1"/>
                                </a:solidFill>
                                <a:latin typeface="Cambria Math" panose="02040503050406030204" pitchFamily="18" charset="0"/>
                              </a:rPr>
                              <m:t>d</m:t>
                            </m:r>
                            <m:r>
                              <a:rPr lang="zh-CN" altLang="en-US" sz="2400" i="1">
                                <a:solidFill>
                                  <a:schemeClr val="bg1"/>
                                </a:solidFill>
                                <a:latin typeface="Cambria Math" panose="02040503050406030204" pitchFamily="18" charset="0"/>
                              </a:rPr>
                              <m:t>𝑟</m:t>
                            </m:r>
                          </m:e>
                        </m:nary>
                        <m:r>
                          <a:rPr lang="zh-CN" altLang="en-US" sz="2400" i="1">
                            <a:solidFill>
                              <a:schemeClr val="bg1"/>
                            </a:solidFill>
                            <a:latin typeface="Cambria Math" panose="02040503050406030204" pitchFamily="18" charset="0"/>
                          </a:rPr>
                          <m:t>+</m:t>
                        </m:r>
                        <m:nary>
                          <m:naryPr>
                            <m:chr m:val="∑"/>
                            <m:ctrlPr>
                              <a:rPr lang="zh-CN" altLang="en-US" sz="2400" i="1">
                                <a:solidFill>
                                  <a:schemeClr val="bg1"/>
                                </a:solidFill>
                                <a:latin typeface="Cambria Math" panose="02040503050406030204" pitchFamily="18" charset="0"/>
                              </a:rPr>
                            </m:ctrlPr>
                          </m:naryPr>
                          <m:sub>
                            <m:r>
                              <a:rPr lang="zh-CN" altLang="en-US" sz="2400" i="1">
                                <a:solidFill>
                                  <a:schemeClr val="bg1"/>
                                </a:solidFill>
                                <a:latin typeface="Cambria Math" panose="02040503050406030204" pitchFamily="18" charset="0"/>
                              </a:rPr>
                              <m:t>𝑛</m:t>
                            </m:r>
                            <m:r>
                              <a:rPr lang="zh-CN" altLang="en-US" sz="2400" i="1">
                                <a:solidFill>
                                  <a:schemeClr val="bg1"/>
                                </a:solidFill>
                                <a:latin typeface="Cambria Math" panose="02040503050406030204" pitchFamily="18" charset="0"/>
                              </a:rPr>
                              <m:t>=1</m:t>
                            </m:r>
                          </m:sub>
                          <m:sup>
                            <m:r>
                              <a:rPr lang="zh-CN" altLang="en-US" sz="2400" i="1">
                                <a:solidFill>
                                  <a:schemeClr val="bg1"/>
                                </a:solidFill>
                                <a:latin typeface="Cambria Math" panose="02040503050406030204" pitchFamily="18" charset="0"/>
                              </a:rPr>
                              <m:t>∞</m:t>
                            </m:r>
                          </m:sup>
                          <m:e>
                            <m:f>
                              <m:fPr>
                                <m:ctrlPr>
                                  <a:rPr lang="zh-CN" altLang="en-US" sz="2400" i="1">
                                    <a:solidFill>
                                      <a:schemeClr val="bg1"/>
                                    </a:solidFill>
                                    <a:latin typeface="Cambria Math" panose="02040503050406030204" pitchFamily="18" charset="0"/>
                                  </a:rPr>
                                </m:ctrlPr>
                              </m:fPr>
                              <m:num>
                                <m:r>
                                  <a:rPr lang="zh-CN" altLang="en-US" sz="2400" i="1">
                                    <a:solidFill>
                                      <a:schemeClr val="bg1"/>
                                    </a:solidFill>
                                    <a:latin typeface="Cambria Math" panose="02040503050406030204" pitchFamily="18" charset="0"/>
                                  </a:rPr>
                                  <m:t>1</m:t>
                                </m:r>
                              </m:num>
                              <m:den>
                                <m:sSup>
                                  <m:sSupPr>
                                    <m:ctrlPr>
                                      <a:rPr lang="zh-CN" altLang="en-US" sz="2400" i="1">
                                        <a:solidFill>
                                          <a:schemeClr val="bg1"/>
                                        </a:solidFill>
                                        <a:latin typeface="Cambria Math" panose="02040503050406030204" pitchFamily="18" charset="0"/>
                                      </a:rPr>
                                    </m:ctrlPr>
                                  </m:sSupPr>
                                  <m:e>
                                    <m:r>
                                      <a:rPr lang="zh-CN" altLang="en-US" sz="2400" i="1">
                                        <a:solidFill>
                                          <a:schemeClr val="bg1"/>
                                        </a:solidFill>
                                        <a:latin typeface="Cambria Math" panose="02040503050406030204" pitchFamily="18" charset="0"/>
                                      </a:rPr>
                                      <m:t>2</m:t>
                                    </m:r>
                                  </m:e>
                                  <m:sup>
                                    <m:r>
                                      <a:rPr lang="zh-CN" altLang="en-US" sz="2400" i="1">
                                        <a:solidFill>
                                          <a:schemeClr val="bg1"/>
                                        </a:solidFill>
                                        <a:latin typeface="Cambria Math" panose="02040503050406030204" pitchFamily="18" charset="0"/>
                                      </a:rPr>
                                      <m:t>𝑛</m:t>
                                    </m:r>
                                  </m:sup>
                                </m:sSup>
                              </m:den>
                            </m:f>
                          </m:e>
                        </m:nary>
                        <m:r>
                          <a:rPr lang="zh-CN" altLang="en-US" sz="2400" i="1">
                            <a:solidFill>
                              <a:schemeClr val="bg1"/>
                            </a:solidFill>
                            <a:latin typeface="Cambria Math" panose="02040503050406030204" pitchFamily="18" charset="0"/>
                          </a:rPr>
                          <m:t>=2</m:t>
                        </m:r>
                      </m:oMath>
                    </m:oMathPara>
                  </a14:m>
                  <a:endParaRPr lang="zh-CN" altLang="en-US" sz="2400" dirty="0">
                    <a:solidFill>
                      <a:schemeClr val="bg1"/>
                    </a:solidFill>
                  </a:endParaRPr>
                </a:p>
              </p:txBody>
            </p:sp>
          </mc:Choice>
          <mc:Fallback xmlns="">
            <p:sp>
              <p:nvSpPr>
                <p:cNvPr id="9" name="对象 8"/>
                <p:cNvSpPr txBox="1">
                  <a:spLocks noRot="1" noChangeAspect="1" noMove="1" noResize="1" noEditPoints="1" noAdjustHandles="1" noChangeArrowheads="1" noChangeShapeType="1" noTextEdit="1"/>
                </p:cNvSpPr>
                <p:nvPr/>
              </p:nvSpPr>
              <p:spPr bwMode="auto">
                <a:xfrm>
                  <a:off x="323849" y="1196974"/>
                  <a:ext cx="5472287" cy="1037696"/>
                </a:xfrm>
                <a:prstGeom prst="rect">
                  <a:avLst/>
                </a:prstGeom>
                <a:blipFill>
                  <a:blip r:embed="rId4"/>
                  <a:stretch>
                    <a:fillRect b="-585"/>
                  </a:stretch>
                </a:blipFill>
                <a:ln>
                  <a:no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 name="对象 3"/>
                <p:cNvSpPr txBox="1"/>
                <p:nvPr/>
              </p:nvSpPr>
              <p:spPr bwMode="auto">
                <a:xfrm>
                  <a:off x="323850" y="2276475"/>
                  <a:ext cx="6012346" cy="912813"/>
                </a:xfrm>
                <a:prstGeom prst="rect">
                  <a:avLst/>
                </a:prstGeom>
                <a:noFill/>
                <a:ln>
                  <a:noFill/>
                </a:ln>
              </p:spPr>
              <p:txBody>
                <a:bodyPr>
                  <a:noAutofit/>
                </a:bodyPr>
                <a:lstStyle/>
                <a:p>
                  <a:pPr/>
                  <a14:m>
                    <m:oMathPara xmlns:m="http://schemas.openxmlformats.org/officeDocument/2006/math">
                      <m:oMathParaPr>
                        <m:jc m:val="left"/>
                      </m:oMathParaPr>
                      <m:oMath xmlns:m="http://schemas.openxmlformats.org/officeDocument/2006/math">
                        <m:r>
                          <a:rPr lang="zh-CN" altLang="en-US" sz="2400" i="1" smtClean="0">
                            <a:solidFill>
                              <a:schemeClr val="bg1"/>
                            </a:solidFill>
                            <a:latin typeface="Cambria Math" panose="02040503050406030204" pitchFamily="18" charset="0"/>
                          </a:rPr>
                          <m:t>𝑉</m:t>
                        </m:r>
                        <m:r>
                          <a:rPr lang="zh-CN" altLang="en-US" sz="2400" i="1" smtClean="0">
                            <a:solidFill>
                              <a:schemeClr val="bg1"/>
                            </a:solidFill>
                            <a:latin typeface="Cambria Math" panose="02040503050406030204" pitchFamily="18" charset="0"/>
                          </a:rPr>
                          <m:t>(</m:t>
                        </m:r>
                        <m:r>
                          <a:rPr lang="zh-CN" altLang="en-US" sz="2400" b="0" i="1">
                            <a:solidFill>
                              <a:schemeClr val="bg1"/>
                            </a:solidFill>
                            <a:latin typeface="Cambria Math" panose="02040503050406030204" pitchFamily="18" charset="0"/>
                          </a:rPr>
                          <m:t>𝑥</m:t>
                        </m:r>
                        <m:r>
                          <a:rPr lang="zh-CN" altLang="en-US" sz="2400" i="1">
                            <a:solidFill>
                              <a:schemeClr val="bg1"/>
                            </a:solidFill>
                            <a:latin typeface="Cambria Math" panose="02040503050406030204" pitchFamily="18" charset="0"/>
                          </a:rPr>
                          <m:t>,</m:t>
                        </m:r>
                        <m:r>
                          <a:rPr lang="zh-CN" altLang="en-US" sz="2400" i="1">
                            <a:solidFill>
                              <a:schemeClr val="bg1"/>
                            </a:solidFill>
                            <a:latin typeface="Cambria Math" panose="02040503050406030204" pitchFamily="18" charset="0"/>
                          </a:rPr>
                          <m:t>𝑡</m:t>
                        </m:r>
                        <m:r>
                          <a:rPr lang="zh-CN" altLang="en-US" sz="2400" i="1">
                            <a:solidFill>
                              <a:schemeClr val="bg1"/>
                            </a:solidFill>
                            <a:latin typeface="Cambria Math" panose="02040503050406030204" pitchFamily="18" charset="0"/>
                          </a:rPr>
                          <m:t>)=</m:t>
                        </m:r>
                        <m:f>
                          <m:fPr>
                            <m:ctrlPr>
                              <a:rPr lang="zh-CN" altLang="en-US" sz="2400" i="1">
                                <a:solidFill>
                                  <a:schemeClr val="bg1"/>
                                </a:solidFill>
                                <a:latin typeface="Cambria Math" panose="02040503050406030204" pitchFamily="18" charset="0"/>
                              </a:rPr>
                            </m:ctrlPr>
                          </m:fPr>
                          <m:num>
                            <m:sSup>
                              <m:sSupPr>
                                <m:ctrlPr>
                                  <a:rPr lang="zh-CN" altLang="en-US" sz="2400" i="1">
                                    <a:solidFill>
                                      <a:schemeClr val="bg1"/>
                                    </a:solidFill>
                                    <a:latin typeface="Cambria Math" panose="02040503050406030204" pitchFamily="18" charset="0"/>
                                  </a:rPr>
                                </m:ctrlPr>
                              </m:sSupPr>
                              <m:e>
                                <m:r>
                                  <a:rPr lang="zh-CN" altLang="en-US" sz="2400" i="1">
                                    <a:solidFill>
                                      <a:schemeClr val="bg1"/>
                                    </a:solidFill>
                                    <a:latin typeface="Cambria Math" panose="02040503050406030204" pitchFamily="18" charset="0"/>
                                  </a:rPr>
                                  <m:t>𝑥</m:t>
                                </m:r>
                              </m:e>
                              <m:sup>
                                <m:r>
                                  <a:rPr lang="zh-CN" altLang="en-US" sz="2400" i="1">
                                    <a:solidFill>
                                      <a:schemeClr val="bg1"/>
                                    </a:solidFill>
                                    <a:latin typeface="Cambria Math" panose="02040503050406030204" pitchFamily="18" charset="0"/>
                                  </a:rPr>
                                  <m:t>2</m:t>
                                </m:r>
                              </m:sup>
                            </m:sSup>
                          </m:num>
                          <m:den>
                            <m:sSup>
                              <m:sSupPr>
                                <m:ctrlPr>
                                  <a:rPr lang="zh-CN" altLang="en-US" sz="2400" i="1">
                                    <a:solidFill>
                                      <a:schemeClr val="bg1"/>
                                    </a:solidFill>
                                    <a:latin typeface="Cambria Math" panose="02040503050406030204" pitchFamily="18" charset="0"/>
                                  </a:rPr>
                                </m:ctrlPr>
                              </m:sSupPr>
                              <m:e>
                                <m:r>
                                  <a:rPr lang="zh-CN" altLang="en-US" sz="2400" i="1">
                                    <a:solidFill>
                                      <a:schemeClr val="bg1"/>
                                    </a:solidFill>
                                    <a:latin typeface="Cambria Math" panose="02040503050406030204" pitchFamily="18" charset="0"/>
                                  </a:rPr>
                                  <m:t>𝑔</m:t>
                                </m:r>
                              </m:e>
                              <m:sup>
                                <m:r>
                                  <a:rPr lang="zh-CN" altLang="en-US" sz="2400" i="1">
                                    <a:solidFill>
                                      <a:schemeClr val="bg1"/>
                                    </a:solidFill>
                                    <a:latin typeface="Cambria Math" panose="02040503050406030204" pitchFamily="18" charset="0"/>
                                  </a:rPr>
                                  <m:t>2</m:t>
                                </m:r>
                              </m:sup>
                            </m:sSup>
                            <m:r>
                              <a:rPr lang="zh-CN" altLang="en-US" sz="2400" i="1">
                                <a:solidFill>
                                  <a:schemeClr val="bg1"/>
                                </a:solidFill>
                                <a:latin typeface="Cambria Math" panose="02040503050406030204" pitchFamily="18" charset="0"/>
                              </a:rPr>
                              <m:t>(</m:t>
                            </m:r>
                            <m:r>
                              <a:rPr lang="zh-CN" altLang="en-US" sz="2400" i="1">
                                <a:solidFill>
                                  <a:schemeClr val="bg1"/>
                                </a:solidFill>
                                <a:latin typeface="Cambria Math" panose="02040503050406030204" pitchFamily="18" charset="0"/>
                              </a:rPr>
                              <m:t>𝑡</m:t>
                            </m:r>
                            <m:r>
                              <a:rPr lang="zh-CN" altLang="en-US" sz="2400" i="1">
                                <a:solidFill>
                                  <a:schemeClr val="bg1"/>
                                </a:solidFill>
                                <a:latin typeface="Cambria Math" panose="02040503050406030204" pitchFamily="18" charset="0"/>
                              </a:rPr>
                              <m:t>)</m:t>
                            </m:r>
                          </m:den>
                        </m:f>
                        <m:d>
                          <m:dPr>
                            <m:begChr m:val="["/>
                            <m:endChr m:val="]"/>
                            <m:ctrlPr>
                              <a:rPr lang="zh-CN" altLang="en-US" sz="2400" i="1">
                                <a:solidFill>
                                  <a:schemeClr val="bg1"/>
                                </a:solidFill>
                                <a:latin typeface="Cambria Math" panose="02040503050406030204" pitchFamily="18" charset="0"/>
                              </a:rPr>
                            </m:ctrlPr>
                          </m:dPr>
                          <m:e>
                            <m:r>
                              <a:rPr lang="zh-CN" altLang="en-US" sz="2400" i="1">
                                <a:solidFill>
                                  <a:schemeClr val="bg1"/>
                                </a:solidFill>
                                <a:latin typeface="Cambria Math" panose="02040503050406030204" pitchFamily="18" charset="0"/>
                              </a:rPr>
                              <m:t>3−</m:t>
                            </m:r>
                            <m:nary>
                              <m:naryPr>
                                <m:ctrlPr>
                                  <a:rPr lang="zh-CN" altLang="en-US" sz="2400" i="1">
                                    <a:solidFill>
                                      <a:schemeClr val="bg1"/>
                                    </a:solidFill>
                                    <a:latin typeface="Cambria Math" panose="02040503050406030204" pitchFamily="18" charset="0"/>
                                  </a:rPr>
                                </m:ctrlPr>
                              </m:naryPr>
                              <m:sub>
                                <m:r>
                                  <a:rPr lang="zh-CN" altLang="en-US" sz="2400" i="1">
                                    <a:solidFill>
                                      <a:schemeClr val="bg1"/>
                                    </a:solidFill>
                                    <a:latin typeface="Cambria Math" panose="02040503050406030204" pitchFamily="18" charset="0"/>
                                  </a:rPr>
                                  <m:t>0</m:t>
                                </m:r>
                              </m:sub>
                              <m:sup>
                                <m:r>
                                  <a:rPr lang="zh-CN" altLang="en-US" sz="2400" i="1">
                                    <a:solidFill>
                                      <a:schemeClr val="bg1"/>
                                    </a:solidFill>
                                    <a:latin typeface="Cambria Math" panose="02040503050406030204" pitchFamily="18" charset="0"/>
                                  </a:rPr>
                                  <m:t>𝑡</m:t>
                                </m:r>
                              </m:sup>
                              <m:e>
                                <m:sSup>
                                  <m:sSupPr>
                                    <m:ctrlPr>
                                      <a:rPr lang="zh-CN" altLang="en-US" sz="2400" i="1">
                                        <a:solidFill>
                                          <a:schemeClr val="bg1"/>
                                        </a:solidFill>
                                        <a:latin typeface="Cambria Math" panose="02040503050406030204" pitchFamily="18" charset="0"/>
                                      </a:rPr>
                                    </m:ctrlPr>
                                  </m:sSupPr>
                                  <m:e>
                                    <m:r>
                                      <a:rPr lang="zh-CN" altLang="en-US" sz="2400" i="1">
                                        <a:solidFill>
                                          <a:schemeClr val="bg1"/>
                                        </a:solidFill>
                                        <a:latin typeface="Cambria Math" panose="02040503050406030204" pitchFamily="18" charset="0"/>
                                      </a:rPr>
                                      <m:t>𝑔</m:t>
                                    </m:r>
                                  </m:e>
                                  <m:sup>
                                    <m:r>
                                      <a:rPr lang="zh-CN" altLang="en-US" sz="2400" i="1">
                                        <a:solidFill>
                                          <a:schemeClr val="bg1"/>
                                        </a:solidFill>
                                        <a:latin typeface="Cambria Math" panose="02040503050406030204" pitchFamily="18" charset="0"/>
                                      </a:rPr>
                                      <m:t>2</m:t>
                                    </m:r>
                                  </m:sup>
                                </m:sSup>
                                <m:r>
                                  <a:rPr lang="zh-CN" altLang="en-US" sz="2400" i="1">
                                    <a:solidFill>
                                      <a:schemeClr val="bg1"/>
                                    </a:solidFill>
                                    <a:latin typeface="Cambria Math" panose="02040503050406030204" pitchFamily="18" charset="0"/>
                                  </a:rPr>
                                  <m:t>(</m:t>
                                </m:r>
                                <m:r>
                                  <a:rPr lang="zh-CN" altLang="en-US" sz="2400" i="1">
                                    <a:solidFill>
                                      <a:schemeClr val="bg1"/>
                                    </a:solidFill>
                                    <a:latin typeface="Cambria Math" panose="02040503050406030204" pitchFamily="18" charset="0"/>
                                  </a:rPr>
                                  <m:t>𝑟</m:t>
                                </m:r>
                                <m:r>
                                  <a:rPr lang="zh-CN" altLang="en-US" sz="2400" i="1">
                                    <a:solidFill>
                                      <a:schemeClr val="bg1"/>
                                    </a:solidFill>
                                    <a:latin typeface="Cambria Math" panose="02040503050406030204" pitchFamily="18" charset="0"/>
                                  </a:rPr>
                                  <m:t>)</m:t>
                                </m:r>
                                <m:r>
                                  <m:rPr>
                                    <m:sty m:val="p"/>
                                  </m:rPr>
                                  <a:rPr lang="zh-CN" altLang="en-US" sz="2400" i="0">
                                    <a:solidFill>
                                      <a:schemeClr val="bg1"/>
                                    </a:solidFill>
                                    <a:latin typeface="Cambria Math" panose="02040503050406030204" pitchFamily="18" charset="0"/>
                                  </a:rPr>
                                  <m:t>d</m:t>
                                </m:r>
                                <m:r>
                                  <a:rPr lang="zh-CN" altLang="en-US" sz="2400" i="1">
                                    <a:solidFill>
                                      <a:schemeClr val="bg1"/>
                                    </a:solidFill>
                                    <a:latin typeface="Cambria Math" panose="02040503050406030204" pitchFamily="18" charset="0"/>
                                  </a:rPr>
                                  <m:t>𝑟</m:t>
                                </m:r>
                              </m:e>
                            </m:nary>
                          </m:e>
                        </m:d>
                        <m:r>
                          <a:rPr lang="zh-CN" altLang="en-US" sz="2400" i="1">
                            <a:solidFill>
                              <a:schemeClr val="bg1"/>
                            </a:solidFill>
                            <a:latin typeface="Cambria Math" panose="02040503050406030204" pitchFamily="18" charset="0"/>
                          </a:rPr>
                          <m:t>≥</m:t>
                        </m:r>
                        <m:sSup>
                          <m:sSupPr>
                            <m:ctrlPr>
                              <a:rPr lang="zh-CN" altLang="en-US" sz="2400" i="1">
                                <a:solidFill>
                                  <a:schemeClr val="bg1"/>
                                </a:solidFill>
                                <a:latin typeface="Cambria Math" panose="02040503050406030204" pitchFamily="18" charset="0"/>
                              </a:rPr>
                            </m:ctrlPr>
                          </m:sSupPr>
                          <m:e>
                            <m:r>
                              <a:rPr lang="zh-CN" altLang="en-US" sz="2400" i="1">
                                <a:solidFill>
                                  <a:schemeClr val="bg1"/>
                                </a:solidFill>
                                <a:latin typeface="Cambria Math" panose="02040503050406030204" pitchFamily="18" charset="0"/>
                              </a:rPr>
                              <m:t>𝑥</m:t>
                            </m:r>
                          </m:e>
                          <m:sup>
                            <m:r>
                              <a:rPr lang="zh-CN" altLang="en-US" sz="2400" i="1">
                                <a:solidFill>
                                  <a:schemeClr val="bg1"/>
                                </a:solidFill>
                                <a:latin typeface="Cambria Math" panose="02040503050406030204" pitchFamily="18" charset="0"/>
                              </a:rPr>
                              <m:t>2</m:t>
                            </m:r>
                          </m:sup>
                        </m:sSup>
                      </m:oMath>
                    </m:oMathPara>
                  </a14:m>
                  <a:endParaRPr lang="zh-CN" altLang="en-US" sz="2400" dirty="0">
                    <a:solidFill>
                      <a:schemeClr val="bg1"/>
                    </a:solidFill>
                  </a:endParaRPr>
                </a:p>
              </p:txBody>
            </p:sp>
          </mc:Choice>
          <mc:Fallback xmlns="">
            <p:sp>
              <p:nvSpPr>
                <p:cNvPr id="4" name="对象 3"/>
                <p:cNvSpPr txBox="1">
                  <a:spLocks noRot="1" noChangeAspect="1" noMove="1" noResize="1" noEditPoints="1" noAdjustHandles="1" noChangeArrowheads="1" noChangeShapeType="1" noTextEdit="1"/>
                </p:cNvSpPr>
                <p:nvPr/>
              </p:nvSpPr>
              <p:spPr bwMode="auto">
                <a:xfrm>
                  <a:off x="323850" y="2276475"/>
                  <a:ext cx="6012346" cy="912813"/>
                </a:xfrm>
                <a:prstGeom prst="rect">
                  <a:avLst/>
                </a:prstGeom>
                <a:blipFill>
                  <a:blip r:embed="rId5"/>
                  <a:stretch>
                    <a:fillRect/>
                  </a:stretch>
                </a:blipFill>
                <a:ln>
                  <a:noFill/>
                </a:ln>
              </p:spPr>
              <p:txBody>
                <a:bodyPr/>
                <a:lstStyle/>
                <a:p>
                  <a:r>
                    <a:rPr lang="zh-CN" altLang="en-US">
                      <a:noFill/>
                    </a:rPr>
                    <a:t> </a:t>
                  </a:r>
                </a:p>
              </p:txBody>
            </p:sp>
          </mc:Fallback>
        </mc:AlternateContent>
      </p:grpSp>
      <mc:AlternateContent xmlns:mc="http://schemas.openxmlformats.org/markup-compatibility/2006" xmlns:a14="http://schemas.microsoft.com/office/drawing/2010/main">
        <mc:Choice Requires="a14">
          <p:sp>
            <p:nvSpPr>
              <p:cNvPr id="6" name="对象 5"/>
              <p:cNvSpPr txBox="1"/>
              <p:nvPr/>
            </p:nvSpPr>
            <p:spPr bwMode="auto">
              <a:xfrm>
                <a:off x="322833" y="3357563"/>
                <a:ext cx="7777559" cy="987425"/>
              </a:xfrm>
              <a:prstGeom prst="rect">
                <a:avLst/>
              </a:prstGeom>
              <a:noFill/>
              <a:ln>
                <a:noFill/>
              </a:ln>
            </p:spPr>
            <p:txBody>
              <a:bodyPr>
                <a:noAutofit/>
              </a:bodyPr>
              <a:lstStyle/>
              <a:p>
                <a:pPr/>
                <a14:m>
                  <m:oMathPara xmlns:m="http://schemas.openxmlformats.org/officeDocument/2006/math">
                    <m:oMathParaPr>
                      <m:jc m:val="left"/>
                    </m:oMathParaPr>
                    <m:oMath xmlns:m="http://schemas.openxmlformats.org/officeDocument/2006/math">
                      <m:acc>
                        <m:accPr>
                          <m:chr m:val="̇"/>
                          <m:ctrlPr>
                            <a:rPr lang="zh-CN" altLang="en-US" sz="2400" i="1" smtClean="0">
                              <a:solidFill>
                                <a:schemeClr val="bg1"/>
                              </a:solidFill>
                              <a:latin typeface="Cambria Math" panose="02040503050406030204" pitchFamily="18" charset="0"/>
                            </a:rPr>
                          </m:ctrlPr>
                        </m:accPr>
                        <m:e>
                          <m:r>
                            <a:rPr lang="zh-CN" altLang="en-US" sz="2400" i="1">
                              <a:solidFill>
                                <a:schemeClr val="bg1"/>
                              </a:solidFill>
                              <a:latin typeface="Cambria Math" panose="02040503050406030204" pitchFamily="18" charset="0"/>
                            </a:rPr>
                            <m:t>𝑉</m:t>
                          </m:r>
                        </m:e>
                      </m:acc>
                      <m:r>
                        <a:rPr lang="zh-CN" altLang="en-US" sz="2400" i="1">
                          <a:solidFill>
                            <a:schemeClr val="bg1"/>
                          </a:solidFill>
                          <a:latin typeface="Cambria Math" panose="02040503050406030204" pitchFamily="18" charset="0"/>
                        </a:rPr>
                        <m:t>(</m:t>
                      </m:r>
                      <m:r>
                        <a:rPr lang="zh-CN" altLang="en-US" sz="2400" i="1">
                          <a:solidFill>
                            <a:schemeClr val="bg1"/>
                          </a:solidFill>
                          <a:latin typeface="Cambria Math" panose="02040503050406030204" pitchFamily="18" charset="0"/>
                        </a:rPr>
                        <m:t>𝑥</m:t>
                      </m:r>
                      <m:r>
                        <a:rPr lang="zh-CN" altLang="en-US" sz="2400" i="1">
                          <a:solidFill>
                            <a:schemeClr val="bg1"/>
                          </a:solidFill>
                          <a:latin typeface="Cambria Math" panose="02040503050406030204" pitchFamily="18" charset="0"/>
                        </a:rPr>
                        <m:t>,</m:t>
                      </m:r>
                      <m:r>
                        <a:rPr lang="zh-CN" altLang="en-US" sz="2400" i="1">
                          <a:solidFill>
                            <a:schemeClr val="bg1"/>
                          </a:solidFill>
                          <a:latin typeface="Cambria Math" panose="02040503050406030204" pitchFamily="18" charset="0"/>
                        </a:rPr>
                        <m:t>𝑡</m:t>
                      </m:r>
                      <m:r>
                        <a:rPr lang="zh-CN" altLang="en-US" sz="2400" i="1">
                          <a:solidFill>
                            <a:schemeClr val="bg1"/>
                          </a:solidFill>
                          <a:latin typeface="Cambria Math" panose="02040503050406030204" pitchFamily="18" charset="0"/>
                        </a:rPr>
                        <m:t>)</m:t>
                      </m:r>
                      <m:r>
                        <a:rPr lang="zh-CN" altLang="en-US" sz="2400" i="0">
                          <a:solidFill>
                            <a:schemeClr val="bg1"/>
                          </a:solidFill>
                          <a:latin typeface="Cambria Math" panose="02040503050406030204" pitchFamily="18" charset="0"/>
                        </a:rPr>
                        <m:t>=</m:t>
                      </m:r>
                      <m:d>
                        <m:dPr>
                          <m:begChr m:val="["/>
                          <m:endChr m:val="]"/>
                          <m:ctrlPr>
                            <a:rPr lang="zh-CN" altLang="en-US" sz="2400" i="1">
                              <a:solidFill>
                                <a:schemeClr val="bg1"/>
                              </a:solidFill>
                              <a:latin typeface="Cambria Math" panose="02040503050406030204" pitchFamily="18" charset="0"/>
                            </a:rPr>
                          </m:ctrlPr>
                        </m:dPr>
                        <m:e>
                          <m:f>
                            <m:fPr>
                              <m:ctrlPr>
                                <a:rPr lang="zh-CN" altLang="en-US" sz="2400" i="1">
                                  <a:solidFill>
                                    <a:schemeClr val="bg1"/>
                                  </a:solidFill>
                                  <a:latin typeface="Cambria Math" panose="02040503050406030204" pitchFamily="18" charset="0"/>
                                </a:rPr>
                              </m:ctrlPr>
                            </m:fPr>
                            <m:num>
                              <m:r>
                                <a:rPr lang="zh-CN" altLang="en-US" sz="2400" i="1">
                                  <a:solidFill>
                                    <a:schemeClr val="bg1"/>
                                  </a:solidFill>
                                  <a:latin typeface="Cambria Math" panose="02040503050406030204" pitchFamily="18" charset="0"/>
                                </a:rPr>
                                <m:t>2</m:t>
                              </m:r>
                              <m:r>
                                <a:rPr lang="zh-CN" altLang="en-US" sz="2400" i="1">
                                  <a:solidFill>
                                    <a:schemeClr val="bg1"/>
                                  </a:solidFill>
                                  <a:latin typeface="Cambria Math" panose="02040503050406030204" pitchFamily="18" charset="0"/>
                                </a:rPr>
                                <m:t>𝑥</m:t>
                              </m:r>
                              <m:acc>
                                <m:accPr>
                                  <m:chr m:val="̇"/>
                                  <m:ctrlPr>
                                    <a:rPr lang="zh-CN" altLang="en-US" sz="2400" i="1">
                                      <a:solidFill>
                                        <a:schemeClr val="bg1"/>
                                      </a:solidFill>
                                      <a:latin typeface="Cambria Math" panose="02040503050406030204" pitchFamily="18" charset="0"/>
                                    </a:rPr>
                                  </m:ctrlPr>
                                </m:accPr>
                                <m:e>
                                  <m:r>
                                    <a:rPr lang="zh-CN" altLang="en-US" sz="2400" i="1">
                                      <a:solidFill>
                                        <a:schemeClr val="bg1"/>
                                      </a:solidFill>
                                      <a:latin typeface="Cambria Math" panose="02040503050406030204" pitchFamily="18" charset="0"/>
                                    </a:rPr>
                                    <m:t>𝑥</m:t>
                                  </m:r>
                                </m:e>
                              </m:acc>
                            </m:num>
                            <m:den>
                              <m:sSup>
                                <m:sSupPr>
                                  <m:ctrlPr>
                                    <a:rPr lang="zh-CN" altLang="en-US" sz="2400" i="1">
                                      <a:solidFill>
                                        <a:schemeClr val="bg1"/>
                                      </a:solidFill>
                                      <a:latin typeface="Cambria Math" panose="02040503050406030204" pitchFamily="18" charset="0"/>
                                    </a:rPr>
                                  </m:ctrlPr>
                                </m:sSupPr>
                                <m:e>
                                  <m:r>
                                    <a:rPr lang="zh-CN" altLang="en-US" sz="2400" i="1">
                                      <a:solidFill>
                                        <a:schemeClr val="bg1"/>
                                      </a:solidFill>
                                      <a:latin typeface="Cambria Math" panose="02040503050406030204" pitchFamily="18" charset="0"/>
                                    </a:rPr>
                                    <m:t>𝑔</m:t>
                                  </m:r>
                                </m:e>
                                <m:sup>
                                  <m:r>
                                    <a:rPr lang="zh-CN" altLang="en-US" sz="2400" i="1">
                                      <a:solidFill>
                                        <a:schemeClr val="bg1"/>
                                      </a:solidFill>
                                      <a:latin typeface="Cambria Math" panose="02040503050406030204" pitchFamily="18" charset="0"/>
                                    </a:rPr>
                                    <m:t>2</m:t>
                                  </m:r>
                                </m:sup>
                              </m:sSup>
                              <m:r>
                                <a:rPr lang="zh-CN" altLang="en-US" sz="2400" i="1">
                                  <a:solidFill>
                                    <a:schemeClr val="bg1"/>
                                  </a:solidFill>
                                  <a:latin typeface="Cambria Math" panose="02040503050406030204" pitchFamily="18" charset="0"/>
                                </a:rPr>
                                <m:t>(</m:t>
                              </m:r>
                              <m:r>
                                <a:rPr lang="zh-CN" altLang="en-US" sz="2400" i="1">
                                  <a:solidFill>
                                    <a:schemeClr val="bg1"/>
                                  </a:solidFill>
                                  <a:latin typeface="Cambria Math" panose="02040503050406030204" pitchFamily="18" charset="0"/>
                                </a:rPr>
                                <m:t>𝑡</m:t>
                              </m:r>
                              <m:r>
                                <a:rPr lang="zh-CN" altLang="en-US" sz="2400" i="1">
                                  <a:solidFill>
                                    <a:schemeClr val="bg1"/>
                                  </a:solidFill>
                                  <a:latin typeface="Cambria Math" panose="02040503050406030204" pitchFamily="18" charset="0"/>
                                </a:rPr>
                                <m:t>)</m:t>
                              </m:r>
                            </m:den>
                          </m:f>
                          <m:r>
                            <a:rPr lang="zh-CN" altLang="en-US" sz="2400" i="1">
                              <a:solidFill>
                                <a:schemeClr val="bg1"/>
                              </a:solidFill>
                              <a:latin typeface="Cambria Math" panose="02040503050406030204" pitchFamily="18" charset="0"/>
                            </a:rPr>
                            <m:t>−</m:t>
                          </m:r>
                          <m:f>
                            <m:fPr>
                              <m:ctrlPr>
                                <a:rPr lang="zh-CN" altLang="en-US" sz="2400" i="1">
                                  <a:solidFill>
                                    <a:schemeClr val="bg1"/>
                                  </a:solidFill>
                                  <a:latin typeface="Cambria Math" panose="02040503050406030204" pitchFamily="18" charset="0"/>
                                </a:rPr>
                              </m:ctrlPr>
                            </m:fPr>
                            <m:num>
                              <m:r>
                                <a:rPr lang="zh-CN" altLang="en-US" sz="2400" i="1">
                                  <a:solidFill>
                                    <a:schemeClr val="bg1"/>
                                  </a:solidFill>
                                  <a:latin typeface="Cambria Math" panose="02040503050406030204" pitchFamily="18" charset="0"/>
                                </a:rPr>
                                <m:t>2</m:t>
                              </m:r>
                              <m:sSup>
                                <m:sSupPr>
                                  <m:ctrlPr>
                                    <a:rPr lang="zh-CN" altLang="en-US" sz="2400" i="1">
                                      <a:solidFill>
                                        <a:schemeClr val="bg1"/>
                                      </a:solidFill>
                                      <a:latin typeface="Cambria Math" panose="02040503050406030204" pitchFamily="18" charset="0"/>
                                    </a:rPr>
                                  </m:ctrlPr>
                                </m:sSupPr>
                                <m:e>
                                  <m:r>
                                    <a:rPr lang="zh-CN" altLang="en-US" sz="2400" i="1">
                                      <a:solidFill>
                                        <a:schemeClr val="bg1"/>
                                      </a:solidFill>
                                      <a:latin typeface="Cambria Math" panose="02040503050406030204" pitchFamily="18" charset="0"/>
                                    </a:rPr>
                                    <m:t>𝑥</m:t>
                                  </m:r>
                                </m:e>
                                <m:sup>
                                  <m:r>
                                    <a:rPr lang="zh-CN" altLang="en-US" sz="2400" i="1">
                                      <a:solidFill>
                                        <a:schemeClr val="bg1"/>
                                      </a:solidFill>
                                      <a:latin typeface="Cambria Math" panose="02040503050406030204" pitchFamily="18" charset="0"/>
                                    </a:rPr>
                                    <m:t>2</m:t>
                                  </m:r>
                                </m:sup>
                              </m:sSup>
                              <m:acc>
                                <m:accPr>
                                  <m:chr m:val="̇"/>
                                  <m:ctrlPr>
                                    <a:rPr lang="zh-CN" altLang="en-US" sz="2400" i="1">
                                      <a:solidFill>
                                        <a:schemeClr val="bg1"/>
                                      </a:solidFill>
                                      <a:latin typeface="Cambria Math" panose="02040503050406030204" pitchFamily="18" charset="0"/>
                                    </a:rPr>
                                  </m:ctrlPr>
                                </m:accPr>
                                <m:e>
                                  <m:r>
                                    <a:rPr lang="zh-CN" altLang="en-US" sz="2400" i="1">
                                      <a:solidFill>
                                        <a:schemeClr val="bg1"/>
                                      </a:solidFill>
                                      <a:latin typeface="Cambria Math" panose="02040503050406030204" pitchFamily="18" charset="0"/>
                                    </a:rPr>
                                    <m:t>𝑔</m:t>
                                  </m:r>
                                </m:e>
                              </m:acc>
                              <m:r>
                                <a:rPr lang="zh-CN" altLang="en-US" sz="2400" i="1">
                                  <a:solidFill>
                                    <a:schemeClr val="bg1"/>
                                  </a:solidFill>
                                  <a:latin typeface="Cambria Math" panose="02040503050406030204" pitchFamily="18" charset="0"/>
                                </a:rPr>
                                <m:t>(</m:t>
                              </m:r>
                              <m:r>
                                <a:rPr lang="zh-CN" altLang="en-US" sz="2400" i="1">
                                  <a:solidFill>
                                    <a:schemeClr val="bg1"/>
                                  </a:solidFill>
                                  <a:latin typeface="Cambria Math" panose="02040503050406030204" pitchFamily="18" charset="0"/>
                                </a:rPr>
                                <m:t>𝑡</m:t>
                              </m:r>
                              <m:r>
                                <a:rPr lang="zh-CN" altLang="en-US" sz="2400" i="1">
                                  <a:solidFill>
                                    <a:schemeClr val="bg1"/>
                                  </a:solidFill>
                                  <a:latin typeface="Cambria Math" panose="02040503050406030204" pitchFamily="18" charset="0"/>
                                </a:rPr>
                                <m:t>)</m:t>
                              </m:r>
                            </m:num>
                            <m:den>
                              <m:sSup>
                                <m:sSupPr>
                                  <m:ctrlPr>
                                    <a:rPr lang="zh-CN" altLang="en-US" sz="2400" i="1">
                                      <a:solidFill>
                                        <a:schemeClr val="bg1"/>
                                      </a:solidFill>
                                      <a:latin typeface="Cambria Math" panose="02040503050406030204" pitchFamily="18" charset="0"/>
                                    </a:rPr>
                                  </m:ctrlPr>
                                </m:sSupPr>
                                <m:e>
                                  <m:r>
                                    <a:rPr lang="zh-CN" altLang="en-US" sz="2400" i="1">
                                      <a:solidFill>
                                        <a:schemeClr val="bg1"/>
                                      </a:solidFill>
                                      <a:latin typeface="Cambria Math" panose="02040503050406030204" pitchFamily="18" charset="0"/>
                                    </a:rPr>
                                    <m:t>𝑔</m:t>
                                  </m:r>
                                </m:e>
                                <m:sup>
                                  <m:r>
                                    <a:rPr lang="zh-CN" altLang="en-US" sz="2400" i="1">
                                      <a:solidFill>
                                        <a:schemeClr val="bg1"/>
                                      </a:solidFill>
                                      <a:latin typeface="Cambria Math" panose="02040503050406030204" pitchFamily="18" charset="0"/>
                                    </a:rPr>
                                    <m:t>3</m:t>
                                  </m:r>
                                </m:sup>
                              </m:sSup>
                              <m:r>
                                <a:rPr lang="zh-CN" altLang="en-US" sz="2400" i="1">
                                  <a:solidFill>
                                    <a:schemeClr val="bg1"/>
                                  </a:solidFill>
                                  <a:latin typeface="Cambria Math" panose="02040503050406030204" pitchFamily="18" charset="0"/>
                                </a:rPr>
                                <m:t>(</m:t>
                              </m:r>
                              <m:r>
                                <a:rPr lang="zh-CN" altLang="en-US" sz="2400" i="1">
                                  <a:solidFill>
                                    <a:schemeClr val="bg1"/>
                                  </a:solidFill>
                                  <a:latin typeface="Cambria Math" panose="02040503050406030204" pitchFamily="18" charset="0"/>
                                </a:rPr>
                                <m:t>𝑡</m:t>
                              </m:r>
                              <m:r>
                                <a:rPr lang="zh-CN" altLang="en-US" sz="2400" i="1">
                                  <a:solidFill>
                                    <a:schemeClr val="bg1"/>
                                  </a:solidFill>
                                  <a:latin typeface="Cambria Math" panose="02040503050406030204" pitchFamily="18" charset="0"/>
                                </a:rPr>
                                <m:t>)</m:t>
                              </m:r>
                            </m:den>
                          </m:f>
                        </m:e>
                      </m:d>
                      <m:d>
                        <m:dPr>
                          <m:begChr m:val="["/>
                          <m:endChr m:val="]"/>
                          <m:ctrlPr>
                            <a:rPr lang="zh-CN" altLang="en-US" sz="2400" i="1">
                              <a:solidFill>
                                <a:schemeClr val="bg1"/>
                              </a:solidFill>
                              <a:latin typeface="Cambria Math" panose="02040503050406030204" pitchFamily="18" charset="0"/>
                            </a:rPr>
                          </m:ctrlPr>
                        </m:dPr>
                        <m:e>
                          <m:r>
                            <a:rPr lang="zh-CN" altLang="en-US" sz="2400" i="1">
                              <a:solidFill>
                                <a:schemeClr val="bg1"/>
                              </a:solidFill>
                              <a:latin typeface="Cambria Math" panose="02040503050406030204" pitchFamily="18" charset="0"/>
                            </a:rPr>
                            <m:t>3−</m:t>
                          </m:r>
                          <m:nary>
                            <m:naryPr>
                              <m:ctrlPr>
                                <a:rPr lang="zh-CN" altLang="en-US" sz="2400" i="1">
                                  <a:solidFill>
                                    <a:schemeClr val="bg1"/>
                                  </a:solidFill>
                                  <a:latin typeface="Cambria Math" panose="02040503050406030204" pitchFamily="18" charset="0"/>
                                </a:rPr>
                              </m:ctrlPr>
                            </m:naryPr>
                            <m:sub>
                              <m:r>
                                <a:rPr lang="zh-CN" altLang="en-US" sz="2400" i="1">
                                  <a:solidFill>
                                    <a:schemeClr val="bg1"/>
                                  </a:solidFill>
                                  <a:latin typeface="Cambria Math" panose="02040503050406030204" pitchFamily="18" charset="0"/>
                                </a:rPr>
                                <m:t>0</m:t>
                              </m:r>
                            </m:sub>
                            <m:sup>
                              <m:r>
                                <a:rPr lang="zh-CN" altLang="en-US" sz="2400" i="1">
                                  <a:solidFill>
                                    <a:schemeClr val="bg1"/>
                                  </a:solidFill>
                                  <a:latin typeface="Cambria Math" panose="02040503050406030204" pitchFamily="18" charset="0"/>
                                </a:rPr>
                                <m:t>𝑡</m:t>
                              </m:r>
                            </m:sup>
                            <m:e>
                              <m:sSup>
                                <m:sSupPr>
                                  <m:ctrlPr>
                                    <a:rPr lang="zh-CN" altLang="en-US" sz="2400" i="1">
                                      <a:solidFill>
                                        <a:schemeClr val="bg1"/>
                                      </a:solidFill>
                                      <a:latin typeface="Cambria Math" panose="02040503050406030204" pitchFamily="18" charset="0"/>
                                    </a:rPr>
                                  </m:ctrlPr>
                                </m:sSupPr>
                                <m:e>
                                  <m:r>
                                    <a:rPr lang="zh-CN" altLang="en-US" sz="2400" i="1">
                                      <a:solidFill>
                                        <a:schemeClr val="bg1"/>
                                      </a:solidFill>
                                      <a:latin typeface="Cambria Math" panose="02040503050406030204" pitchFamily="18" charset="0"/>
                                    </a:rPr>
                                    <m:t>𝑔</m:t>
                                  </m:r>
                                </m:e>
                                <m:sup>
                                  <m:r>
                                    <a:rPr lang="zh-CN" altLang="en-US" sz="2400" i="1">
                                      <a:solidFill>
                                        <a:schemeClr val="bg1"/>
                                      </a:solidFill>
                                      <a:latin typeface="Cambria Math" panose="02040503050406030204" pitchFamily="18" charset="0"/>
                                    </a:rPr>
                                    <m:t>2</m:t>
                                  </m:r>
                                </m:sup>
                              </m:sSup>
                              <m:r>
                                <a:rPr lang="zh-CN" altLang="en-US" sz="2400" i="1">
                                  <a:solidFill>
                                    <a:schemeClr val="bg1"/>
                                  </a:solidFill>
                                  <a:latin typeface="Cambria Math" panose="02040503050406030204" pitchFamily="18" charset="0"/>
                                </a:rPr>
                                <m:t>(</m:t>
                              </m:r>
                              <m:r>
                                <a:rPr lang="zh-CN" altLang="en-US" sz="2400" i="1">
                                  <a:solidFill>
                                    <a:schemeClr val="bg1"/>
                                  </a:solidFill>
                                  <a:latin typeface="Cambria Math" panose="02040503050406030204" pitchFamily="18" charset="0"/>
                                </a:rPr>
                                <m:t>𝑟</m:t>
                              </m:r>
                              <m:r>
                                <a:rPr lang="zh-CN" altLang="en-US" sz="2400" i="1">
                                  <a:solidFill>
                                    <a:schemeClr val="bg1"/>
                                  </a:solidFill>
                                  <a:latin typeface="Cambria Math" panose="02040503050406030204" pitchFamily="18" charset="0"/>
                                </a:rPr>
                                <m:t>)</m:t>
                              </m:r>
                              <m:r>
                                <m:rPr>
                                  <m:sty m:val="p"/>
                                </m:rPr>
                                <a:rPr lang="zh-CN" altLang="en-US" sz="2400" i="0">
                                  <a:solidFill>
                                    <a:schemeClr val="bg1"/>
                                  </a:solidFill>
                                  <a:latin typeface="Cambria Math" panose="02040503050406030204" pitchFamily="18" charset="0"/>
                                </a:rPr>
                                <m:t>d</m:t>
                              </m:r>
                              <m:r>
                                <a:rPr lang="zh-CN" altLang="en-US" sz="2400" i="1">
                                  <a:solidFill>
                                    <a:schemeClr val="bg1"/>
                                  </a:solidFill>
                                  <a:latin typeface="Cambria Math" panose="02040503050406030204" pitchFamily="18" charset="0"/>
                                </a:rPr>
                                <m:t>𝑟</m:t>
                              </m:r>
                            </m:e>
                          </m:nary>
                        </m:e>
                      </m:d>
                      <m:r>
                        <a:rPr lang="zh-CN" altLang="en-US" sz="2400" i="1">
                          <a:solidFill>
                            <a:schemeClr val="bg1"/>
                          </a:solidFill>
                          <a:latin typeface="Cambria Math" panose="02040503050406030204" pitchFamily="18" charset="0"/>
                        </a:rPr>
                        <m:t>−</m:t>
                      </m:r>
                      <m:sSup>
                        <m:sSupPr>
                          <m:ctrlPr>
                            <a:rPr lang="zh-CN" altLang="en-US" sz="2400" i="1">
                              <a:solidFill>
                                <a:schemeClr val="bg1"/>
                              </a:solidFill>
                              <a:latin typeface="Cambria Math" panose="02040503050406030204" pitchFamily="18" charset="0"/>
                            </a:rPr>
                          </m:ctrlPr>
                        </m:sSupPr>
                        <m:e>
                          <m:r>
                            <a:rPr lang="zh-CN" altLang="en-US" sz="2400" i="1">
                              <a:solidFill>
                                <a:schemeClr val="bg1"/>
                              </a:solidFill>
                              <a:latin typeface="Cambria Math" panose="02040503050406030204" pitchFamily="18" charset="0"/>
                            </a:rPr>
                            <m:t>𝑥</m:t>
                          </m:r>
                        </m:e>
                        <m:sup>
                          <m:r>
                            <a:rPr lang="zh-CN" altLang="en-US" sz="2400" i="1">
                              <a:solidFill>
                                <a:schemeClr val="bg1"/>
                              </a:solidFill>
                              <a:latin typeface="Cambria Math" panose="02040503050406030204" pitchFamily="18" charset="0"/>
                            </a:rPr>
                            <m:t>2</m:t>
                          </m:r>
                        </m:sup>
                      </m:sSup>
                      <m:r>
                        <a:rPr lang="zh-CN" altLang="en-US" sz="2400" i="1">
                          <a:solidFill>
                            <a:schemeClr val="bg1"/>
                          </a:solidFill>
                          <a:latin typeface="Cambria Math" panose="02040503050406030204" pitchFamily="18" charset="0"/>
                        </a:rPr>
                        <m:t>=−</m:t>
                      </m:r>
                      <m:sSup>
                        <m:sSupPr>
                          <m:ctrlPr>
                            <a:rPr lang="zh-CN" altLang="en-US" sz="2400" i="1">
                              <a:solidFill>
                                <a:schemeClr val="bg1"/>
                              </a:solidFill>
                              <a:latin typeface="Cambria Math" panose="02040503050406030204" pitchFamily="18" charset="0"/>
                            </a:rPr>
                          </m:ctrlPr>
                        </m:sSupPr>
                        <m:e>
                          <m:r>
                            <a:rPr lang="zh-CN" altLang="en-US" sz="2400" i="1">
                              <a:solidFill>
                                <a:schemeClr val="bg1"/>
                              </a:solidFill>
                              <a:latin typeface="Cambria Math" panose="02040503050406030204" pitchFamily="18" charset="0"/>
                            </a:rPr>
                            <m:t>𝑥</m:t>
                          </m:r>
                        </m:e>
                        <m:sup>
                          <m:r>
                            <a:rPr lang="zh-CN" altLang="en-US" sz="2400" i="1">
                              <a:solidFill>
                                <a:schemeClr val="bg1"/>
                              </a:solidFill>
                              <a:latin typeface="Cambria Math" panose="02040503050406030204" pitchFamily="18" charset="0"/>
                            </a:rPr>
                            <m:t>2</m:t>
                          </m:r>
                        </m:sup>
                      </m:sSup>
                    </m:oMath>
                  </m:oMathPara>
                </a14:m>
                <a:endParaRPr lang="zh-CN" altLang="en-US" sz="2400" dirty="0">
                  <a:solidFill>
                    <a:schemeClr val="bg1"/>
                  </a:solidFill>
                </a:endParaRPr>
              </a:p>
            </p:txBody>
          </p:sp>
        </mc:Choice>
        <mc:Fallback xmlns="">
          <p:sp>
            <p:nvSpPr>
              <p:cNvPr id="6" name="对象 5"/>
              <p:cNvSpPr txBox="1">
                <a:spLocks noRot="1" noChangeAspect="1" noMove="1" noResize="1" noEditPoints="1" noAdjustHandles="1" noChangeArrowheads="1" noChangeShapeType="1" noTextEdit="1"/>
              </p:cNvSpPr>
              <p:nvPr/>
            </p:nvSpPr>
            <p:spPr bwMode="auto">
              <a:xfrm>
                <a:off x="322833" y="3357563"/>
                <a:ext cx="7777559" cy="987425"/>
              </a:xfrm>
              <a:prstGeom prst="rect">
                <a:avLst/>
              </a:prstGeom>
              <a:blipFill>
                <a:blip r:embed="rId6"/>
                <a:stretch>
                  <a:fillRect/>
                </a:stretch>
              </a:blipFill>
              <a:ln>
                <a:noFill/>
              </a:ln>
            </p:spPr>
            <p:txBody>
              <a:bodyPr/>
              <a:lstStyle/>
              <a:p>
                <a:r>
                  <a:rPr lang="zh-CN" altLang="en-US">
                    <a:noFill/>
                  </a:rPr>
                  <a:t> </a:t>
                </a:r>
              </a:p>
            </p:txBody>
          </p:sp>
        </mc:Fallback>
      </mc:AlternateContent>
      <p:sp>
        <p:nvSpPr>
          <p:cNvPr id="13" name="TextBox 12"/>
          <p:cNvSpPr txBox="1"/>
          <p:nvPr/>
        </p:nvSpPr>
        <p:spPr>
          <a:xfrm>
            <a:off x="6732240" y="4056518"/>
            <a:ext cx="2206020" cy="830997"/>
          </a:xfrm>
          <a:prstGeom prst="rect">
            <a:avLst/>
          </a:prstGeom>
          <a:noFill/>
        </p:spPr>
        <p:txBody>
          <a:bodyPr wrap="square" rtlCol="0">
            <a:spAutoFit/>
          </a:bodyPr>
          <a:lstStyle/>
          <a:p>
            <a:r>
              <a:rPr lang="zh-CN" altLang="en-US" sz="2400" b="1" dirty="0">
                <a:solidFill>
                  <a:schemeClr val="bg1"/>
                </a:solidFill>
                <a:latin typeface="Times New Roman" pitchFamily="18" charset="0"/>
                <a:cs typeface="Times New Roman" pitchFamily="18" charset="0"/>
              </a:rPr>
              <a:t>负定</a:t>
            </a:r>
            <a:endParaRPr lang="en-US" altLang="zh-CN" sz="2400" b="1" dirty="0">
              <a:solidFill>
                <a:schemeClr val="bg1"/>
              </a:solidFill>
              <a:latin typeface="Times New Roman" pitchFamily="18" charset="0"/>
              <a:cs typeface="Times New Roman" pitchFamily="18" charset="0"/>
            </a:endParaRPr>
          </a:p>
          <a:p>
            <a:r>
              <a:rPr lang="zh-CN" altLang="en-US" sz="2400" b="1" dirty="0">
                <a:solidFill>
                  <a:srgbClr val="FFFF00"/>
                </a:solidFill>
                <a:latin typeface="Times New Roman" pitchFamily="18" charset="0"/>
                <a:cs typeface="Times New Roman" pitchFamily="18" charset="0"/>
              </a:rPr>
              <a:t>一致渐进稳定？</a:t>
            </a:r>
          </a:p>
        </p:txBody>
      </p:sp>
      <mc:AlternateContent xmlns:mc="http://schemas.openxmlformats.org/markup-compatibility/2006" xmlns:a14="http://schemas.microsoft.com/office/drawing/2010/main">
        <mc:Choice Requires="a14">
          <p:sp>
            <p:nvSpPr>
              <p:cNvPr id="18" name="TextBox 17"/>
              <p:cNvSpPr txBox="1"/>
              <p:nvPr/>
            </p:nvSpPr>
            <p:spPr>
              <a:xfrm>
                <a:off x="3383867" y="4869160"/>
                <a:ext cx="5645231" cy="461665"/>
              </a:xfrm>
              <a:prstGeom prst="rect">
                <a:avLst/>
              </a:prstGeom>
              <a:noFill/>
            </p:spPr>
            <p:txBody>
              <a:bodyPr wrap="square" rtlCol="0">
                <a:spAutoFit/>
              </a:bodyPr>
              <a:lstStyle/>
              <a:p>
                <a:r>
                  <a:rPr lang="zh-CN" altLang="en-US" sz="2400" b="1" dirty="0">
                    <a:solidFill>
                      <a:srgbClr val="FFFF00"/>
                    </a:solidFill>
                    <a:latin typeface="Times New Roman" pitchFamily="18" charset="0"/>
                    <a:cs typeface="Times New Roman" pitchFamily="18" charset="0"/>
                  </a:rPr>
                  <a:t>初值非零</a:t>
                </a:r>
                <a:r>
                  <a:rPr lang="zh-CN" altLang="en-US" sz="2400" b="1" dirty="0">
                    <a:solidFill>
                      <a:schemeClr val="bg1"/>
                    </a:solidFill>
                    <a:latin typeface="Times New Roman" pitchFamily="18" charset="0"/>
                    <a:cs typeface="Times New Roman" pitchFamily="18" charset="0"/>
                  </a:rPr>
                  <a:t>（如：</a:t>
                </a:r>
                <a14:m>
                  <m:oMath xmlns:m="http://schemas.openxmlformats.org/officeDocument/2006/math">
                    <m:sSub>
                      <m:sSubPr>
                        <m:ctrlPr>
                          <a:rPr lang="zh-CN" altLang="en-US" sz="2400" i="1">
                            <a:solidFill>
                              <a:schemeClr val="bg1"/>
                            </a:solidFill>
                            <a:latin typeface="Cambria Math" panose="02040503050406030204" pitchFamily="18" charset="0"/>
                          </a:rPr>
                        </m:ctrlPr>
                      </m:sSubPr>
                      <m:e>
                        <m:r>
                          <a:rPr lang="zh-CN" altLang="en-US" sz="2400" i="1">
                            <a:solidFill>
                              <a:schemeClr val="bg1"/>
                            </a:solidFill>
                            <a:latin typeface="Cambria Math" panose="02040503050406030204" pitchFamily="18" charset="0"/>
                          </a:rPr>
                          <m:t>𝑡</m:t>
                        </m:r>
                      </m:e>
                      <m:sub>
                        <m:r>
                          <a:rPr lang="zh-CN" altLang="en-US" sz="2400" i="1">
                            <a:solidFill>
                              <a:schemeClr val="bg1"/>
                            </a:solidFill>
                            <a:latin typeface="Cambria Math" panose="02040503050406030204" pitchFamily="18" charset="0"/>
                          </a:rPr>
                          <m:t>0</m:t>
                        </m:r>
                      </m:sub>
                    </m:sSub>
                  </m:oMath>
                </a14:m>
                <a:r>
                  <a:rPr lang="zh-CN" altLang="en-US" sz="2400" b="1" dirty="0">
                    <a:solidFill>
                      <a:schemeClr val="bg1"/>
                    </a:solidFill>
                    <a:latin typeface="Times New Roman" pitchFamily="18" charset="0"/>
                    <a:cs typeface="Times New Roman" pitchFamily="18" charset="0"/>
                  </a:rPr>
                  <a:t>为整数）</a:t>
                </a:r>
                <a:r>
                  <a:rPr lang="zh-CN" altLang="en-US" sz="2400" b="1" dirty="0">
                    <a:solidFill>
                      <a:srgbClr val="FFFF00"/>
                    </a:solidFill>
                    <a:latin typeface="Times New Roman" pitchFamily="18" charset="0"/>
                    <a:cs typeface="Times New Roman" pitchFamily="18" charset="0"/>
                  </a:rPr>
                  <a:t>时，不收敛！</a:t>
                </a:r>
              </a:p>
            </p:txBody>
          </p:sp>
        </mc:Choice>
        <mc:Fallback xmlns="">
          <p:sp>
            <p:nvSpPr>
              <p:cNvPr id="18" name="TextBox 17"/>
              <p:cNvSpPr txBox="1">
                <a:spLocks noRot="1" noChangeAspect="1" noMove="1" noResize="1" noEditPoints="1" noAdjustHandles="1" noChangeArrowheads="1" noChangeShapeType="1" noTextEdit="1"/>
              </p:cNvSpPr>
              <p:nvPr/>
            </p:nvSpPr>
            <p:spPr>
              <a:xfrm>
                <a:off x="3383867" y="4869160"/>
                <a:ext cx="5645231" cy="461665"/>
              </a:xfrm>
              <a:prstGeom prst="rect">
                <a:avLst/>
              </a:prstGeom>
              <a:blipFill>
                <a:blip r:embed="rId7"/>
                <a:stretch>
                  <a:fillRect l="-1620" t="-9333" r="-1620" b="-32000"/>
                </a:stretch>
              </a:blipFill>
            </p:spPr>
            <p:txBody>
              <a:bodyPr/>
              <a:lstStyle/>
              <a:p>
                <a:r>
                  <a:rPr lang="zh-CN" altLang="en-US">
                    <a:noFill/>
                  </a:rPr>
                  <a:t> </a:t>
                </a:r>
              </a:p>
            </p:txBody>
          </p:sp>
        </mc:Fallback>
      </mc:AlternateContent>
      <p:grpSp>
        <p:nvGrpSpPr>
          <p:cNvPr id="8" name="组合 7"/>
          <p:cNvGrpSpPr/>
          <p:nvPr/>
        </p:nvGrpSpPr>
        <p:grpSpPr>
          <a:xfrm>
            <a:off x="404813" y="4581525"/>
            <a:ext cx="2655179" cy="1850103"/>
            <a:chOff x="404813" y="4581525"/>
            <a:chExt cx="2655179" cy="1850103"/>
          </a:xfrm>
        </p:grpSpPr>
        <mc:AlternateContent xmlns:mc="http://schemas.openxmlformats.org/markup-compatibility/2006" xmlns:a14="http://schemas.microsoft.com/office/drawing/2010/main">
          <mc:Choice Requires="a14">
            <p:sp>
              <p:nvSpPr>
                <p:cNvPr id="12" name="对象 11"/>
                <p:cNvSpPr txBox="1"/>
                <p:nvPr/>
              </p:nvSpPr>
              <p:spPr bwMode="auto">
                <a:xfrm>
                  <a:off x="404813" y="4581525"/>
                  <a:ext cx="2582862" cy="1036638"/>
                </a:xfrm>
                <a:prstGeom prst="rect">
                  <a:avLst/>
                </a:prstGeom>
                <a:noFill/>
                <a:ln>
                  <a:noFill/>
                </a:ln>
              </p:spPr>
              <p:txBody>
                <a:bodyPr>
                  <a:normAutofit/>
                </a:bodyPr>
                <a:lstStyle/>
                <a:p>
                  <a:pPr/>
                  <a14:m>
                    <m:oMathPara xmlns:m="http://schemas.openxmlformats.org/officeDocument/2006/math">
                      <m:oMathParaPr>
                        <m:jc m:val="left"/>
                      </m:oMathParaPr>
                      <m:oMath xmlns:m="http://schemas.openxmlformats.org/officeDocument/2006/math">
                        <m:r>
                          <a:rPr lang="zh-CN" altLang="en-US" sz="2400" i="1" smtClean="0">
                            <a:solidFill>
                              <a:schemeClr val="bg1"/>
                            </a:solidFill>
                            <a:latin typeface="Cambria Math" panose="02040503050406030204" pitchFamily="18" charset="0"/>
                          </a:rPr>
                          <m:t>𝑥</m:t>
                        </m:r>
                        <m:r>
                          <a:rPr lang="zh-CN" altLang="en-US" sz="2400" i="1" smtClean="0">
                            <a:solidFill>
                              <a:schemeClr val="bg1"/>
                            </a:solidFill>
                            <a:latin typeface="Cambria Math" panose="02040503050406030204" pitchFamily="18" charset="0"/>
                          </a:rPr>
                          <m:t>(</m:t>
                        </m:r>
                        <m:r>
                          <a:rPr lang="zh-CN" altLang="en-US" sz="2400" i="1" smtClean="0">
                            <a:solidFill>
                              <a:schemeClr val="bg1"/>
                            </a:solidFill>
                            <a:latin typeface="Cambria Math" panose="02040503050406030204" pitchFamily="18" charset="0"/>
                          </a:rPr>
                          <m:t>𝑡</m:t>
                        </m:r>
                        <m:r>
                          <a:rPr lang="zh-CN" altLang="en-US" sz="2400" i="1" smtClean="0">
                            <a:solidFill>
                              <a:schemeClr val="bg1"/>
                            </a:solidFill>
                            <a:latin typeface="Cambria Math" panose="02040503050406030204" pitchFamily="18" charset="0"/>
                          </a:rPr>
                          <m:t>)=</m:t>
                        </m:r>
                        <m:f>
                          <m:fPr>
                            <m:ctrlPr>
                              <a:rPr lang="zh-CN" altLang="en-US" sz="2400" i="1">
                                <a:solidFill>
                                  <a:schemeClr val="bg1"/>
                                </a:solidFill>
                                <a:latin typeface="Cambria Math" panose="02040503050406030204" pitchFamily="18" charset="0"/>
                              </a:rPr>
                            </m:ctrlPr>
                          </m:fPr>
                          <m:num>
                            <m:r>
                              <a:rPr lang="zh-CN" altLang="en-US" sz="2400" i="1">
                                <a:solidFill>
                                  <a:schemeClr val="bg1"/>
                                </a:solidFill>
                                <a:latin typeface="Cambria Math" panose="02040503050406030204" pitchFamily="18" charset="0"/>
                              </a:rPr>
                              <m:t>𝑔</m:t>
                            </m:r>
                            <m:r>
                              <a:rPr lang="zh-CN" altLang="en-US" sz="2400" i="1">
                                <a:solidFill>
                                  <a:schemeClr val="bg1"/>
                                </a:solidFill>
                                <a:latin typeface="Cambria Math" panose="02040503050406030204" pitchFamily="18" charset="0"/>
                              </a:rPr>
                              <m:t>(</m:t>
                            </m:r>
                            <m:r>
                              <a:rPr lang="zh-CN" altLang="en-US" sz="2400" i="1">
                                <a:solidFill>
                                  <a:schemeClr val="bg1"/>
                                </a:solidFill>
                                <a:latin typeface="Cambria Math" panose="02040503050406030204" pitchFamily="18" charset="0"/>
                              </a:rPr>
                              <m:t>𝑡</m:t>
                            </m:r>
                            <m:r>
                              <a:rPr lang="zh-CN" altLang="en-US" sz="2400" i="1">
                                <a:solidFill>
                                  <a:schemeClr val="bg1"/>
                                </a:solidFill>
                                <a:latin typeface="Cambria Math" panose="02040503050406030204" pitchFamily="18" charset="0"/>
                              </a:rPr>
                              <m:t>)</m:t>
                            </m:r>
                          </m:num>
                          <m:den>
                            <m:r>
                              <a:rPr lang="zh-CN" altLang="en-US" sz="2400" i="1">
                                <a:solidFill>
                                  <a:schemeClr val="bg1"/>
                                </a:solidFill>
                                <a:latin typeface="Cambria Math" panose="02040503050406030204" pitchFamily="18" charset="0"/>
                              </a:rPr>
                              <m:t>𝑔</m:t>
                            </m:r>
                            <m:r>
                              <a:rPr lang="zh-CN" altLang="en-US" sz="2400" i="1">
                                <a:solidFill>
                                  <a:schemeClr val="bg1"/>
                                </a:solidFill>
                                <a:latin typeface="Cambria Math" panose="02040503050406030204" pitchFamily="18" charset="0"/>
                              </a:rPr>
                              <m:t>(</m:t>
                            </m:r>
                            <m:sSub>
                              <m:sSubPr>
                                <m:ctrlPr>
                                  <a:rPr lang="zh-CN" altLang="en-US" sz="2400" i="1">
                                    <a:solidFill>
                                      <a:schemeClr val="bg1"/>
                                    </a:solidFill>
                                    <a:latin typeface="Cambria Math" panose="02040503050406030204" pitchFamily="18" charset="0"/>
                                  </a:rPr>
                                </m:ctrlPr>
                              </m:sSubPr>
                              <m:e>
                                <m:r>
                                  <a:rPr lang="zh-CN" altLang="en-US" sz="2400" i="1">
                                    <a:solidFill>
                                      <a:schemeClr val="bg1"/>
                                    </a:solidFill>
                                    <a:latin typeface="Cambria Math" panose="02040503050406030204" pitchFamily="18" charset="0"/>
                                  </a:rPr>
                                  <m:t>𝑡</m:t>
                                </m:r>
                              </m:e>
                              <m:sub>
                                <m:r>
                                  <a:rPr lang="zh-CN" altLang="en-US" sz="2400" i="1">
                                    <a:solidFill>
                                      <a:schemeClr val="bg1"/>
                                    </a:solidFill>
                                    <a:latin typeface="Cambria Math" panose="02040503050406030204" pitchFamily="18" charset="0"/>
                                  </a:rPr>
                                  <m:t>0</m:t>
                                </m:r>
                              </m:sub>
                            </m:sSub>
                            <m:r>
                              <a:rPr lang="zh-CN" altLang="en-US" sz="2400" i="1">
                                <a:solidFill>
                                  <a:schemeClr val="bg1"/>
                                </a:solidFill>
                                <a:latin typeface="Cambria Math" panose="02040503050406030204" pitchFamily="18" charset="0"/>
                              </a:rPr>
                              <m:t>)</m:t>
                            </m:r>
                          </m:den>
                        </m:f>
                        <m:r>
                          <a:rPr lang="zh-CN" altLang="en-US" sz="2400" i="1">
                            <a:solidFill>
                              <a:schemeClr val="bg1"/>
                            </a:solidFill>
                            <a:latin typeface="Cambria Math" panose="02040503050406030204" pitchFamily="18" charset="0"/>
                          </a:rPr>
                          <m:t>𝑥</m:t>
                        </m:r>
                        <m:r>
                          <a:rPr lang="zh-CN" altLang="en-US" sz="2400" i="1">
                            <a:solidFill>
                              <a:schemeClr val="bg1"/>
                            </a:solidFill>
                            <a:latin typeface="Cambria Math" panose="02040503050406030204" pitchFamily="18" charset="0"/>
                          </a:rPr>
                          <m:t>(</m:t>
                        </m:r>
                        <m:sSub>
                          <m:sSubPr>
                            <m:ctrlPr>
                              <a:rPr lang="zh-CN" altLang="en-US" sz="2400" i="1">
                                <a:solidFill>
                                  <a:schemeClr val="bg1"/>
                                </a:solidFill>
                                <a:latin typeface="Cambria Math" panose="02040503050406030204" pitchFamily="18" charset="0"/>
                              </a:rPr>
                            </m:ctrlPr>
                          </m:sSubPr>
                          <m:e>
                            <m:r>
                              <a:rPr lang="zh-CN" altLang="en-US" sz="2400" i="1">
                                <a:solidFill>
                                  <a:schemeClr val="bg1"/>
                                </a:solidFill>
                                <a:latin typeface="Cambria Math" panose="02040503050406030204" pitchFamily="18" charset="0"/>
                              </a:rPr>
                              <m:t>𝑡</m:t>
                            </m:r>
                          </m:e>
                          <m:sub>
                            <m:r>
                              <a:rPr lang="zh-CN" altLang="en-US" sz="2400" i="1">
                                <a:solidFill>
                                  <a:schemeClr val="bg1"/>
                                </a:solidFill>
                                <a:latin typeface="Cambria Math" panose="02040503050406030204" pitchFamily="18" charset="0"/>
                              </a:rPr>
                              <m:t>0</m:t>
                            </m:r>
                          </m:sub>
                        </m:sSub>
                        <m:r>
                          <a:rPr lang="zh-CN" altLang="en-US" sz="2400" i="1">
                            <a:solidFill>
                              <a:schemeClr val="bg1"/>
                            </a:solidFill>
                            <a:latin typeface="Cambria Math" panose="02040503050406030204" pitchFamily="18" charset="0"/>
                          </a:rPr>
                          <m:t>)</m:t>
                        </m:r>
                      </m:oMath>
                    </m:oMathPara>
                  </a14:m>
                  <a:endParaRPr lang="zh-CN" altLang="en-US" sz="2400" dirty="0">
                    <a:solidFill>
                      <a:schemeClr val="bg1"/>
                    </a:solidFill>
                  </a:endParaRPr>
                </a:p>
              </p:txBody>
            </p:sp>
          </mc:Choice>
          <mc:Fallback xmlns="">
            <p:sp>
              <p:nvSpPr>
                <p:cNvPr id="12" name="对象 11"/>
                <p:cNvSpPr txBox="1">
                  <a:spLocks noRot="1" noChangeAspect="1" noMove="1" noResize="1" noEditPoints="1" noAdjustHandles="1" noChangeArrowheads="1" noChangeShapeType="1" noTextEdit="1"/>
                </p:cNvSpPr>
                <p:nvPr/>
              </p:nvSpPr>
              <p:spPr bwMode="auto">
                <a:xfrm>
                  <a:off x="404813" y="4581525"/>
                  <a:ext cx="2582862" cy="1036638"/>
                </a:xfrm>
                <a:prstGeom prst="rect">
                  <a:avLst/>
                </a:prstGeom>
                <a:blipFill>
                  <a:blip r:embed="rId8"/>
                  <a:stretch>
                    <a:fillRect/>
                  </a:stretch>
                </a:blipFill>
                <a:ln>
                  <a:noFill/>
                </a:ln>
              </p:spPr>
              <p:txBody>
                <a:bodyPr/>
                <a:lstStyle/>
                <a:p>
                  <a:r>
                    <a:rPr lang="zh-CN" altLang="en-US">
                      <a:noFill/>
                    </a:rPr>
                    <a:t> </a:t>
                  </a:r>
                </a:p>
              </p:txBody>
            </p:sp>
          </mc:Fallback>
        </mc:AlternateContent>
        <p:sp>
          <p:nvSpPr>
            <p:cNvPr id="19" name="TextBox 18"/>
            <p:cNvSpPr txBox="1"/>
            <p:nvPr/>
          </p:nvSpPr>
          <p:spPr>
            <a:xfrm>
              <a:off x="633687" y="5600631"/>
              <a:ext cx="2426305" cy="830997"/>
            </a:xfrm>
            <a:prstGeom prst="rect">
              <a:avLst/>
            </a:prstGeom>
            <a:noFill/>
          </p:spPr>
          <p:txBody>
            <a:bodyPr wrap="none" rtlCol="0">
              <a:spAutoFit/>
            </a:bodyPr>
            <a:lstStyle/>
            <a:p>
              <a:r>
                <a:rPr lang="zh-CN" altLang="en-US" sz="2400" b="1" dirty="0">
                  <a:solidFill>
                    <a:schemeClr val="bg1"/>
                  </a:solidFill>
                  <a:latin typeface="Times New Roman" pitchFamily="18" charset="0"/>
                  <a:cs typeface="Times New Roman" pitchFamily="18" charset="0"/>
                </a:rPr>
                <a:t>一致稳定？</a:t>
              </a:r>
              <a:br>
                <a:rPr lang="en-US" altLang="zh-CN" sz="2400" b="1" dirty="0">
                  <a:solidFill>
                    <a:schemeClr val="bg1"/>
                  </a:solidFill>
                  <a:latin typeface="Times New Roman" pitchFamily="18" charset="0"/>
                  <a:cs typeface="Times New Roman" pitchFamily="18" charset="0"/>
                </a:rPr>
              </a:br>
              <a:r>
                <a:rPr lang="en-US" altLang="zh-CN" sz="2400" b="1" dirty="0">
                  <a:solidFill>
                    <a:schemeClr val="bg1"/>
                  </a:solidFill>
                  <a:latin typeface="Times New Roman" pitchFamily="18" charset="0"/>
                  <a:cs typeface="Times New Roman" pitchFamily="18" charset="0"/>
                </a:rPr>
                <a:t>Lyapunov</a:t>
              </a:r>
              <a:r>
                <a:rPr lang="zh-CN" altLang="en-US" sz="2400" b="1" dirty="0">
                  <a:solidFill>
                    <a:schemeClr val="bg1"/>
                  </a:solidFill>
                  <a:latin typeface="Times New Roman" pitchFamily="18" charset="0"/>
                  <a:cs typeface="Times New Roman" pitchFamily="18" charset="0"/>
                </a:rPr>
                <a:t>稳定？</a:t>
              </a:r>
            </a:p>
          </p:txBody>
        </p:sp>
      </p:grpSp>
      <mc:AlternateContent xmlns:mc="http://schemas.openxmlformats.org/markup-compatibility/2006" xmlns:a14="http://schemas.microsoft.com/office/drawing/2010/main">
        <mc:Choice Requires="a14">
          <p:sp>
            <p:nvSpPr>
              <p:cNvPr id="15" name="对象 14">
                <a:extLst>
                  <a:ext uri="{FF2B5EF4-FFF2-40B4-BE49-F238E27FC236}">
                    <a16:creationId xmlns:a16="http://schemas.microsoft.com/office/drawing/2014/main" id="{F58A7207-D7F8-409E-A067-E41826ED0DF1}"/>
                  </a:ext>
                </a:extLst>
              </p:cNvPr>
              <p:cNvSpPr txBox="1"/>
              <p:nvPr/>
            </p:nvSpPr>
            <p:spPr bwMode="auto">
              <a:xfrm>
                <a:off x="3219873" y="5522416"/>
                <a:ext cx="5602659" cy="987425"/>
              </a:xfrm>
              <a:prstGeom prst="rect">
                <a:avLst/>
              </a:prstGeom>
              <a:noFill/>
              <a:ln>
                <a:noFill/>
              </a:ln>
            </p:spPr>
            <p:txBody>
              <a:bodyPr>
                <a:noAutofit/>
              </a:bodyPr>
              <a:lstStyle/>
              <a:p>
                <a:pPr/>
                <a14:m>
                  <m:oMathPara xmlns:m="http://schemas.openxmlformats.org/officeDocument/2006/math">
                    <m:oMathParaPr>
                      <m:jc m:val="left"/>
                    </m:oMathParaPr>
                    <m:oMath xmlns:m="http://schemas.openxmlformats.org/officeDocument/2006/math">
                      <m:d>
                        <m:dPr>
                          <m:begChr m:val="|"/>
                          <m:endChr m:val="|"/>
                          <m:ctrlPr>
                            <a:rPr lang="zh-CN" altLang="en-US" sz="2400" i="1" smtClean="0">
                              <a:solidFill>
                                <a:schemeClr val="bg1"/>
                              </a:solidFill>
                              <a:latin typeface="Cambria Math" panose="02040503050406030204" pitchFamily="18" charset="0"/>
                            </a:rPr>
                          </m:ctrlPr>
                        </m:dPr>
                        <m:e>
                          <m:r>
                            <a:rPr lang="zh-CN" altLang="en-US" sz="2400" i="1">
                              <a:solidFill>
                                <a:schemeClr val="bg1"/>
                              </a:solidFill>
                              <a:latin typeface="Cambria Math" panose="02040503050406030204" pitchFamily="18" charset="0"/>
                            </a:rPr>
                            <m:t>𝑥</m:t>
                          </m:r>
                          <m:r>
                            <a:rPr lang="zh-CN" altLang="en-US" sz="2400" i="1">
                              <a:solidFill>
                                <a:schemeClr val="bg1"/>
                              </a:solidFill>
                              <a:latin typeface="Cambria Math" panose="02040503050406030204" pitchFamily="18" charset="0"/>
                            </a:rPr>
                            <m:t>(</m:t>
                          </m:r>
                          <m:r>
                            <a:rPr lang="zh-CN" altLang="en-US" sz="2400" i="1">
                              <a:solidFill>
                                <a:schemeClr val="bg1"/>
                              </a:solidFill>
                              <a:latin typeface="Cambria Math" panose="02040503050406030204" pitchFamily="18" charset="0"/>
                            </a:rPr>
                            <m:t>𝑡</m:t>
                          </m:r>
                          <m:r>
                            <a:rPr lang="zh-CN" altLang="en-US" sz="2400" i="1">
                              <a:solidFill>
                                <a:schemeClr val="bg1"/>
                              </a:solidFill>
                              <a:latin typeface="Cambria Math" panose="02040503050406030204" pitchFamily="18" charset="0"/>
                            </a:rPr>
                            <m:t>)</m:t>
                          </m:r>
                        </m:e>
                      </m:d>
                      <m:r>
                        <a:rPr lang="zh-CN" altLang="en-US" sz="2400" i="1">
                          <a:solidFill>
                            <a:schemeClr val="bg1"/>
                          </a:solidFill>
                          <a:latin typeface="Cambria Math" panose="02040503050406030204" pitchFamily="18" charset="0"/>
                        </a:rPr>
                        <m:t>=</m:t>
                      </m:r>
                      <m:d>
                        <m:dPr>
                          <m:begChr m:val="|"/>
                          <m:endChr m:val="|"/>
                          <m:ctrlPr>
                            <a:rPr lang="zh-CN" altLang="en-US" sz="2400" i="1">
                              <a:solidFill>
                                <a:schemeClr val="bg1"/>
                              </a:solidFill>
                              <a:latin typeface="Cambria Math" panose="02040503050406030204" pitchFamily="18" charset="0"/>
                            </a:rPr>
                          </m:ctrlPr>
                        </m:dPr>
                        <m:e>
                          <m:f>
                            <m:fPr>
                              <m:ctrlPr>
                                <a:rPr lang="zh-CN" altLang="en-US" sz="2400" i="1">
                                  <a:solidFill>
                                    <a:schemeClr val="bg1"/>
                                  </a:solidFill>
                                  <a:latin typeface="Cambria Math" panose="02040503050406030204" pitchFamily="18" charset="0"/>
                                </a:rPr>
                              </m:ctrlPr>
                            </m:fPr>
                            <m:num>
                              <m:r>
                                <a:rPr lang="zh-CN" altLang="en-US" sz="2400" i="1">
                                  <a:solidFill>
                                    <a:schemeClr val="bg1"/>
                                  </a:solidFill>
                                  <a:latin typeface="Cambria Math" panose="02040503050406030204" pitchFamily="18" charset="0"/>
                                </a:rPr>
                                <m:t>𝑔</m:t>
                              </m:r>
                              <m:r>
                                <a:rPr lang="zh-CN" altLang="en-US" sz="2400" i="1">
                                  <a:solidFill>
                                    <a:schemeClr val="bg1"/>
                                  </a:solidFill>
                                  <a:latin typeface="Cambria Math" panose="02040503050406030204" pitchFamily="18" charset="0"/>
                                </a:rPr>
                                <m:t>(</m:t>
                              </m:r>
                              <m:r>
                                <a:rPr lang="zh-CN" altLang="en-US" sz="2400" i="1">
                                  <a:solidFill>
                                    <a:schemeClr val="bg1"/>
                                  </a:solidFill>
                                  <a:latin typeface="Cambria Math" panose="02040503050406030204" pitchFamily="18" charset="0"/>
                                </a:rPr>
                                <m:t>𝑡</m:t>
                              </m:r>
                              <m:r>
                                <a:rPr lang="zh-CN" altLang="en-US" sz="2400" i="1">
                                  <a:solidFill>
                                    <a:schemeClr val="bg1"/>
                                  </a:solidFill>
                                  <a:latin typeface="Cambria Math" panose="02040503050406030204" pitchFamily="18" charset="0"/>
                                </a:rPr>
                                <m:t>)</m:t>
                              </m:r>
                            </m:num>
                            <m:den>
                              <m:r>
                                <a:rPr lang="zh-CN" altLang="en-US" sz="2400" i="1">
                                  <a:solidFill>
                                    <a:schemeClr val="bg1"/>
                                  </a:solidFill>
                                  <a:latin typeface="Cambria Math" panose="02040503050406030204" pitchFamily="18" charset="0"/>
                                </a:rPr>
                                <m:t>𝑔</m:t>
                              </m:r>
                              <m:r>
                                <a:rPr lang="zh-CN" altLang="en-US" sz="2400" i="1">
                                  <a:solidFill>
                                    <a:schemeClr val="bg1"/>
                                  </a:solidFill>
                                  <a:latin typeface="Cambria Math" panose="02040503050406030204" pitchFamily="18" charset="0"/>
                                </a:rPr>
                                <m:t>(</m:t>
                              </m:r>
                              <m:sSub>
                                <m:sSubPr>
                                  <m:ctrlPr>
                                    <a:rPr lang="zh-CN" altLang="en-US" sz="2400" i="1">
                                      <a:solidFill>
                                        <a:schemeClr val="bg1"/>
                                      </a:solidFill>
                                      <a:latin typeface="Cambria Math" panose="02040503050406030204" pitchFamily="18" charset="0"/>
                                    </a:rPr>
                                  </m:ctrlPr>
                                </m:sSubPr>
                                <m:e>
                                  <m:r>
                                    <a:rPr lang="zh-CN" altLang="en-US" sz="2400" i="1">
                                      <a:solidFill>
                                        <a:schemeClr val="bg1"/>
                                      </a:solidFill>
                                      <a:latin typeface="Cambria Math" panose="02040503050406030204" pitchFamily="18" charset="0"/>
                                    </a:rPr>
                                    <m:t>𝑡</m:t>
                                  </m:r>
                                </m:e>
                                <m:sub>
                                  <m:r>
                                    <a:rPr lang="zh-CN" altLang="en-US" sz="2400" i="1">
                                      <a:solidFill>
                                        <a:schemeClr val="bg1"/>
                                      </a:solidFill>
                                      <a:latin typeface="Cambria Math" panose="02040503050406030204" pitchFamily="18" charset="0"/>
                                    </a:rPr>
                                    <m:t>0</m:t>
                                  </m:r>
                                </m:sub>
                              </m:sSub>
                              <m:r>
                                <a:rPr lang="zh-CN" altLang="en-US" sz="2400" i="1">
                                  <a:solidFill>
                                    <a:schemeClr val="bg1"/>
                                  </a:solidFill>
                                  <a:latin typeface="Cambria Math" panose="02040503050406030204" pitchFamily="18" charset="0"/>
                                </a:rPr>
                                <m:t>)</m:t>
                              </m:r>
                            </m:den>
                          </m:f>
                          <m:r>
                            <a:rPr lang="zh-CN" altLang="en-US" sz="2400" i="1">
                              <a:solidFill>
                                <a:schemeClr val="bg1"/>
                              </a:solidFill>
                              <a:latin typeface="Cambria Math" panose="02040503050406030204" pitchFamily="18" charset="0"/>
                            </a:rPr>
                            <m:t>𝑥</m:t>
                          </m:r>
                          <m:r>
                            <a:rPr lang="zh-CN" altLang="en-US" sz="2400" i="1">
                              <a:solidFill>
                                <a:schemeClr val="bg1"/>
                              </a:solidFill>
                              <a:latin typeface="Cambria Math" panose="02040503050406030204" pitchFamily="18" charset="0"/>
                            </a:rPr>
                            <m:t>(</m:t>
                          </m:r>
                          <m:sSub>
                            <m:sSubPr>
                              <m:ctrlPr>
                                <a:rPr lang="zh-CN" altLang="en-US" sz="2400" i="1">
                                  <a:solidFill>
                                    <a:schemeClr val="bg1"/>
                                  </a:solidFill>
                                  <a:latin typeface="Cambria Math" panose="02040503050406030204" pitchFamily="18" charset="0"/>
                                </a:rPr>
                              </m:ctrlPr>
                            </m:sSubPr>
                            <m:e>
                              <m:r>
                                <a:rPr lang="zh-CN" altLang="en-US" sz="2400" i="1">
                                  <a:solidFill>
                                    <a:schemeClr val="bg1"/>
                                  </a:solidFill>
                                  <a:latin typeface="Cambria Math" panose="02040503050406030204" pitchFamily="18" charset="0"/>
                                </a:rPr>
                                <m:t>𝑡</m:t>
                              </m:r>
                            </m:e>
                            <m:sub>
                              <m:r>
                                <a:rPr lang="zh-CN" altLang="en-US" sz="2400" i="1">
                                  <a:solidFill>
                                    <a:schemeClr val="bg1"/>
                                  </a:solidFill>
                                  <a:latin typeface="Cambria Math" panose="02040503050406030204" pitchFamily="18" charset="0"/>
                                </a:rPr>
                                <m:t>0</m:t>
                              </m:r>
                            </m:sub>
                          </m:sSub>
                          <m:r>
                            <a:rPr lang="zh-CN" altLang="en-US" sz="2400" i="1">
                              <a:solidFill>
                                <a:schemeClr val="bg1"/>
                              </a:solidFill>
                              <a:latin typeface="Cambria Math" panose="02040503050406030204" pitchFamily="18" charset="0"/>
                            </a:rPr>
                            <m:t>)</m:t>
                          </m:r>
                        </m:e>
                      </m:d>
                      <m:r>
                        <a:rPr lang="zh-CN" altLang="en-US" sz="2400" i="1">
                          <a:solidFill>
                            <a:schemeClr val="bg1"/>
                          </a:solidFill>
                          <a:latin typeface="Cambria Math" panose="02040503050406030204" pitchFamily="18" charset="0"/>
                        </a:rPr>
                        <m:t>≤</m:t>
                      </m:r>
                      <m:d>
                        <m:dPr>
                          <m:begChr m:val="|"/>
                          <m:endChr m:val="|"/>
                          <m:ctrlPr>
                            <a:rPr lang="zh-CN" altLang="en-US" sz="2400" i="1">
                              <a:solidFill>
                                <a:schemeClr val="bg1"/>
                              </a:solidFill>
                              <a:latin typeface="Cambria Math" panose="02040503050406030204" pitchFamily="18" charset="0"/>
                            </a:rPr>
                          </m:ctrlPr>
                        </m:dPr>
                        <m:e>
                          <m:sSup>
                            <m:sSupPr>
                              <m:ctrlPr>
                                <a:rPr lang="zh-CN" altLang="en-US" sz="2400" i="1">
                                  <a:solidFill>
                                    <a:schemeClr val="bg1"/>
                                  </a:solidFill>
                                  <a:latin typeface="Cambria Math" panose="02040503050406030204" pitchFamily="18" charset="0"/>
                                </a:rPr>
                              </m:ctrlPr>
                            </m:sSupPr>
                            <m:e>
                              <m:r>
                                <a:rPr lang="zh-CN" altLang="en-US" sz="2400" i="1">
                                  <a:solidFill>
                                    <a:schemeClr val="bg1"/>
                                  </a:solidFill>
                                  <a:latin typeface="Cambria Math" panose="02040503050406030204" pitchFamily="18" charset="0"/>
                                </a:rPr>
                                <m:t>𝑔</m:t>
                              </m:r>
                            </m:e>
                            <m:sup>
                              <m:r>
                                <a:rPr lang="zh-CN" altLang="en-US" sz="2400" i="1">
                                  <a:solidFill>
                                    <a:schemeClr val="bg1"/>
                                  </a:solidFill>
                                  <a:latin typeface="Cambria Math" panose="02040503050406030204" pitchFamily="18" charset="0"/>
                                </a:rPr>
                                <m:t>−1</m:t>
                              </m:r>
                            </m:sup>
                          </m:sSup>
                          <m:r>
                            <a:rPr lang="zh-CN" altLang="en-US" sz="2400" i="1">
                              <a:solidFill>
                                <a:schemeClr val="bg1"/>
                              </a:solidFill>
                              <a:latin typeface="Cambria Math" panose="02040503050406030204" pitchFamily="18" charset="0"/>
                            </a:rPr>
                            <m:t>(</m:t>
                          </m:r>
                          <m:sSub>
                            <m:sSubPr>
                              <m:ctrlPr>
                                <a:rPr lang="zh-CN" altLang="en-US" sz="2400" i="1">
                                  <a:solidFill>
                                    <a:schemeClr val="bg1"/>
                                  </a:solidFill>
                                  <a:latin typeface="Cambria Math" panose="02040503050406030204" pitchFamily="18" charset="0"/>
                                </a:rPr>
                              </m:ctrlPr>
                            </m:sSubPr>
                            <m:e>
                              <m:r>
                                <a:rPr lang="zh-CN" altLang="en-US" sz="2400" i="1">
                                  <a:solidFill>
                                    <a:schemeClr val="bg1"/>
                                  </a:solidFill>
                                  <a:latin typeface="Cambria Math" panose="02040503050406030204" pitchFamily="18" charset="0"/>
                                </a:rPr>
                                <m:t>𝑡</m:t>
                              </m:r>
                            </m:e>
                            <m:sub>
                              <m:r>
                                <a:rPr lang="zh-CN" altLang="en-US" sz="2400" i="1">
                                  <a:solidFill>
                                    <a:schemeClr val="bg1"/>
                                  </a:solidFill>
                                  <a:latin typeface="Cambria Math" panose="02040503050406030204" pitchFamily="18" charset="0"/>
                                </a:rPr>
                                <m:t>0</m:t>
                              </m:r>
                            </m:sub>
                          </m:sSub>
                          <m:r>
                            <a:rPr lang="zh-CN" altLang="en-US" sz="2400" i="1">
                              <a:solidFill>
                                <a:schemeClr val="bg1"/>
                              </a:solidFill>
                              <a:latin typeface="Cambria Math" panose="02040503050406030204" pitchFamily="18" charset="0"/>
                            </a:rPr>
                            <m:t>)</m:t>
                          </m:r>
                        </m:e>
                      </m:d>
                      <m:d>
                        <m:dPr>
                          <m:begChr m:val="|"/>
                          <m:endChr m:val="|"/>
                          <m:ctrlPr>
                            <a:rPr lang="zh-CN" altLang="en-US" sz="2400" i="1">
                              <a:solidFill>
                                <a:schemeClr val="bg1"/>
                              </a:solidFill>
                              <a:latin typeface="Cambria Math" panose="02040503050406030204" pitchFamily="18" charset="0"/>
                            </a:rPr>
                          </m:ctrlPr>
                        </m:dPr>
                        <m:e>
                          <m:r>
                            <a:rPr lang="zh-CN" altLang="en-US" sz="2400" i="1">
                              <a:solidFill>
                                <a:schemeClr val="bg1"/>
                              </a:solidFill>
                              <a:latin typeface="Cambria Math" panose="02040503050406030204" pitchFamily="18" charset="0"/>
                            </a:rPr>
                            <m:t>𝑥</m:t>
                          </m:r>
                          <m:r>
                            <a:rPr lang="zh-CN" altLang="en-US" sz="2400" i="1">
                              <a:solidFill>
                                <a:schemeClr val="bg1"/>
                              </a:solidFill>
                              <a:latin typeface="Cambria Math" panose="02040503050406030204" pitchFamily="18" charset="0"/>
                            </a:rPr>
                            <m:t>(</m:t>
                          </m:r>
                          <m:sSub>
                            <m:sSubPr>
                              <m:ctrlPr>
                                <a:rPr lang="zh-CN" altLang="en-US" sz="2400" i="1">
                                  <a:solidFill>
                                    <a:schemeClr val="bg1"/>
                                  </a:solidFill>
                                  <a:latin typeface="Cambria Math" panose="02040503050406030204" pitchFamily="18" charset="0"/>
                                </a:rPr>
                              </m:ctrlPr>
                            </m:sSubPr>
                            <m:e>
                              <m:r>
                                <a:rPr lang="zh-CN" altLang="en-US" sz="2400" i="1">
                                  <a:solidFill>
                                    <a:schemeClr val="bg1"/>
                                  </a:solidFill>
                                  <a:latin typeface="Cambria Math" panose="02040503050406030204" pitchFamily="18" charset="0"/>
                                </a:rPr>
                                <m:t>𝑡</m:t>
                              </m:r>
                            </m:e>
                            <m:sub>
                              <m:r>
                                <a:rPr lang="zh-CN" altLang="en-US" sz="2400" i="1">
                                  <a:solidFill>
                                    <a:schemeClr val="bg1"/>
                                  </a:solidFill>
                                  <a:latin typeface="Cambria Math" panose="02040503050406030204" pitchFamily="18" charset="0"/>
                                </a:rPr>
                                <m:t>0</m:t>
                              </m:r>
                            </m:sub>
                          </m:sSub>
                          <m:r>
                            <a:rPr lang="zh-CN" altLang="en-US" sz="2400" i="1">
                              <a:solidFill>
                                <a:schemeClr val="bg1"/>
                              </a:solidFill>
                              <a:latin typeface="Cambria Math" panose="02040503050406030204" pitchFamily="18" charset="0"/>
                            </a:rPr>
                            <m:t>)</m:t>
                          </m:r>
                        </m:e>
                      </m:d>
                    </m:oMath>
                  </m:oMathPara>
                </a14:m>
                <a:endParaRPr lang="zh-CN" altLang="en-US" sz="2400" dirty="0">
                  <a:solidFill>
                    <a:schemeClr val="bg1"/>
                  </a:solidFill>
                </a:endParaRPr>
              </a:p>
            </p:txBody>
          </p:sp>
        </mc:Choice>
        <mc:Fallback xmlns="">
          <p:sp>
            <p:nvSpPr>
              <p:cNvPr id="15" name="对象 14">
                <a:extLst>
                  <a:ext uri="{FF2B5EF4-FFF2-40B4-BE49-F238E27FC236}">
                    <a16:creationId xmlns:a16="http://schemas.microsoft.com/office/drawing/2014/main" id="{F58A7207-D7F8-409E-A067-E41826ED0DF1}"/>
                  </a:ext>
                </a:extLst>
              </p:cNvPr>
              <p:cNvSpPr txBox="1">
                <a:spLocks noRot="1" noChangeAspect="1" noMove="1" noResize="1" noEditPoints="1" noAdjustHandles="1" noChangeArrowheads="1" noChangeShapeType="1" noTextEdit="1"/>
              </p:cNvSpPr>
              <p:nvPr/>
            </p:nvSpPr>
            <p:spPr bwMode="auto">
              <a:xfrm>
                <a:off x="3219873" y="5522416"/>
                <a:ext cx="5602659" cy="987425"/>
              </a:xfrm>
              <a:prstGeom prst="rect">
                <a:avLst/>
              </a:prstGeom>
              <a:blipFill>
                <a:blip r:embed="rId9"/>
                <a:stretch>
                  <a:fillRect/>
                </a:stretch>
              </a:blipFill>
              <a:ln>
                <a:noFill/>
              </a:ln>
            </p:spPr>
            <p:txBody>
              <a:bodyPr/>
              <a:lstStyle/>
              <a:p>
                <a:r>
                  <a:rPr lang="zh-CN" altLang="en-US">
                    <a:noFill/>
                  </a:rPr>
                  <a:t> </a:t>
                </a:r>
              </a:p>
            </p:txBody>
          </p:sp>
        </mc:Fallback>
      </mc:AlternateContent>
      <p:sp>
        <p:nvSpPr>
          <p:cNvPr id="16" name="日期占位符 3"/>
          <p:cNvSpPr txBox="1">
            <a:spLocks/>
          </p:cNvSpPr>
          <p:nvPr/>
        </p:nvSpPr>
        <p:spPr>
          <a:xfrm>
            <a:off x="457200" y="6476999"/>
            <a:ext cx="2133600" cy="274320"/>
          </a:xfrm>
          <a:prstGeom prst="rect">
            <a:avLst/>
          </a:prstGeom>
        </p:spPr>
        <p:txBody>
          <a:bodyPr vert="horz" lIns="109728" rIns="45720" bIns="0" rtlCol="0" anchor="b"/>
          <a:lstStyle>
            <a:defPPr>
              <a:defRPr lang="zh-CN"/>
            </a:defPPr>
            <a:lvl1pPr marL="0" algn="l" defTabSz="914400" rtl="0" eaLnBrk="1" latinLnBrk="0" hangingPunct="1">
              <a:defRPr kumimoji="0" sz="1800" kern="1200">
                <a:solidFill>
                  <a:srgbClr val="FF0000"/>
                </a:solidFill>
                <a:latin typeface="Times New Roman" pitchFamily="18" charset="0"/>
                <a:ea typeface="+mn-ea"/>
                <a:cs typeface="Times New Roman" pitchFamily="18"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dirty="0"/>
          </a:p>
        </p:txBody>
      </p:sp>
      <p:pic>
        <p:nvPicPr>
          <p:cNvPr id="5" name="Picture 2">
            <a:extLst>
              <a:ext uri="{FF2B5EF4-FFF2-40B4-BE49-F238E27FC236}">
                <a16:creationId xmlns:a16="http://schemas.microsoft.com/office/drawing/2014/main" id="{F42285D7-3D79-547B-62B6-66130FA7F884}"/>
              </a:ext>
            </a:extLst>
          </p:cNvPr>
          <p:cNvPicPr>
            <a:picLocks noChangeAspect="1" noChangeArrowheads="1"/>
          </p:cNvPicPr>
          <p:nvPr/>
        </p:nvPicPr>
        <p:blipFill rotWithShape="1">
          <a:blip r:embed="rId10">
            <a:extLst>
              <a:ext uri="{28A0092B-C50C-407E-A947-70E740481C1C}">
                <a14:useLocalDpi xmlns:a14="http://schemas.microsoft.com/office/drawing/2010/main" val="0"/>
              </a:ext>
            </a:extLst>
          </a:blip>
          <a:srcRect l="7631" t="3640" r="12992" b="8470"/>
          <a:stretch/>
        </p:blipFill>
        <p:spPr bwMode="auto">
          <a:xfrm>
            <a:off x="5771520" y="1081682"/>
            <a:ext cx="3257579" cy="20989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ustDataLst>
      <p:tags r:id="rId1"/>
    </p:custDataLst>
    <p:extLst>
      <p:ext uri="{BB962C8B-B14F-4D97-AF65-F5344CB8AC3E}">
        <p14:creationId xmlns:p14="http://schemas.microsoft.com/office/powerpoint/2010/main" val="17372514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wipe(down)">
                                      <p:cBhvr>
                                        <p:cTn id="7" dur="500"/>
                                        <p:tgtEl>
                                          <p:spTgt spid="1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wipe(down)">
                                      <p:cBhvr>
                                        <p:cTn id="12" dur="500"/>
                                        <p:tgtEl>
                                          <p:spTgt spid="8"/>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18"/>
                                        </p:tgtEl>
                                        <p:attrNameLst>
                                          <p:attrName>style.visibility</p:attrName>
                                        </p:attrNameLst>
                                      </p:cBhvr>
                                      <p:to>
                                        <p:strVal val="visible"/>
                                      </p:to>
                                    </p:set>
                                    <p:animEffect transition="in" filter="wipe(down)">
                                      <p:cBhvr>
                                        <p:cTn id="17" dur="500"/>
                                        <p:tgtEl>
                                          <p:spTgt spid="18"/>
                                        </p:tgtEl>
                                      </p:cBhvr>
                                    </p:animEffec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grpId="0" nodeType="clickEffect">
                                  <p:stCondLst>
                                    <p:cond delay="0"/>
                                  </p:stCondLst>
                                  <p:childTnLst>
                                    <p:set>
                                      <p:cBhvr>
                                        <p:cTn id="21"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8" grpId="0"/>
      <p:bldP spid="15"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zh-CN" altLang="en-US" dirty="0"/>
              <a:t>非自治系统的</a:t>
            </a:r>
            <a:r>
              <a:rPr lang="en-US" altLang="zh-CN" dirty="0" err="1"/>
              <a:t>Lyapunov</a:t>
            </a:r>
            <a:r>
              <a:rPr lang="zh-CN" altLang="en-US" dirty="0"/>
              <a:t>定理</a:t>
            </a:r>
          </a:p>
        </p:txBody>
      </p:sp>
      <p:sp>
        <p:nvSpPr>
          <p:cNvPr id="7" name="灯片编号占位符 6"/>
          <p:cNvSpPr>
            <a:spLocks noGrp="1"/>
          </p:cNvSpPr>
          <p:nvPr>
            <p:ph type="sldNum" sz="quarter" idx="12"/>
          </p:nvPr>
        </p:nvSpPr>
        <p:spPr/>
        <p:txBody>
          <a:bodyPr/>
          <a:lstStyle/>
          <a:p>
            <a:fld id="{58C210BB-F110-452C-89E7-9EA0A8D47DCE}" type="slidenum">
              <a:rPr lang="zh-CN" altLang="en-US" smtClean="0"/>
              <a:pPr/>
              <a:t>37</a:t>
            </a:fld>
            <a:endParaRPr lang="zh-CN" altLang="en-US" dirty="0"/>
          </a:p>
        </p:txBody>
      </p:sp>
      <mc:AlternateContent xmlns:mc="http://schemas.openxmlformats.org/markup-compatibility/2006" xmlns:a14="http://schemas.microsoft.com/office/drawing/2010/main">
        <mc:Choice Requires="a14">
          <p:sp>
            <p:nvSpPr>
              <p:cNvPr id="19" name="内容占位符 2"/>
              <p:cNvSpPr txBox="1">
                <a:spLocks/>
              </p:cNvSpPr>
              <p:nvPr/>
            </p:nvSpPr>
            <p:spPr>
              <a:xfrm>
                <a:off x="438472" y="1052736"/>
                <a:ext cx="8382000" cy="4536504"/>
              </a:xfrm>
              <a:prstGeom prst="rect">
                <a:avLst/>
              </a:prstGeom>
            </p:spPr>
            <p:txBody>
              <a:bodyPr vert="horz" lIns="54864" tIns="91440" rtlCol="0">
                <a:normAutofit/>
              </a:bodyPr>
              <a:lstStyle>
                <a:lvl1pPr marL="438912" indent="-320040" algn="l" rtl="0" eaLnBrk="1" latinLnBrk="0" hangingPunct="1">
                  <a:spcBef>
                    <a:spcPts val="0"/>
                  </a:spcBef>
                  <a:buClr>
                    <a:schemeClr val="accent1"/>
                  </a:buClr>
                  <a:buSzPct val="80000"/>
                  <a:buFont typeface="Wingdings 2"/>
                  <a:buChar char=""/>
                  <a:defRPr kumimoji="0" sz="3200" kern="1200">
                    <a:solidFill>
                      <a:schemeClr val="bg1"/>
                    </a:solidFill>
                    <a:latin typeface="Times New Roman" pitchFamily="18" charset="0"/>
                    <a:ea typeface="+mn-ea"/>
                    <a:cs typeface="Times New Roman" pitchFamily="18" charset="0"/>
                  </a:defRPr>
                </a:lvl1pPr>
                <a:lvl2pPr marL="731520" indent="-274320" algn="l" rtl="0" eaLnBrk="1" latinLnBrk="0" hangingPunct="1">
                  <a:spcBef>
                    <a:spcPct val="20000"/>
                  </a:spcBef>
                  <a:buClr>
                    <a:schemeClr val="accent2"/>
                  </a:buClr>
                  <a:buSzPct val="90000"/>
                  <a:buFont typeface="Wingdings"/>
                  <a:buChar char=""/>
                  <a:defRPr kumimoji="0" sz="2800" kern="1200">
                    <a:solidFill>
                      <a:schemeClr val="bg1"/>
                    </a:solidFill>
                    <a:latin typeface="Times New Roman" pitchFamily="18" charset="0"/>
                    <a:ea typeface="+mn-ea"/>
                    <a:cs typeface="Times New Roman" pitchFamily="18" charset="0"/>
                  </a:defRPr>
                </a:lvl2pPr>
                <a:lvl3pPr marL="996696" indent="-228600" algn="l" rtl="0" eaLnBrk="1" latinLnBrk="0" hangingPunct="1">
                  <a:spcBef>
                    <a:spcPct val="20000"/>
                  </a:spcBef>
                  <a:buClr>
                    <a:schemeClr val="accent3"/>
                  </a:buClr>
                  <a:buFont typeface="Arial"/>
                  <a:buChar char="▪"/>
                  <a:defRPr kumimoji="0" sz="2400" kern="1200">
                    <a:solidFill>
                      <a:schemeClr val="bg1"/>
                    </a:solidFill>
                    <a:latin typeface="Times New Roman" pitchFamily="18" charset="0"/>
                    <a:ea typeface="+mn-ea"/>
                    <a:cs typeface="Times New Roman" pitchFamily="18" charset="0"/>
                  </a:defRPr>
                </a:lvl3pPr>
                <a:lvl4pPr marL="1216152" indent="-182880" algn="l" rtl="0" eaLnBrk="1" latinLnBrk="0" hangingPunct="1">
                  <a:spcBef>
                    <a:spcPct val="20000"/>
                  </a:spcBef>
                  <a:buClr>
                    <a:schemeClr val="accent4"/>
                  </a:buClr>
                  <a:buFont typeface="Arial"/>
                  <a:buChar char="▪"/>
                  <a:defRPr kumimoji="0" sz="2000" kern="1200">
                    <a:solidFill>
                      <a:schemeClr val="bg1"/>
                    </a:solidFill>
                    <a:latin typeface="Times New Roman" pitchFamily="18" charset="0"/>
                    <a:ea typeface="+mn-ea"/>
                    <a:cs typeface="Times New Roman" pitchFamily="18" charset="0"/>
                  </a:defRPr>
                </a:lvl4pPr>
                <a:lvl5pPr marL="1426464" indent="-182880" algn="l" rtl="0" eaLnBrk="1" latinLnBrk="0" hangingPunct="1">
                  <a:spcBef>
                    <a:spcPct val="20000"/>
                  </a:spcBef>
                  <a:buClr>
                    <a:schemeClr val="accent5"/>
                  </a:buClr>
                  <a:buFont typeface="Wingdings 3"/>
                  <a:buChar char=""/>
                  <a:defRPr kumimoji="0" lang="en-US" sz="2000" kern="1200" smtClean="0">
                    <a:solidFill>
                      <a:schemeClr val="tx1"/>
                    </a:solidFill>
                    <a:latin typeface="Times New Roman" pitchFamily="18" charset="0"/>
                    <a:ea typeface="+mn-ea"/>
                    <a:cs typeface="Times New Roman" pitchFamily="18" charset="0"/>
                  </a:defRPr>
                </a:lvl5pPr>
                <a:lvl6pPr marL="1627632" indent="-182880" algn="l" rtl="0" eaLnBrk="1" latinLnBrk="0" hangingPunct="1">
                  <a:spcBef>
                    <a:spcPct val="20000"/>
                  </a:spcBef>
                  <a:buClr>
                    <a:schemeClr val="accent6"/>
                  </a:buClr>
                  <a:buSzPct val="100000"/>
                  <a:buFont typeface="Wingdings 2"/>
                  <a:buChar char=""/>
                  <a:defRPr kumimoji="0" sz="2000" kern="1200">
                    <a:solidFill>
                      <a:schemeClr val="tx1"/>
                    </a:solidFill>
                    <a:latin typeface="+mn-lt"/>
                    <a:ea typeface="+mn-ea"/>
                    <a:cs typeface="+mn-cs"/>
                  </a:defRPr>
                </a:lvl6pPr>
                <a:lvl7pPr marL="1828800" indent="-182880" algn="l" rtl="0" eaLnBrk="1" latinLnBrk="0" hangingPunct="1">
                  <a:spcBef>
                    <a:spcPct val="20000"/>
                  </a:spcBef>
                  <a:buClr>
                    <a:schemeClr val="accent1"/>
                  </a:buClr>
                  <a:buSzPct val="100000"/>
                  <a:buFont typeface="Wingdings 2"/>
                  <a:buChar char=""/>
                  <a:defRPr kumimoji="0" sz="1800" kern="1200">
                    <a:solidFill>
                      <a:schemeClr val="tx1"/>
                    </a:solidFill>
                    <a:latin typeface="+mn-lt"/>
                    <a:ea typeface="+mn-ea"/>
                    <a:cs typeface="+mn-cs"/>
                  </a:defRPr>
                </a:lvl7pPr>
                <a:lvl8pPr marL="2029968" indent="-182880" algn="l" rtl="0" eaLnBrk="1" latinLnBrk="0" hangingPunct="1">
                  <a:spcBef>
                    <a:spcPct val="20000"/>
                  </a:spcBef>
                  <a:buClr>
                    <a:schemeClr val="accent2"/>
                  </a:buClr>
                  <a:buFont typeface="Wingdings 2" pitchFamily="18" charset="2"/>
                  <a:buChar char=""/>
                  <a:defRPr kumimoji="0" sz="1800" kern="1200">
                    <a:solidFill>
                      <a:schemeClr val="tx1"/>
                    </a:solidFill>
                    <a:latin typeface="+mn-lt"/>
                    <a:ea typeface="+mn-ea"/>
                    <a:cs typeface="+mn-cs"/>
                  </a:defRPr>
                </a:lvl8pPr>
                <a:lvl9pPr marL="2231136" indent="-182880" algn="l" rtl="0" eaLnBrk="1" latinLnBrk="0" hangingPunct="1">
                  <a:spcBef>
                    <a:spcPct val="20000"/>
                  </a:spcBef>
                  <a:buClr>
                    <a:schemeClr val="accent3"/>
                  </a:buClr>
                  <a:buFont typeface="Wingdings 2" pitchFamily="18" charset="2"/>
                  <a:buChar char=""/>
                  <a:defRPr kumimoji="0" sz="1800" kern="1200" baseline="0">
                    <a:solidFill>
                      <a:schemeClr val="tx1"/>
                    </a:solidFill>
                    <a:latin typeface="+mn-lt"/>
                    <a:ea typeface="+mn-ea"/>
                    <a:cs typeface="+mn-cs"/>
                  </a:defRPr>
                </a:lvl9pPr>
                <a:extLst/>
              </a:lstStyle>
              <a:p>
                <a:pPr marL="118872" indent="0">
                  <a:lnSpc>
                    <a:spcPts val="4000"/>
                  </a:lnSpc>
                  <a:buNone/>
                </a:pPr>
                <a:r>
                  <a:rPr lang="zh-CN" altLang="en-US" sz="2800" b="1" dirty="0">
                    <a:solidFill>
                      <a:srgbClr val="FFFF00"/>
                    </a:solidFill>
                  </a:rPr>
                  <a:t>定理</a:t>
                </a:r>
                <a:r>
                  <a:rPr lang="en-US" altLang="zh-CN" sz="2800" b="1" dirty="0">
                    <a:solidFill>
                      <a:srgbClr val="FFFF00"/>
                    </a:solidFill>
                  </a:rPr>
                  <a:t>2</a:t>
                </a:r>
                <a:r>
                  <a:rPr lang="zh-CN" altLang="en-US" sz="2800" b="1" dirty="0">
                    <a:solidFill>
                      <a:srgbClr val="FFFF00"/>
                    </a:solidFill>
                  </a:rPr>
                  <a:t>：</a:t>
                </a:r>
                <a:r>
                  <a:rPr lang="zh-CN" altLang="en-US" sz="2800" b="1" dirty="0"/>
                  <a:t>考虑</a:t>
                </a:r>
                <a:r>
                  <a:rPr lang="zh-CN" altLang="en-US" sz="2800" b="1" dirty="0">
                    <a:solidFill>
                      <a:schemeClr val="bg1"/>
                    </a:solidFill>
                  </a:rPr>
                  <a:t>系统 </a:t>
                </a:r>
                <a14:m>
                  <m:oMath xmlns:m="http://schemas.openxmlformats.org/officeDocument/2006/math">
                    <m:acc>
                      <m:accPr>
                        <m:chr m:val="̇"/>
                        <m:ctrlPr>
                          <a:rPr lang="zh-CN" altLang="en-US" sz="2800" b="1" i="1">
                            <a:solidFill>
                              <a:schemeClr val="bg1"/>
                            </a:solidFill>
                            <a:latin typeface="Cambria Math" panose="02040503050406030204" pitchFamily="18" charset="0"/>
                          </a:rPr>
                        </m:ctrlPr>
                      </m:accPr>
                      <m:e>
                        <m:r>
                          <a:rPr lang="zh-CN" altLang="en-US" sz="2800" b="1" i="1">
                            <a:solidFill>
                              <a:schemeClr val="bg1"/>
                            </a:solidFill>
                            <a:latin typeface="Cambria Math" panose="02040503050406030204" pitchFamily="18" charset="0"/>
                          </a:rPr>
                          <m:t>𝒙</m:t>
                        </m:r>
                      </m:e>
                    </m:acc>
                    <m:r>
                      <a:rPr lang="zh-CN" altLang="en-US" sz="2800" i="1">
                        <a:solidFill>
                          <a:schemeClr val="bg1"/>
                        </a:solidFill>
                        <a:latin typeface="Cambria Math" panose="02040503050406030204" pitchFamily="18" charset="0"/>
                      </a:rPr>
                      <m:t>=</m:t>
                    </m:r>
                    <m:r>
                      <a:rPr lang="zh-CN" altLang="en-US" sz="2800" b="1" i="1">
                        <a:solidFill>
                          <a:schemeClr val="bg1"/>
                        </a:solidFill>
                        <a:latin typeface="Cambria Math" panose="02040503050406030204" pitchFamily="18" charset="0"/>
                      </a:rPr>
                      <m:t>𝒇</m:t>
                    </m:r>
                    <m:r>
                      <a:rPr lang="zh-CN" altLang="en-US" sz="2800" i="1">
                        <a:solidFill>
                          <a:schemeClr val="bg1"/>
                        </a:solidFill>
                        <a:latin typeface="Cambria Math" panose="02040503050406030204" pitchFamily="18" charset="0"/>
                      </a:rPr>
                      <m:t>(</m:t>
                    </m:r>
                    <m:r>
                      <a:rPr lang="zh-CN" altLang="en-US" sz="2800" b="1" i="1">
                        <a:solidFill>
                          <a:schemeClr val="bg1"/>
                        </a:solidFill>
                        <a:latin typeface="Cambria Math" panose="02040503050406030204" pitchFamily="18" charset="0"/>
                      </a:rPr>
                      <m:t>𝒙</m:t>
                    </m:r>
                    <m:r>
                      <a:rPr lang="zh-CN" altLang="en-US" sz="2800" i="1">
                        <a:solidFill>
                          <a:schemeClr val="bg1"/>
                        </a:solidFill>
                        <a:latin typeface="Cambria Math" panose="02040503050406030204" pitchFamily="18" charset="0"/>
                      </a:rPr>
                      <m:t>,</m:t>
                    </m:r>
                    <m:r>
                      <a:rPr lang="zh-CN" altLang="en-US" sz="2800" i="1">
                        <a:solidFill>
                          <a:schemeClr val="bg1"/>
                        </a:solidFill>
                        <a:latin typeface="Cambria Math" panose="02040503050406030204" pitchFamily="18" charset="0"/>
                      </a:rPr>
                      <m:t>𝑡</m:t>
                    </m:r>
                    <m:r>
                      <a:rPr lang="zh-CN" altLang="en-US" sz="2800" i="1">
                        <a:solidFill>
                          <a:schemeClr val="bg1"/>
                        </a:solidFill>
                        <a:latin typeface="Cambria Math" panose="02040503050406030204" pitchFamily="18" charset="0"/>
                      </a:rPr>
                      <m:t>)</m:t>
                    </m:r>
                  </m:oMath>
                </a14:m>
                <a:r>
                  <a:rPr lang="zh-CN" altLang="en-US" sz="2800" b="1" dirty="0">
                    <a:solidFill>
                      <a:schemeClr val="bg1"/>
                    </a:solidFill>
                  </a:rPr>
                  <a:t> </a:t>
                </a:r>
                <a:r>
                  <a:rPr lang="zh-CN" altLang="en-US" sz="2800" b="1" dirty="0"/>
                  <a:t>的</a:t>
                </a:r>
                <a:r>
                  <a:rPr lang="zh-CN" altLang="en-US" sz="2800" b="1" dirty="0">
                    <a:solidFill>
                      <a:schemeClr val="bg1"/>
                    </a:solidFill>
                  </a:rPr>
                  <a:t>平衡点 </a:t>
                </a:r>
                <a14:m>
                  <m:oMath xmlns:m="http://schemas.openxmlformats.org/officeDocument/2006/math">
                    <m:r>
                      <a:rPr lang="zh-CN" altLang="en-US" sz="2800" b="1" i="1">
                        <a:solidFill>
                          <a:schemeClr val="bg1"/>
                        </a:solidFill>
                        <a:latin typeface="Cambria Math" panose="02040503050406030204" pitchFamily="18" charset="0"/>
                      </a:rPr>
                      <m:t>𝒙</m:t>
                    </m:r>
                    <m:r>
                      <a:rPr lang="zh-CN" altLang="en-US" sz="2800" i="1">
                        <a:solidFill>
                          <a:schemeClr val="bg1"/>
                        </a:solidFill>
                        <a:latin typeface="Cambria Math" panose="02040503050406030204" pitchFamily="18" charset="0"/>
                      </a:rPr>
                      <m:t>=0</m:t>
                    </m:r>
                  </m:oMath>
                </a14:m>
                <a:r>
                  <a:rPr lang="zh-CN" altLang="en-US" sz="2800" b="1" dirty="0">
                    <a:solidFill>
                      <a:schemeClr val="bg1"/>
                    </a:solidFill>
                  </a:rPr>
                  <a:t> </a:t>
                </a:r>
                <a:r>
                  <a:rPr lang="zh-CN" altLang="en-US" sz="2800" b="1" dirty="0"/>
                  <a:t>的一个邻域 </a:t>
                </a:r>
                <a14:m>
                  <m:oMath xmlns:m="http://schemas.openxmlformats.org/officeDocument/2006/math">
                    <m:r>
                      <a:rPr lang="zh-CN" altLang="en-US" sz="2800" i="1">
                        <a:latin typeface="Cambria Math" panose="02040503050406030204" pitchFamily="18" charset="0"/>
                      </a:rPr>
                      <m:t>𝐷</m:t>
                    </m:r>
                  </m:oMath>
                </a14:m>
                <a:r>
                  <a:rPr lang="zh-CN" altLang="en-US" sz="2800" b="1" dirty="0"/>
                  <a:t>。</a:t>
                </a:r>
                <a:br>
                  <a:rPr lang="en-US" altLang="zh-CN" sz="2800" b="1" dirty="0"/>
                </a:br>
                <a:r>
                  <a:rPr lang="zh-CN" altLang="en-US" sz="2800" b="1" dirty="0"/>
                  <a:t>若存在连续可微标量</a:t>
                </a:r>
                <a:r>
                  <a:rPr lang="zh-CN" altLang="en-US" sz="2800" b="1" dirty="0">
                    <a:solidFill>
                      <a:schemeClr val="bg1"/>
                    </a:solidFill>
                  </a:rPr>
                  <a:t>函数 </a:t>
                </a:r>
                <a14:m>
                  <m:oMath xmlns:m="http://schemas.openxmlformats.org/officeDocument/2006/math">
                    <m:r>
                      <a:rPr lang="zh-CN" altLang="en-US" sz="2800" i="1" smtClean="0">
                        <a:solidFill>
                          <a:schemeClr val="bg1"/>
                        </a:solidFill>
                        <a:latin typeface="Cambria Math" panose="02040503050406030204" pitchFamily="18" charset="0"/>
                      </a:rPr>
                      <m:t>𝑉</m:t>
                    </m:r>
                    <m:r>
                      <a:rPr lang="zh-CN" altLang="en-US" sz="2800" i="0">
                        <a:solidFill>
                          <a:schemeClr val="bg1"/>
                        </a:solidFill>
                        <a:latin typeface="Cambria Math" panose="02040503050406030204" pitchFamily="18" charset="0"/>
                      </a:rPr>
                      <m:t>:</m:t>
                    </m:r>
                    <m:r>
                      <a:rPr lang="zh-CN" altLang="en-US" sz="2800" i="1">
                        <a:solidFill>
                          <a:schemeClr val="bg1"/>
                        </a:solidFill>
                        <a:latin typeface="Cambria Math" panose="02040503050406030204" pitchFamily="18" charset="0"/>
                      </a:rPr>
                      <m:t>𝐷</m:t>
                    </m:r>
                    <m:r>
                      <a:rPr lang="zh-CN" altLang="en-US" sz="2800" i="1">
                        <a:solidFill>
                          <a:schemeClr val="bg1"/>
                        </a:solidFill>
                        <a:latin typeface="Cambria Math" panose="02040503050406030204" pitchFamily="18" charset="0"/>
                      </a:rPr>
                      <m:t>×[</m:t>
                    </m:r>
                    <m:r>
                      <m:rPr>
                        <m:nor/>
                      </m:rPr>
                      <a:rPr lang="zh-CN" altLang="en-US" sz="2800" i="0">
                        <a:solidFill>
                          <a:schemeClr val="bg1"/>
                        </a:solidFill>
                        <a:latin typeface="Cambria Math" panose="02040503050406030204" pitchFamily="18" charset="0"/>
                      </a:rPr>
                      <m:t>0,</m:t>
                    </m:r>
                    <m:r>
                      <a:rPr lang="zh-CN" altLang="en-US" sz="2800" i="1">
                        <a:solidFill>
                          <a:schemeClr val="bg1"/>
                        </a:solidFill>
                        <a:latin typeface="Cambria Math" panose="02040503050406030204" pitchFamily="18" charset="0"/>
                      </a:rPr>
                      <m:t>∞)→</m:t>
                    </m:r>
                    <m:r>
                      <a:rPr lang="zh-CN" altLang="en-US" sz="2800" i="1">
                        <a:solidFill>
                          <a:schemeClr val="bg1"/>
                        </a:solidFill>
                        <a:latin typeface="Cambria Math" panose="02040503050406030204" pitchFamily="18" charset="0"/>
                      </a:rPr>
                      <m:t>ℝ</m:t>
                    </m:r>
                  </m:oMath>
                </a14:m>
                <a:r>
                  <a:rPr lang="zh-CN" altLang="en-US" sz="2800" b="1" dirty="0"/>
                  <a:t>，满足</a:t>
                </a:r>
                <a:endParaRPr lang="en-US" altLang="zh-CN" sz="2800" b="1" dirty="0"/>
              </a:p>
            </p:txBody>
          </p:sp>
        </mc:Choice>
        <mc:Fallback xmlns="">
          <p:sp>
            <p:nvSpPr>
              <p:cNvPr id="19" name="内容占位符 2"/>
              <p:cNvSpPr txBox="1">
                <a:spLocks noRot="1" noChangeAspect="1" noMove="1" noResize="1" noEditPoints="1" noAdjustHandles="1" noChangeArrowheads="1" noChangeShapeType="1" noTextEdit="1"/>
              </p:cNvSpPr>
              <p:nvPr/>
            </p:nvSpPr>
            <p:spPr>
              <a:xfrm>
                <a:off x="438472" y="1052736"/>
                <a:ext cx="8382000" cy="4536504"/>
              </a:xfrm>
              <a:prstGeom prst="rect">
                <a:avLst/>
              </a:prstGeom>
              <a:blipFill>
                <a:blip r:embed="rId4"/>
                <a:stretch>
                  <a:fillRect l="-582" r="-509"/>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6" name="对象 35"/>
              <p:cNvSpPr txBox="1"/>
              <p:nvPr/>
            </p:nvSpPr>
            <p:spPr bwMode="auto">
              <a:xfrm>
                <a:off x="1630673" y="2958362"/>
                <a:ext cx="6035054" cy="671512"/>
              </a:xfrm>
              <a:prstGeom prst="rect">
                <a:avLst/>
              </a:prstGeom>
              <a:noFill/>
              <a:ln>
                <a:noFill/>
              </a:ln>
            </p:spPr>
            <p:txBody>
              <a:bodyPr>
                <a:noAutofit/>
              </a:bodyPr>
              <a:lstStyle/>
              <a:p>
                <a:pPr/>
                <a14:m>
                  <m:oMathPara xmlns:m="http://schemas.openxmlformats.org/officeDocument/2006/math">
                    <m:oMathParaPr>
                      <m:jc m:val="left"/>
                    </m:oMathParaPr>
                    <m:oMath xmlns:m="http://schemas.openxmlformats.org/officeDocument/2006/math">
                      <m:sSub>
                        <m:sSubPr>
                          <m:ctrlPr>
                            <a:rPr lang="zh-CN" altLang="en-US" sz="2800" i="1" smtClean="0">
                              <a:solidFill>
                                <a:srgbClr val="FFFF00"/>
                              </a:solidFill>
                              <a:latin typeface="Cambria Math" panose="02040503050406030204" pitchFamily="18" charset="0"/>
                            </a:rPr>
                          </m:ctrlPr>
                        </m:sSubPr>
                        <m:e>
                          <m:r>
                            <a:rPr lang="zh-CN" altLang="en-US" sz="2800" i="1">
                              <a:solidFill>
                                <a:srgbClr val="FFFF00"/>
                              </a:solidFill>
                              <a:latin typeface="Cambria Math" panose="02040503050406030204" pitchFamily="18" charset="0"/>
                            </a:rPr>
                            <m:t>𝑘</m:t>
                          </m:r>
                        </m:e>
                        <m:sub>
                          <m:r>
                            <a:rPr lang="zh-CN" altLang="en-US" sz="2800" i="1">
                              <a:solidFill>
                                <a:srgbClr val="FFFF00"/>
                              </a:solidFill>
                              <a:latin typeface="Cambria Math" panose="02040503050406030204" pitchFamily="18" charset="0"/>
                            </a:rPr>
                            <m:t>1</m:t>
                          </m:r>
                        </m:sub>
                      </m:sSub>
                      <m:sSup>
                        <m:sSupPr>
                          <m:ctrlPr>
                            <a:rPr lang="zh-CN" altLang="en-US" sz="2800" i="1">
                              <a:solidFill>
                                <a:srgbClr val="FFFF00"/>
                              </a:solidFill>
                              <a:latin typeface="Cambria Math" panose="02040503050406030204" pitchFamily="18" charset="0"/>
                            </a:rPr>
                          </m:ctrlPr>
                        </m:sSupPr>
                        <m:e>
                          <m:d>
                            <m:dPr>
                              <m:begChr m:val="‖"/>
                              <m:endChr m:val="‖"/>
                              <m:ctrlPr>
                                <a:rPr lang="zh-CN" altLang="en-US" sz="2800" b="1" i="1">
                                  <a:solidFill>
                                    <a:srgbClr val="FFFF00"/>
                                  </a:solidFill>
                                  <a:latin typeface="Cambria Math" panose="02040503050406030204" pitchFamily="18" charset="0"/>
                                </a:rPr>
                              </m:ctrlPr>
                            </m:dPr>
                            <m:e>
                              <m:r>
                                <a:rPr lang="zh-CN" altLang="en-US" sz="2800" b="1" i="1">
                                  <a:solidFill>
                                    <a:srgbClr val="FFFF00"/>
                                  </a:solidFill>
                                  <a:latin typeface="Cambria Math" panose="02040503050406030204" pitchFamily="18" charset="0"/>
                                </a:rPr>
                                <m:t>𝒙</m:t>
                              </m:r>
                            </m:e>
                          </m:d>
                        </m:e>
                        <m:sup>
                          <m:r>
                            <a:rPr lang="zh-CN" altLang="en-US" sz="2800" i="1">
                              <a:solidFill>
                                <a:srgbClr val="FFFF00"/>
                              </a:solidFill>
                              <a:latin typeface="Cambria Math" panose="02040503050406030204" pitchFamily="18" charset="0"/>
                            </a:rPr>
                            <m:t>𝑎</m:t>
                          </m:r>
                        </m:sup>
                      </m:sSup>
                      <m:r>
                        <a:rPr lang="zh-CN" altLang="en-US" sz="2800" i="1">
                          <a:solidFill>
                            <a:srgbClr val="FFFF00"/>
                          </a:solidFill>
                          <a:latin typeface="Cambria Math" panose="02040503050406030204" pitchFamily="18" charset="0"/>
                        </a:rPr>
                        <m:t>≤</m:t>
                      </m:r>
                      <m:r>
                        <a:rPr lang="zh-CN" altLang="en-US" sz="2800" i="1">
                          <a:solidFill>
                            <a:srgbClr val="FFFF00"/>
                          </a:solidFill>
                          <a:latin typeface="Cambria Math" panose="02040503050406030204" pitchFamily="18" charset="0"/>
                        </a:rPr>
                        <m:t>𝑉</m:t>
                      </m:r>
                      <m:r>
                        <a:rPr lang="zh-CN" altLang="en-US" sz="2800" i="1">
                          <a:solidFill>
                            <a:srgbClr val="FFFF00"/>
                          </a:solidFill>
                          <a:latin typeface="Cambria Math" panose="02040503050406030204" pitchFamily="18" charset="0"/>
                        </a:rPr>
                        <m:t>(</m:t>
                      </m:r>
                      <m:r>
                        <a:rPr lang="zh-CN" altLang="en-US" sz="2800" b="1" i="1">
                          <a:solidFill>
                            <a:srgbClr val="FFFF00"/>
                          </a:solidFill>
                          <a:latin typeface="Cambria Math" panose="02040503050406030204" pitchFamily="18" charset="0"/>
                        </a:rPr>
                        <m:t>𝒙</m:t>
                      </m:r>
                      <m:r>
                        <a:rPr lang="zh-CN" altLang="en-US" sz="2800" i="1">
                          <a:solidFill>
                            <a:srgbClr val="FFFF00"/>
                          </a:solidFill>
                          <a:latin typeface="Cambria Math" panose="02040503050406030204" pitchFamily="18" charset="0"/>
                        </a:rPr>
                        <m:t>,</m:t>
                      </m:r>
                      <m:r>
                        <a:rPr lang="zh-CN" altLang="en-US" sz="2800" i="1">
                          <a:solidFill>
                            <a:srgbClr val="FFFF00"/>
                          </a:solidFill>
                          <a:latin typeface="Cambria Math" panose="02040503050406030204" pitchFamily="18" charset="0"/>
                        </a:rPr>
                        <m:t>𝑡</m:t>
                      </m:r>
                      <m:r>
                        <a:rPr lang="zh-CN" altLang="en-US" sz="2800" i="1">
                          <a:solidFill>
                            <a:srgbClr val="FFFF00"/>
                          </a:solidFill>
                          <a:latin typeface="Cambria Math" panose="02040503050406030204" pitchFamily="18" charset="0"/>
                        </a:rPr>
                        <m:t>)≤</m:t>
                      </m:r>
                      <m:sSub>
                        <m:sSubPr>
                          <m:ctrlPr>
                            <a:rPr lang="zh-CN" altLang="en-US" sz="2800" i="1">
                              <a:solidFill>
                                <a:srgbClr val="FFFF00"/>
                              </a:solidFill>
                              <a:latin typeface="Cambria Math" panose="02040503050406030204" pitchFamily="18" charset="0"/>
                            </a:rPr>
                          </m:ctrlPr>
                        </m:sSubPr>
                        <m:e>
                          <m:r>
                            <a:rPr lang="zh-CN" altLang="en-US" sz="2800" i="1">
                              <a:solidFill>
                                <a:srgbClr val="FFFF00"/>
                              </a:solidFill>
                              <a:latin typeface="Cambria Math" panose="02040503050406030204" pitchFamily="18" charset="0"/>
                            </a:rPr>
                            <m:t>𝑘</m:t>
                          </m:r>
                        </m:e>
                        <m:sub>
                          <m:r>
                            <a:rPr lang="zh-CN" altLang="en-US" sz="2800" i="1">
                              <a:solidFill>
                                <a:srgbClr val="FFFF00"/>
                              </a:solidFill>
                              <a:latin typeface="Cambria Math" panose="02040503050406030204" pitchFamily="18" charset="0"/>
                            </a:rPr>
                            <m:t>2</m:t>
                          </m:r>
                        </m:sub>
                      </m:sSub>
                      <m:sSup>
                        <m:sSupPr>
                          <m:ctrlPr>
                            <a:rPr lang="zh-CN" altLang="en-US" sz="2800" i="1">
                              <a:solidFill>
                                <a:srgbClr val="FFFF00"/>
                              </a:solidFill>
                              <a:latin typeface="Cambria Math" panose="02040503050406030204" pitchFamily="18" charset="0"/>
                            </a:rPr>
                          </m:ctrlPr>
                        </m:sSupPr>
                        <m:e>
                          <m:d>
                            <m:dPr>
                              <m:begChr m:val="‖"/>
                              <m:endChr m:val="‖"/>
                              <m:ctrlPr>
                                <a:rPr lang="zh-CN" altLang="en-US" sz="2800" b="1" i="1">
                                  <a:solidFill>
                                    <a:srgbClr val="FFFF00"/>
                                  </a:solidFill>
                                  <a:latin typeface="Cambria Math" panose="02040503050406030204" pitchFamily="18" charset="0"/>
                                </a:rPr>
                              </m:ctrlPr>
                            </m:dPr>
                            <m:e>
                              <m:r>
                                <a:rPr lang="zh-CN" altLang="en-US" sz="2800" b="1" i="1">
                                  <a:solidFill>
                                    <a:srgbClr val="FFFF00"/>
                                  </a:solidFill>
                                  <a:latin typeface="Cambria Math" panose="02040503050406030204" pitchFamily="18" charset="0"/>
                                </a:rPr>
                                <m:t>𝒙</m:t>
                              </m:r>
                            </m:e>
                          </m:d>
                        </m:e>
                        <m:sup>
                          <m:r>
                            <a:rPr lang="zh-CN" altLang="en-US" sz="2800" i="1">
                              <a:solidFill>
                                <a:srgbClr val="FFFF00"/>
                              </a:solidFill>
                              <a:latin typeface="Cambria Math" panose="02040503050406030204" pitchFamily="18" charset="0"/>
                            </a:rPr>
                            <m:t>𝑎</m:t>
                          </m:r>
                        </m:sup>
                      </m:sSup>
                      <m:r>
                        <a:rPr lang="zh-CN" altLang="en-US" sz="2800" i="1">
                          <a:solidFill>
                            <a:schemeClr val="bg1"/>
                          </a:solidFill>
                          <a:latin typeface="Cambria Math" panose="02040503050406030204" pitchFamily="18" charset="0"/>
                        </a:rPr>
                        <m:t>,   ∀</m:t>
                      </m:r>
                      <m:r>
                        <a:rPr lang="zh-CN" altLang="en-US" sz="2800" i="1">
                          <a:solidFill>
                            <a:schemeClr val="bg1"/>
                          </a:solidFill>
                          <a:latin typeface="Cambria Math" panose="02040503050406030204" pitchFamily="18" charset="0"/>
                        </a:rPr>
                        <m:t>𝑡</m:t>
                      </m:r>
                      <m:r>
                        <a:rPr lang="zh-CN" altLang="en-US" sz="2800" i="1">
                          <a:solidFill>
                            <a:schemeClr val="bg1"/>
                          </a:solidFill>
                          <a:latin typeface="Cambria Math" panose="02040503050406030204" pitchFamily="18" charset="0"/>
                        </a:rPr>
                        <m:t>≥</m:t>
                      </m:r>
                      <m:sSub>
                        <m:sSubPr>
                          <m:ctrlPr>
                            <a:rPr lang="zh-CN" altLang="en-US" sz="2800" i="1">
                              <a:solidFill>
                                <a:schemeClr val="bg1"/>
                              </a:solidFill>
                              <a:latin typeface="Cambria Math" panose="02040503050406030204" pitchFamily="18" charset="0"/>
                            </a:rPr>
                          </m:ctrlPr>
                        </m:sSubPr>
                        <m:e>
                          <m:r>
                            <a:rPr lang="zh-CN" altLang="en-US" sz="2800" i="1">
                              <a:solidFill>
                                <a:schemeClr val="bg1"/>
                              </a:solidFill>
                              <a:latin typeface="Cambria Math" panose="02040503050406030204" pitchFamily="18" charset="0"/>
                            </a:rPr>
                            <m:t>𝑡</m:t>
                          </m:r>
                        </m:e>
                        <m:sub>
                          <m:r>
                            <a:rPr lang="zh-CN" altLang="en-US" sz="2800" i="1">
                              <a:solidFill>
                                <a:schemeClr val="bg1"/>
                              </a:solidFill>
                              <a:latin typeface="Cambria Math" panose="02040503050406030204" pitchFamily="18" charset="0"/>
                            </a:rPr>
                            <m:t>0</m:t>
                          </m:r>
                        </m:sub>
                      </m:sSub>
                    </m:oMath>
                  </m:oMathPara>
                </a14:m>
                <a:endParaRPr lang="zh-CN" altLang="en-US" sz="2800" dirty="0">
                  <a:solidFill>
                    <a:schemeClr val="bg1"/>
                  </a:solidFill>
                </a:endParaRPr>
              </a:p>
            </p:txBody>
          </p:sp>
        </mc:Choice>
        <mc:Fallback xmlns="">
          <p:sp>
            <p:nvSpPr>
              <p:cNvPr id="36" name="对象 35"/>
              <p:cNvSpPr txBox="1">
                <a:spLocks noRot="1" noChangeAspect="1" noMove="1" noResize="1" noEditPoints="1" noAdjustHandles="1" noChangeArrowheads="1" noChangeShapeType="1" noTextEdit="1"/>
              </p:cNvSpPr>
              <p:nvPr/>
            </p:nvSpPr>
            <p:spPr bwMode="auto">
              <a:xfrm>
                <a:off x="1630673" y="2958362"/>
                <a:ext cx="6035054" cy="671512"/>
              </a:xfrm>
              <a:prstGeom prst="rect">
                <a:avLst/>
              </a:prstGeom>
              <a:blipFill>
                <a:blip r:embed="rId5"/>
                <a:stretch>
                  <a:fillRect/>
                </a:stretch>
              </a:blipFill>
              <a:ln>
                <a:noFill/>
              </a:ln>
            </p:spPr>
            <p:txBody>
              <a:bodyPr/>
              <a:lstStyle/>
              <a:p>
                <a:r>
                  <a:rPr lang="zh-CN" altLang="en-US">
                    <a:noFill/>
                  </a:rPr>
                  <a:t> </a:t>
                </a:r>
              </a:p>
            </p:txBody>
          </p:sp>
        </mc:Fallback>
      </mc:AlternateContent>
      <p:sp>
        <p:nvSpPr>
          <p:cNvPr id="37" name="内容占位符 2"/>
          <p:cNvSpPr txBox="1">
            <a:spLocks/>
          </p:cNvSpPr>
          <p:nvPr/>
        </p:nvSpPr>
        <p:spPr>
          <a:xfrm>
            <a:off x="438472" y="4908898"/>
            <a:ext cx="8382000" cy="752350"/>
          </a:xfrm>
          <a:prstGeom prst="rect">
            <a:avLst/>
          </a:prstGeom>
        </p:spPr>
        <p:txBody>
          <a:bodyPr vert="horz" lIns="54864" tIns="91440" rtlCol="0">
            <a:normAutofit/>
          </a:bodyPr>
          <a:lstStyle>
            <a:lvl1pPr marL="438912" indent="-320040" algn="l" rtl="0" eaLnBrk="1" latinLnBrk="0" hangingPunct="1">
              <a:spcBef>
                <a:spcPts val="0"/>
              </a:spcBef>
              <a:buClr>
                <a:schemeClr val="accent1"/>
              </a:buClr>
              <a:buSzPct val="80000"/>
              <a:buFont typeface="Wingdings 2"/>
              <a:buChar char=""/>
              <a:defRPr kumimoji="0" sz="3200" kern="1200">
                <a:solidFill>
                  <a:schemeClr val="bg1"/>
                </a:solidFill>
                <a:latin typeface="Times New Roman" pitchFamily="18" charset="0"/>
                <a:ea typeface="+mn-ea"/>
                <a:cs typeface="Times New Roman" pitchFamily="18" charset="0"/>
              </a:defRPr>
            </a:lvl1pPr>
            <a:lvl2pPr marL="731520" indent="-274320" algn="l" rtl="0" eaLnBrk="1" latinLnBrk="0" hangingPunct="1">
              <a:spcBef>
                <a:spcPct val="20000"/>
              </a:spcBef>
              <a:buClr>
                <a:schemeClr val="accent2"/>
              </a:buClr>
              <a:buSzPct val="90000"/>
              <a:buFont typeface="Wingdings"/>
              <a:buChar char=""/>
              <a:defRPr kumimoji="0" sz="2800" kern="1200">
                <a:solidFill>
                  <a:schemeClr val="bg1"/>
                </a:solidFill>
                <a:latin typeface="Times New Roman" pitchFamily="18" charset="0"/>
                <a:ea typeface="+mn-ea"/>
                <a:cs typeface="Times New Roman" pitchFamily="18" charset="0"/>
              </a:defRPr>
            </a:lvl2pPr>
            <a:lvl3pPr marL="996696" indent="-228600" algn="l" rtl="0" eaLnBrk="1" latinLnBrk="0" hangingPunct="1">
              <a:spcBef>
                <a:spcPct val="20000"/>
              </a:spcBef>
              <a:buClr>
                <a:schemeClr val="accent3"/>
              </a:buClr>
              <a:buFont typeface="Arial"/>
              <a:buChar char="▪"/>
              <a:defRPr kumimoji="0" sz="2400" kern="1200">
                <a:solidFill>
                  <a:schemeClr val="bg1"/>
                </a:solidFill>
                <a:latin typeface="Times New Roman" pitchFamily="18" charset="0"/>
                <a:ea typeface="+mn-ea"/>
                <a:cs typeface="Times New Roman" pitchFamily="18" charset="0"/>
              </a:defRPr>
            </a:lvl3pPr>
            <a:lvl4pPr marL="1216152" indent="-182880" algn="l" rtl="0" eaLnBrk="1" latinLnBrk="0" hangingPunct="1">
              <a:spcBef>
                <a:spcPct val="20000"/>
              </a:spcBef>
              <a:buClr>
                <a:schemeClr val="accent4"/>
              </a:buClr>
              <a:buFont typeface="Arial"/>
              <a:buChar char="▪"/>
              <a:defRPr kumimoji="0" sz="2000" kern="1200">
                <a:solidFill>
                  <a:schemeClr val="bg1"/>
                </a:solidFill>
                <a:latin typeface="Times New Roman" pitchFamily="18" charset="0"/>
                <a:ea typeface="+mn-ea"/>
                <a:cs typeface="Times New Roman" pitchFamily="18" charset="0"/>
              </a:defRPr>
            </a:lvl4pPr>
            <a:lvl5pPr marL="1426464" indent="-182880" algn="l" rtl="0" eaLnBrk="1" latinLnBrk="0" hangingPunct="1">
              <a:spcBef>
                <a:spcPct val="20000"/>
              </a:spcBef>
              <a:buClr>
                <a:schemeClr val="accent5"/>
              </a:buClr>
              <a:buFont typeface="Wingdings 3"/>
              <a:buChar char=""/>
              <a:defRPr kumimoji="0" lang="en-US" sz="2000" kern="1200" smtClean="0">
                <a:solidFill>
                  <a:schemeClr val="tx1"/>
                </a:solidFill>
                <a:latin typeface="Times New Roman" pitchFamily="18" charset="0"/>
                <a:ea typeface="+mn-ea"/>
                <a:cs typeface="Times New Roman" pitchFamily="18" charset="0"/>
              </a:defRPr>
            </a:lvl5pPr>
            <a:lvl6pPr marL="1627632" indent="-182880" algn="l" rtl="0" eaLnBrk="1" latinLnBrk="0" hangingPunct="1">
              <a:spcBef>
                <a:spcPct val="20000"/>
              </a:spcBef>
              <a:buClr>
                <a:schemeClr val="accent6"/>
              </a:buClr>
              <a:buSzPct val="100000"/>
              <a:buFont typeface="Wingdings 2"/>
              <a:buChar char=""/>
              <a:defRPr kumimoji="0" sz="2000" kern="1200">
                <a:solidFill>
                  <a:schemeClr val="tx1"/>
                </a:solidFill>
                <a:latin typeface="+mn-lt"/>
                <a:ea typeface="+mn-ea"/>
                <a:cs typeface="+mn-cs"/>
              </a:defRPr>
            </a:lvl6pPr>
            <a:lvl7pPr marL="1828800" indent="-182880" algn="l" rtl="0" eaLnBrk="1" latinLnBrk="0" hangingPunct="1">
              <a:spcBef>
                <a:spcPct val="20000"/>
              </a:spcBef>
              <a:buClr>
                <a:schemeClr val="accent1"/>
              </a:buClr>
              <a:buSzPct val="100000"/>
              <a:buFont typeface="Wingdings 2"/>
              <a:buChar char=""/>
              <a:defRPr kumimoji="0" sz="1800" kern="1200">
                <a:solidFill>
                  <a:schemeClr val="tx1"/>
                </a:solidFill>
                <a:latin typeface="+mn-lt"/>
                <a:ea typeface="+mn-ea"/>
                <a:cs typeface="+mn-cs"/>
              </a:defRPr>
            </a:lvl7pPr>
            <a:lvl8pPr marL="2029968" indent="-182880" algn="l" rtl="0" eaLnBrk="1" latinLnBrk="0" hangingPunct="1">
              <a:spcBef>
                <a:spcPct val="20000"/>
              </a:spcBef>
              <a:buClr>
                <a:schemeClr val="accent2"/>
              </a:buClr>
              <a:buFont typeface="Wingdings 2" pitchFamily="18" charset="2"/>
              <a:buChar char=""/>
              <a:defRPr kumimoji="0" sz="1800" kern="1200">
                <a:solidFill>
                  <a:schemeClr val="tx1"/>
                </a:solidFill>
                <a:latin typeface="+mn-lt"/>
                <a:ea typeface="+mn-ea"/>
                <a:cs typeface="+mn-cs"/>
              </a:defRPr>
            </a:lvl8pPr>
            <a:lvl9pPr marL="2231136" indent="-182880" algn="l" rtl="0" eaLnBrk="1" latinLnBrk="0" hangingPunct="1">
              <a:spcBef>
                <a:spcPct val="20000"/>
              </a:spcBef>
              <a:buClr>
                <a:schemeClr val="accent3"/>
              </a:buClr>
              <a:buFont typeface="Wingdings 2" pitchFamily="18" charset="2"/>
              <a:buChar char=""/>
              <a:defRPr kumimoji="0" sz="1800" kern="1200" baseline="0">
                <a:solidFill>
                  <a:schemeClr val="tx1"/>
                </a:solidFill>
                <a:latin typeface="+mn-lt"/>
                <a:ea typeface="+mn-ea"/>
                <a:cs typeface="+mn-cs"/>
              </a:defRPr>
            </a:lvl9pPr>
            <a:extLst/>
          </a:lstStyle>
          <a:p>
            <a:pPr marL="118872" indent="0">
              <a:lnSpc>
                <a:spcPts val="4000"/>
              </a:lnSpc>
              <a:buNone/>
            </a:pPr>
            <a:r>
              <a:rPr lang="zh-CN" altLang="en-US" sz="2800" b="1" dirty="0"/>
              <a:t>那么，系统的平衡点（局部）</a:t>
            </a:r>
            <a:r>
              <a:rPr lang="zh-CN" altLang="en-US" sz="2800" b="1" dirty="0">
                <a:solidFill>
                  <a:srgbClr val="FFFF00"/>
                </a:solidFill>
              </a:rPr>
              <a:t>指数稳定。</a:t>
            </a:r>
            <a:endParaRPr lang="zh-CN" altLang="en-US" sz="2800" b="1" dirty="0"/>
          </a:p>
        </p:txBody>
      </p:sp>
      <mc:AlternateContent xmlns:mc="http://schemas.openxmlformats.org/markup-compatibility/2006" xmlns:a14="http://schemas.microsoft.com/office/drawing/2010/main">
        <mc:Choice Requires="a14">
          <p:sp>
            <p:nvSpPr>
              <p:cNvPr id="5" name="对象 4"/>
              <p:cNvSpPr txBox="1"/>
              <p:nvPr/>
            </p:nvSpPr>
            <p:spPr bwMode="auto">
              <a:xfrm>
                <a:off x="2188355" y="3688111"/>
                <a:ext cx="4767287" cy="671512"/>
              </a:xfrm>
              <a:prstGeom prst="rect">
                <a:avLst/>
              </a:prstGeom>
              <a:noFill/>
              <a:ln>
                <a:noFill/>
              </a:ln>
            </p:spPr>
            <p:txBody>
              <a:bodyPr>
                <a:noAutofit/>
              </a:bodyPr>
              <a:lstStyle/>
              <a:p>
                <a:pPr/>
                <a14:m>
                  <m:oMathPara xmlns:m="http://schemas.openxmlformats.org/officeDocument/2006/math">
                    <m:oMathParaPr>
                      <m:jc m:val="left"/>
                    </m:oMathParaPr>
                    <m:oMath xmlns:m="http://schemas.openxmlformats.org/officeDocument/2006/math">
                      <m:acc>
                        <m:accPr>
                          <m:chr m:val="̇"/>
                          <m:ctrlPr>
                            <a:rPr lang="zh-CN" altLang="en-US" sz="2800" i="1" smtClean="0">
                              <a:solidFill>
                                <a:srgbClr val="FFFF00"/>
                              </a:solidFill>
                              <a:latin typeface="Cambria Math" panose="02040503050406030204" pitchFamily="18" charset="0"/>
                            </a:rPr>
                          </m:ctrlPr>
                        </m:accPr>
                        <m:e>
                          <m:r>
                            <a:rPr lang="zh-CN" altLang="en-US" sz="2800" i="1">
                              <a:solidFill>
                                <a:srgbClr val="FFFF00"/>
                              </a:solidFill>
                              <a:latin typeface="Cambria Math" panose="02040503050406030204" pitchFamily="18" charset="0"/>
                            </a:rPr>
                            <m:t>𝑉</m:t>
                          </m:r>
                        </m:e>
                      </m:acc>
                      <m:r>
                        <a:rPr lang="zh-CN" altLang="en-US" sz="2800" i="1">
                          <a:solidFill>
                            <a:srgbClr val="FFFF00"/>
                          </a:solidFill>
                          <a:latin typeface="Cambria Math" panose="02040503050406030204" pitchFamily="18" charset="0"/>
                        </a:rPr>
                        <m:t>(</m:t>
                      </m:r>
                      <m:r>
                        <a:rPr lang="zh-CN" altLang="en-US" sz="2800" b="1" i="1">
                          <a:solidFill>
                            <a:srgbClr val="FFFF00"/>
                          </a:solidFill>
                          <a:latin typeface="Cambria Math" panose="02040503050406030204" pitchFamily="18" charset="0"/>
                        </a:rPr>
                        <m:t>𝒙</m:t>
                      </m:r>
                      <m:r>
                        <a:rPr lang="zh-CN" altLang="en-US" sz="2800" i="1">
                          <a:solidFill>
                            <a:srgbClr val="FFFF00"/>
                          </a:solidFill>
                          <a:latin typeface="Cambria Math" panose="02040503050406030204" pitchFamily="18" charset="0"/>
                        </a:rPr>
                        <m:t>,</m:t>
                      </m:r>
                      <m:r>
                        <a:rPr lang="zh-CN" altLang="en-US" sz="2800" i="1">
                          <a:solidFill>
                            <a:srgbClr val="FFFF00"/>
                          </a:solidFill>
                          <a:latin typeface="Cambria Math" panose="02040503050406030204" pitchFamily="18" charset="0"/>
                        </a:rPr>
                        <m:t>𝑡</m:t>
                      </m:r>
                      <m:r>
                        <a:rPr lang="zh-CN" altLang="en-US" sz="2800" i="1">
                          <a:solidFill>
                            <a:srgbClr val="FFFF00"/>
                          </a:solidFill>
                          <a:latin typeface="Cambria Math" panose="02040503050406030204" pitchFamily="18" charset="0"/>
                        </a:rPr>
                        <m:t>)≤−</m:t>
                      </m:r>
                      <m:sSub>
                        <m:sSubPr>
                          <m:ctrlPr>
                            <a:rPr lang="zh-CN" altLang="en-US" sz="2800" i="1">
                              <a:solidFill>
                                <a:srgbClr val="FFFF00"/>
                              </a:solidFill>
                              <a:latin typeface="Cambria Math" panose="02040503050406030204" pitchFamily="18" charset="0"/>
                            </a:rPr>
                          </m:ctrlPr>
                        </m:sSubPr>
                        <m:e>
                          <m:r>
                            <a:rPr lang="zh-CN" altLang="en-US" sz="2800" i="1">
                              <a:solidFill>
                                <a:srgbClr val="FFFF00"/>
                              </a:solidFill>
                              <a:latin typeface="Cambria Math" panose="02040503050406030204" pitchFamily="18" charset="0"/>
                            </a:rPr>
                            <m:t>𝑘</m:t>
                          </m:r>
                        </m:e>
                        <m:sub>
                          <m:r>
                            <a:rPr lang="zh-CN" altLang="en-US" sz="2800" i="1">
                              <a:solidFill>
                                <a:srgbClr val="FFFF00"/>
                              </a:solidFill>
                              <a:latin typeface="Cambria Math" panose="02040503050406030204" pitchFamily="18" charset="0"/>
                            </a:rPr>
                            <m:t>3</m:t>
                          </m:r>
                        </m:sub>
                      </m:sSub>
                      <m:sSup>
                        <m:sSupPr>
                          <m:ctrlPr>
                            <a:rPr lang="zh-CN" altLang="en-US" sz="2800" i="1">
                              <a:solidFill>
                                <a:srgbClr val="FFFF00"/>
                              </a:solidFill>
                              <a:latin typeface="Cambria Math" panose="02040503050406030204" pitchFamily="18" charset="0"/>
                            </a:rPr>
                          </m:ctrlPr>
                        </m:sSupPr>
                        <m:e>
                          <m:d>
                            <m:dPr>
                              <m:begChr m:val="‖"/>
                              <m:endChr m:val="‖"/>
                              <m:ctrlPr>
                                <a:rPr lang="zh-CN" altLang="en-US" sz="2800" b="1" i="1">
                                  <a:solidFill>
                                    <a:srgbClr val="FFFF00"/>
                                  </a:solidFill>
                                  <a:latin typeface="Cambria Math" panose="02040503050406030204" pitchFamily="18" charset="0"/>
                                </a:rPr>
                              </m:ctrlPr>
                            </m:dPr>
                            <m:e>
                              <m:r>
                                <a:rPr lang="zh-CN" altLang="en-US" sz="2800" b="1" i="1">
                                  <a:solidFill>
                                    <a:srgbClr val="FFFF00"/>
                                  </a:solidFill>
                                  <a:latin typeface="Cambria Math" panose="02040503050406030204" pitchFamily="18" charset="0"/>
                                </a:rPr>
                                <m:t>𝒙</m:t>
                              </m:r>
                            </m:e>
                          </m:d>
                        </m:e>
                        <m:sup>
                          <m:r>
                            <a:rPr lang="zh-CN" altLang="en-US" sz="2800" i="1">
                              <a:solidFill>
                                <a:srgbClr val="FFFF00"/>
                              </a:solidFill>
                              <a:latin typeface="Cambria Math" panose="02040503050406030204" pitchFamily="18" charset="0"/>
                            </a:rPr>
                            <m:t>𝑎</m:t>
                          </m:r>
                        </m:sup>
                      </m:sSup>
                      <m:r>
                        <a:rPr lang="zh-CN" altLang="en-US" sz="2800" i="1" smtClean="0">
                          <a:solidFill>
                            <a:schemeClr val="bg1"/>
                          </a:solidFill>
                          <a:latin typeface="Cambria Math" panose="02040503050406030204" pitchFamily="18" charset="0"/>
                        </a:rPr>
                        <m:t>,   ∀</m:t>
                      </m:r>
                      <m:r>
                        <a:rPr lang="zh-CN" altLang="en-US" sz="2800" i="1" smtClean="0">
                          <a:solidFill>
                            <a:schemeClr val="bg1"/>
                          </a:solidFill>
                          <a:latin typeface="Cambria Math" panose="02040503050406030204" pitchFamily="18" charset="0"/>
                        </a:rPr>
                        <m:t>𝑡</m:t>
                      </m:r>
                      <m:r>
                        <a:rPr lang="zh-CN" altLang="en-US" sz="2800" i="1" smtClean="0">
                          <a:solidFill>
                            <a:schemeClr val="bg1"/>
                          </a:solidFill>
                          <a:latin typeface="Cambria Math" panose="02040503050406030204" pitchFamily="18" charset="0"/>
                        </a:rPr>
                        <m:t>≥</m:t>
                      </m:r>
                      <m:sSub>
                        <m:sSubPr>
                          <m:ctrlPr>
                            <a:rPr lang="zh-CN" altLang="en-US" sz="2800" i="1">
                              <a:solidFill>
                                <a:schemeClr val="bg1"/>
                              </a:solidFill>
                              <a:latin typeface="Cambria Math" panose="02040503050406030204" pitchFamily="18" charset="0"/>
                            </a:rPr>
                          </m:ctrlPr>
                        </m:sSubPr>
                        <m:e>
                          <m:r>
                            <a:rPr lang="zh-CN" altLang="en-US" sz="2800" i="1">
                              <a:solidFill>
                                <a:schemeClr val="bg1"/>
                              </a:solidFill>
                              <a:latin typeface="Cambria Math" panose="02040503050406030204" pitchFamily="18" charset="0"/>
                            </a:rPr>
                            <m:t>𝑡</m:t>
                          </m:r>
                        </m:e>
                        <m:sub>
                          <m:r>
                            <a:rPr lang="zh-CN" altLang="en-US" sz="2800" i="1">
                              <a:solidFill>
                                <a:schemeClr val="bg1"/>
                              </a:solidFill>
                              <a:latin typeface="Cambria Math" panose="02040503050406030204" pitchFamily="18" charset="0"/>
                            </a:rPr>
                            <m:t>0</m:t>
                          </m:r>
                        </m:sub>
                      </m:sSub>
                    </m:oMath>
                  </m:oMathPara>
                </a14:m>
                <a:endParaRPr lang="zh-CN" altLang="en-US" sz="2800" dirty="0">
                  <a:solidFill>
                    <a:srgbClr val="FFFF00"/>
                  </a:solidFill>
                </a:endParaRPr>
              </a:p>
            </p:txBody>
          </p:sp>
        </mc:Choice>
        <mc:Fallback xmlns="">
          <p:sp>
            <p:nvSpPr>
              <p:cNvPr id="5" name="对象 4"/>
              <p:cNvSpPr txBox="1">
                <a:spLocks noRot="1" noChangeAspect="1" noMove="1" noResize="1" noEditPoints="1" noAdjustHandles="1" noChangeArrowheads="1" noChangeShapeType="1" noTextEdit="1"/>
              </p:cNvSpPr>
              <p:nvPr/>
            </p:nvSpPr>
            <p:spPr bwMode="auto">
              <a:xfrm>
                <a:off x="2188355" y="3688111"/>
                <a:ext cx="4767287" cy="671512"/>
              </a:xfrm>
              <a:prstGeom prst="rect">
                <a:avLst/>
              </a:prstGeom>
              <a:blipFill>
                <a:blip r:embed="rId6"/>
                <a:stretch>
                  <a:fillRect/>
                </a:stretch>
              </a:blipFill>
              <a:ln>
                <a:no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 name="对象 7"/>
              <p:cNvSpPr txBox="1"/>
              <p:nvPr/>
            </p:nvSpPr>
            <p:spPr bwMode="auto">
              <a:xfrm>
                <a:off x="3284897" y="4359623"/>
                <a:ext cx="2574205" cy="549275"/>
              </a:xfrm>
              <a:prstGeom prst="rect">
                <a:avLst/>
              </a:prstGeom>
              <a:noFill/>
              <a:ln>
                <a:noFill/>
              </a:ln>
            </p:spPr>
            <p:txBody>
              <a:bodyPr>
                <a:noAutofit/>
              </a:bodyPr>
              <a:lstStyle/>
              <a:p>
                <a:pPr/>
                <a14:m>
                  <m:oMathPara xmlns:m="http://schemas.openxmlformats.org/officeDocument/2006/math">
                    <m:oMathParaPr>
                      <m:jc m:val="left"/>
                    </m:oMathParaPr>
                    <m:oMath xmlns:m="http://schemas.openxmlformats.org/officeDocument/2006/math">
                      <m:sSub>
                        <m:sSubPr>
                          <m:ctrlPr>
                            <a:rPr lang="zh-CN" altLang="en-US" sz="2800" i="1" smtClean="0">
                              <a:solidFill>
                                <a:schemeClr val="bg1"/>
                              </a:solidFill>
                              <a:latin typeface="Cambria Math" panose="02040503050406030204" pitchFamily="18" charset="0"/>
                            </a:rPr>
                          </m:ctrlPr>
                        </m:sSubPr>
                        <m:e>
                          <m:r>
                            <a:rPr lang="zh-CN" altLang="en-US" sz="2800" i="1">
                              <a:solidFill>
                                <a:schemeClr val="bg1"/>
                              </a:solidFill>
                              <a:latin typeface="Cambria Math" panose="02040503050406030204" pitchFamily="18" charset="0"/>
                            </a:rPr>
                            <m:t>𝑘</m:t>
                          </m:r>
                        </m:e>
                        <m:sub>
                          <m:r>
                            <a:rPr lang="zh-CN" altLang="en-US" sz="2800" i="1">
                              <a:solidFill>
                                <a:schemeClr val="bg1"/>
                              </a:solidFill>
                              <a:latin typeface="Cambria Math" panose="02040503050406030204" pitchFamily="18" charset="0"/>
                            </a:rPr>
                            <m:t>1</m:t>
                          </m:r>
                        </m:sub>
                      </m:sSub>
                      <m:r>
                        <a:rPr lang="zh-CN" altLang="en-US" sz="2800" i="1">
                          <a:solidFill>
                            <a:schemeClr val="bg1"/>
                          </a:solidFill>
                          <a:latin typeface="Cambria Math" panose="02040503050406030204" pitchFamily="18" charset="0"/>
                        </a:rPr>
                        <m:t>,</m:t>
                      </m:r>
                      <m:sSub>
                        <m:sSubPr>
                          <m:ctrlPr>
                            <a:rPr lang="zh-CN" altLang="en-US" sz="2800" i="1">
                              <a:solidFill>
                                <a:schemeClr val="bg1"/>
                              </a:solidFill>
                              <a:latin typeface="Cambria Math" panose="02040503050406030204" pitchFamily="18" charset="0"/>
                            </a:rPr>
                          </m:ctrlPr>
                        </m:sSubPr>
                        <m:e>
                          <m:r>
                            <a:rPr lang="zh-CN" altLang="en-US" sz="2800" i="1">
                              <a:solidFill>
                                <a:schemeClr val="bg1"/>
                              </a:solidFill>
                              <a:latin typeface="Cambria Math" panose="02040503050406030204" pitchFamily="18" charset="0"/>
                            </a:rPr>
                            <m:t>𝑘</m:t>
                          </m:r>
                        </m:e>
                        <m:sub>
                          <m:r>
                            <a:rPr lang="zh-CN" altLang="en-US" sz="2800" i="1">
                              <a:solidFill>
                                <a:schemeClr val="bg1"/>
                              </a:solidFill>
                              <a:latin typeface="Cambria Math" panose="02040503050406030204" pitchFamily="18" charset="0"/>
                            </a:rPr>
                            <m:t>2</m:t>
                          </m:r>
                        </m:sub>
                      </m:sSub>
                      <m:r>
                        <a:rPr lang="zh-CN" altLang="en-US" sz="2800" i="1">
                          <a:solidFill>
                            <a:schemeClr val="bg1"/>
                          </a:solidFill>
                          <a:latin typeface="Cambria Math" panose="02040503050406030204" pitchFamily="18" charset="0"/>
                        </a:rPr>
                        <m:t>,</m:t>
                      </m:r>
                      <m:sSub>
                        <m:sSubPr>
                          <m:ctrlPr>
                            <a:rPr lang="zh-CN" altLang="en-US" sz="2800" i="1">
                              <a:solidFill>
                                <a:schemeClr val="bg1"/>
                              </a:solidFill>
                              <a:latin typeface="Cambria Math" panose="02040503050406030204" pitchFamily="18" charset="0"/>
                            </a:rPr>
                          </m:ctrlPr>
                        </m:sSubPr>
                        <m:e>
                          <m:r>
                            <a:rPr lang="zh-CN" altLang="en-US" sz="2800" i="1">
                              <a:solidFill>
                                <a:schemeClr val="bg1"/>
                              </a:solidFill>
                              <a:latin typeface="Cambria Math" panose="02040503050406030204" pitchFamily="18" charset="0"/>
                            </a:rPr>
                            <m:t>𝑘</m:t>
                          </m:r>
                        </m:e>
                        <m:sub>
                          <m:r>
                            <a:rPr lang="zh-CN" altLang="en-US" sz="2800" i="1">
                              <a:solidFill>
                                <a:schemeClr val="bg1"/>
                              </a:solidFill>
                              <a:latin typeface="Cambria Math" panose="02040503050406030204" pitchFamily="18" charset="0"/>
                            </a:rPr>
                            <m:t>3</m:t>
                          </m:r>
                        </m:sub>
                      </m:sSub>
                      <m:r>
                        <a:rPr lang="zh-CN" altLang="en-US" sz="2800" i="1">
                          <a:solidFill>
                            <a:schemeClr val="bg1"/>
                          </a:solidFill>
                          <a:latin typeface="Cambria Math" panose="02040503050406030204" pitchFamily="18" charset="0"/>
                        </a:rPr>
                        <m:t>,</m:t>
                      </m:r>
                      <m:r>
                        <a:rPr lang="zh-CN" altLang="en-US" sz="2800" i="1">
                          <a:solidFill>
                            <a:schemeClr val="bg1"/>
                          </a:solidFill>
                          <a:latin typeface="Cambria Math" panose="02040503050406030204" pitchFamily="18" charset="0"/>
                        </a:rPr>
                        <m:t>𝑎</m:t>
                      </m:r>
                      <m:r>
                        <a:rPr lang="zh-CN" altLang="en-US" sz="2800" i="1">
                          <a:solidFill>
                            <a:schemeClr val="bg1"/>
                          </a:solidFill>
                          <a:latin typeface="Cambria Math" panose="02040503050406030204" pitchFamily="18" charset="0"/>
                        </a:rPr>
                        <m:t>&gt;0</m:t>
                      </m:r>
                    </m:oMath>
                  </m:oMathPara>
                </a14:m>
                <a:endParaRPr lang="zh-CN" altLang="en-US" sz="2800" dirty="0">
                  <a:solidFill>
                    <a:schemeClr val="bg1"/>
                  </a:solidFill>
                </a:endParaRPr>
              </a:p>
            </p:txBody>
          </p:sp>
        </mc:Choice>
        <mc:Fallback xmlns="">
          <p:sp>
            <p:nvSpPr>
              <p:cNvPr id="8" name="对象 7"/>
              <p:cNvSpPr txBox="1">
                <a:spLocks noRot="1" noChangeAspect="1" noMove="1" noResize="1" noEditPoints="1" noAdjustHandles="1" noChangeArrowheads="1" noChangeShapeType="1" noTextEdit="1"/>
              </p:cNvSpPr>
              <p:nvPr/>
            </p:nvSpPr>
            <p:spPr bwMode="auto">
              <a:xfrm>
                <a:off x="3284897" y="4359623"/>
                <a:ext cx="2574205" cy="549275"/>
              </a:xfrm>
              <a:prstGeom prst="rect">
                <a:avLst/>
              </a:prstGeom>
              <a:blipFill>
                <a:blip r:embed="rId7"/>
                <a:stretch>
                  <a:fillRect/>
                </a:stretch>
              </a:blipFill>
              <a:ln>
                <a:noFill/>
              </a:ln>
            </p:spPr>
            <p:txBody>
              <a:bodyPr/>
              <a:lstStyle/>
              <a:p>
                <a:r>
                  <a:rPr lang="zh-CN" altLang="en-US">
                    <a:noFill/>
                  </a:rPr>
                  <a:t> </a:t>
                </a:r>
              </a:p>
            </p:txBody>
          </p:sp>
        </mc:Fallback>
      </mc:AlternateContent>
      <p:sp>
        <p:nvSpPr>
          <p:cNvPr id="18" name="内容占位符 2"/>
          <p:cNvSpPr txBox="1">
            <a:spLocks/>
          </p:cNvSpPr>
          <p:nvPr/>
        </p:nvSpPr>
        <p:spPr>
          <a:xfrm>
            <a:off x="457200" y="5445224"/>
            <a:ext cx="8382000" cy="720080"/>
          </a:xfrm>
          <a:prstGeom prst="rect">
            <a:avLst/>
          </a:prstGeom>
        </p:spPr>
        <p:txBody>
          <a:bodyPr vert="horz" lIns="54864" tIns="91440" rtlCol="0">
            <a:normAutofit/>
          </a:bodyPr>
          <a:lstStyle>
            <a:lvl1pPr marL="438912" indent="-320040" algn="l" rtl="0" eaLnBrk="1" latinLnBrk="0" hangingPunct="1">
              <a:spcBef>
                <a:spcPts val="0"/>
              </a:spcBef>
              <a:buClr>
                <a:schemeClr val="accent1"/>
              </a:buClr>
              <a:buSzPct val="80000"/>
              <a:buFont typeface="Wingdings 2"/>
              <a:buChar char=""/>
              <a:defRPr kumimoji="0" sz="3200" kern="1200">
                <a:solidFill>
                  <a:schemeClr val="bg1"/>
                </a:solidFill>
                <a:latin typeface="Times New Roman" pitchFamily="18" charset="0"/>
                <a:ea typeface="+mn-ea"/>
                <a:cs typeface="Times New Roman" pitchFamily="18" charset="0"/>
              </a:defRPr>
            </a:lvl1pPr>
            <a:lvl2pPr marL="731520" indent="-274320" algn="l" rtl="0" eaLnBrk="1" latinLnBrk="0" hangingPunct="1">
              <a:spcBef>
                <a:spcPct val="20000"/>
              </a:spcBef>
              <a:buClr>
                <a:schemeClr val="accent2"/>
              </a:buClr>
              <a:buSzPct val="90000"/>
              <a:buFont typeface="Wingdings"/>
              <a:buChar char=""/>
              <a:defRPr kumimoji="0" sz="2800" kern="1200">
                <a:solidFill>
                  <a:schemeClr val="bg1"/>
                </a:solidFill>
                <a:latin typeface="Times New Roman" pitchFamily="18" charset="0"/>
                <a:ea typeface="+mn-ea"/>
                <a:cs typeface="Times New Roman" pitchFamily="18" charset="0"/>
              </a:defRPr>
            </a:lvl2pPr>
            <a:lvl3pPr marL="996696" indent="-228600" algn="l" rtl="0" eaLnBrk="1" latinLnBrk="0" hangingPunct="1">
              <a:spcBef>
                <a:spcPct val="20000"/>
              </a:spcBef>
              <a:buClr>
                <a:schemeClr val="accent3"/>
              </a:buClr>
              <a:buFont typeface="Arial"/>
              <a:buChar char="▪"/>
              <a:defRPr kumimoji="0" sz="2400" kern="1200">
                <a:solidFill>
                  <a:schemeClr val="bg1"/>
                </a:solidFill>
                <a:latin typeface="Times New Roman" pitchFamily="18" charset="0"/>
                <a:ea typeface="+mn-ea"/>
                <a:cs typeface="Times New Roman" pitchFamily="18" charset="0"/>
              </a:defRPr>
            </a:lvl3pPr>
            <a:lvl4pPr marL="1216152" indent="-182880" algn="l" rtl="0" eaLnBrk="1" latinLnBrk="0" hangingPunct="1">
              <a:spcBef>
                <a:spcPct val="20000"/>
              </a:spcBef>
              <a:buClr>
                <a:schemeClr val="accent4"/>
              </a:buClr>
              <a:buFont typeface="Arial"/>
              <a:buChar char="▪"/>
              <a:defRPr kumimoji="0" sz="2000" kern="1200">
                <a:solidFill>
                  <a:schemeClr val="bg1"/>
                </a:solidFill>
                <a:latin typeface="Times New Roman" pitchFamily="18" charset="0"/>
                <a:ea typeface="+mn-ea"/>
                <a:cs typeface="Times New Roman" pitchFamily="18" charset="0"/>
              </a:defRPr>
            </a:lvl4pPr>
            <a:lvl5pPr marL="1426464" indent="-182880" algn="l" rtl="0" eaLnBrk="1" latinLnBrk="0" hangingPunct="1">
              <a:spcBef>
                <a:spcPct val="20000"/>
              </a:spcBef>
              <a:buClr>
                <a:schemeClr val="accent5"/>
              </a:buClr>
              <a:buFont typeface="Wingdings 3"/>
              <a:buChar char=""/>
              <a:defRPr kumimoji="0" lang="en-US" sz="2000" kern="1200" smtClean="0">
                <a:solidFill>
                  <a:schemeClr val="tx1"/>
                </a:solidFill>
                <a:latin typeface="Times New Roman" pitchFamily="18" charset="0"/>
                <a:ea typeface="+mn-ea"/>
                <a:cs typeface="Times New Roman" pitchFamily="18" charset="0"/>
              </a:defRPr>
            </a:lvl5pPr>
            <a:lvl6pPr marL="1627632" indent="-182880" algn="l" rtl="0" eaLnBrk="1" latinLnBrk="0" hangingPunct="1">
              <a:spcBef>
                <a:spcPct val="20000"/>
              </a:spcBef>
              <a:buClr>
                <a:schemeClr val="accent6"/>
              </a:buClr>
              <a:buSzPct val="100000"/>
              <a:buFont typeface="Wingdings 2"/>
              <a:buChar char=""/>
              <a:defRPr kumimoji="0" sz="2000" kern="1200">
                <a:solidFill>
                  <a:schemeClr val="tx1"/>
                </a:solidFill>
                <a:latin typeface="+mn-lt"/>
                <a:ea typeface="+mn-ea"/>
                <a:cs typeface="+mn-cs"/>
              </a:defRPr>
            </a:lvl6pPr>
            <a:lvl7pPr marL="1828800" indent="-182880" algn="l" rtl="0" eaLnBrk="1" latinLnBrk="0" hangingPunct="1">
              <a:spcBef>
                <a:spcPct val="20000"/>
              </a:spcBef>
              <a:buClr>
                <a:schemeClr val="accent1"/>
              </a:buClr>
              <a:buSzPct val="100000"/>
              <a:buFont typeface="Wingdings 2"/>
              <a:buChar char=""/>
              <a:defRPr kumimoji="0" sz="1800" kern="1200">
                <a:solidFill>
                  <a:schemeClr val="tx1"/>
                </a:solidFill>
                <a:latin typeface="+mn-lt"/>
                <a:ea typeface="+mn-ea"/>
                <a:cs typeface="+mn-cs"/>
              </a:defRPr>
            </a:lvl7pPr>
            <a:lvl8pPr marL="2029968" indent="-182880" algn="l" rtl="0" eaLnBrk="1" latinLnBrk="0" hangingPunct="1">
              <a:spcBef>
                <a:spcPct val="20000"/>
              </a:spcBef>
              <a:buClr>
                <a:schemeClr val="accent2"/>
              </a:buClr>
              <a:buFont typeface="Wingdings 2" pitchFamily="18" charset="2"/>
              <a:buChar char=""/>
              <a:defRPr kumimoji="0" sz="1800" kern="1200">
                <a:solidFill>
                  <a:schemeClr val="tx1"/>
                </a:solidFill>
                <a:latin typeface="+mn-lt"/>
                <a:ea typeface="+mn-ea"/>
                <a:cs typeface="+mn-cs"/>
              </a:defRPr>
            </a:lvl8pPr>
            <a:lvl9pPr marL="2231136" indent="-182880" algn="l" rtl="0" eaLnBrk="1" latinLnBrk="0" hangingPunct="1">
              <a:spcBef>
                <a:spcPct val="20000"/>
              </a:spcBef>
              <a:buClr>
                <a:schemeClr val="accent3"/>
              </a:buClr>
              <a:buFont typeface="Wingdings 2" pitchFamily="18" charset="2"/>
              <a:buChar char=""/>
              <a:defRPr kumimoji="0" sz="1800" kern="1200" baseline="0">
                <a:solidFill>
                  <a:schemeClr val="tx1"/>
                </a:solidFill>
                <a:latin typeface="+mn-lt"/>
                <a:ea typeface="+mn-ea"/>
                <a:cs typeface="+mn-cs"/>
              </a:defRPr>
            </a:lvl9pPr>
            <a:extLst/>
          </a:lstStyle>
          <a:p>
            <a:pPr>
              <a:lnSpc>
                <a:spcPts val="4000"/>
              </a:lnSpc>
            </a:pPr>
            <a:r>
              <a:rPr lang="zh-CN" altLang="en-US" sz="2800" b="1" dirty="0"/>
              <a:t>正定比较函数呢？</a:t>
            </a:r>
            <a:endParaRPr lang="en-US" altLang="zh-CN" sz="2800" b="1" dirty="0"/>
          </a:p>
        </p:txBody>
      </p:sp>
      <p:sp>
        <p:nvSpPr>
          <p:cNvPr id="14" name="日期占位符 3"/>
          <p:cNvSpPr txBox="1">
            <a:spLocks/>
          </p:cNvSpPr>
          <p:nvPr/>
        </p:nvSpPr>
        <p:spPr>
          <a:xfrm>
            <a:off x="457200" y="6476999"/>
            <a:ext cx="2133600" cy="274320"/>
          </a:xfrm>
          <a:prstGeom prst="rect">
            <a:avLst/>
          </a:prstGeom>
        </p:spPr>
        <p:txBody>
          <a:bodyPr vert="horz" lIns="109728" rIns="45720" bIns="0" rtlCol="0" anchor="b"/>
          <a:lstStyle>
            <a:defPPr>
              <a:defRPr lang="zh-CN"/>
            </a:defPPr>
            <a:lvl1pPr marL="0" algn="l" defTabSz="914400" rtl="0" eaLnBrk="1" latinLnBrk="0" hangingPunct="1">
              <a:defRPr kumimoji="0" sz="1800" kern="1200">
                <a:solidFill>
                  <a:srgbClr val="FF0000"/>
                </a:solidFill>
                <a:latin typeface="Times New Roman" pitchFamily="18" charset="0"/>
                <a:ea typeface="+mn-ea"/>
                <a:cs typeface="Times New Roman" pitchFamily="18"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dirty="0"/>
          </a:p>
        </p:txBody>
      </p:sp>
      <p:sp>
        <p:nvSpPr>
          <p:cNvPr id="13" name="内容占位符 2">
            <a:extLst>
              <a:ext uri="{FF2B5EF4-FFF2-40B4-BE49-F238E27FC236}">
                <a16:creationId xmlns:a16="http://schemas.microsoft.com/office/drawing/2014/main" id="{D21903FC-D9AC-DE0B-5219-F36ECF7A49FE}"/>
              </a:ext>
            </a:extLst>
          </p:cNvPr>
          <p:cNvSpPr txBox="1">
            <a:spLocks/>
          </p:cNvSpPr>
          <p:nvPr/>
        </p:nvSpPr>
        <p:spPr>
          <a:xfrm>
            <a:off x="467544" y="5949280"/>
            <a:ext cx="8382000" cy="720080"/>
          </a:xfrm>
          <a:prstGeom prst="rect">
            <a:avLst/>
          </a:prstGeom>
        </p:spPr>
        <p:txBody>
          <a:bodyPr vert="horz" lIns="54864" tIns="91440" rtlCol="0">
            <a:normAutofit/>
          </a:bodyPr>
          <a:lstStyle>
            <a:lvl1pPr marL="438912" indent="-320040" algn="l" rtl="0" eaLnBrk="1" latinLnBrk="0" hangingPunct="1">
              <a:spcBef>
                <a:spcPts val="0"/>
              </a:spcBef>
              <a:buClr>
                <a:schemeClr val="accent1"/>
              </a:buClr>
              <a:buSzPct val="80000"/>
              <a:buFont typeface="Wingdings 2"/>
              <a:buChar char=""/>
              <a:defRPr kumimoji="0" sz="3200" kern="1200">
                <a:solidFill>
                  <a:schemeClr val="bg1"/>
                </a:solidFill>
                <a:latin typeface="Times New Roman" pitchFamily="18" charset="0"/>
                <a:ea typeface="+mn-ea"/>
                <a:cs typeface="Times New Roman" pitchFamily="18" charset="0"/>
              </a:defRPr>
            </a:lvl1pPr>
            <a:lvl2pPr marL="731520" indent="-274320" algn="l" rtl="0" eaLnBrk="1" latinLnBrk="0" hangingPunct="1">
              <a:spcBef>
                <a:spcPct val="20000"/>
              </a:spcBef>
              <a:buClr>
                <a:schemeClr val="accent2"/>
              </a:buClr>
              <a:buSzPct val="90000"/>
              <a:buFont typeface="Wingdings"/>
              <a:buChar char=""/>
              <a:defRPr kumimoji="0" sz="2800" kern="1200">
                <a:solidFill>
                  <a:schemeClr val="bg1"/>
                </a:solidFill>
                <a:latin typeface="Times New Roman" pitchFamily="18" charset="0"/>
                <a:ea typeface="+mn-ea"/>
                <a:cs typeface="Times New Roman" pitchFamily="18" charset="0"/>
              </a:defRPr>
            </a:lvl2pPr>
            <a:lvl3pPr marL="996696" indent="-228600" algn="l" rtl="0" eaLnBrk="1" latinLnBrk="0" hangingPunct="1">
              <a:spcBef>
                <a:spcPct val="20000"/>
              </a:spcBef>
              <a:buClr>
                <a:schemeClr val="accent3"/>
              </a:buClr>
              <a:buFont typeface="Arial"/>
              <a:buChar char="▪"/>
              <a:defRPr kumimoji="0" sz="2400" kern="1200">
                <a:solidFill>
                  <a:schemeClr val="bg1"/>
                </a:solidFill>
                <a:latin typeface="Times New Roman" pitchFamily="18" charset="0"/>
                <a:ea typeface="+mn-ea"/>
                <a:cs typeface="Times New Roman" pitchFamily="18" charset="0"/>
              </a:defRPr>
            </a:lvl3pPr>
            <a:lvl4pPr marL="1216152" indent="-182880" algn="l" rtl="0" eaLnBrk="1" latinLnBrk="0" hangingPunct="1">
              <a:spcBef>
                <a:spcPct val="20000"/>
              </a:spcBef>
              <a:buClr>
                <a:schemeClr val="accent4"/>
              </a:buClr>
              <a:buFont typeface="Arial"/>
              <a:buChar char="▪"/>
              <a:defRPr kumimoji="0" sz="2000" kern="1200">
                <a:solidFill>
                  <a:schemeClr val="bg1"/>
                </a:solidFill>
                <a:latin typeface="Times New Roman" pitchFamily="18" charset="0"/>
                <a:ea typeface="+mn-ea"/>
                <a:cs typeface="Times New Roman" pitchFamily="18" charset="0"/>
              </a:defRPr>
            </a:lvl4pPr>
            <a:lvl5pPr marL="1426464" indent="-182880" algn="l" rtl="0" eaLnBrk="1" latinLnBrk="0" hangingPunct="1">
              <a:spcBef>
                <a:spcPct val="20000"/>
              </a:spcBef>
              <a:buClr>
                <a:schemeClr val="accent5"/>
              </a:buClr>
              <a:buFont typeface="Wingdings 3"/>
              <a:buChar char=""/>
              <a:defRPr kumimoji="0" lang="en-US" sz="2000" kern="1200" smtClean="0">
                <a:solidFill>
                  <a:schemeClr val="tx1"/>
                </a:solidFill>
                <a:latin typeface="Times New Roman" pitchFamily="18" charset="0"/>
                <a:ea typeface="+mn-ea"/>
                <a:cs typeface="Times New Roman" pitchFamily="18" charset="0"/>
              </a:defRPr>
            </a:lvl5pPr>
            <a:lvl6pPr marL="1627632" indent="-182880" algn="l" rtl="0" eaLnBrk="1" latinLnBrk="0" hangingPunct="1">
              <a:spcBef>
                <a:spcPct val="20000"/>
              </a:spcBef>
              <a:buClr>
                <a:schemeClr val="accent6"/>
              </a:buClr>
              <a:buSzPct val="100000"/>
              <a:buFont typeface="Wingdings 2"/>
              <a:buChar char=""/>
              <a:defRPr kumimoji="0" sz="2000" kern="1200">
                <a:solidFill>
                  <a:schemeClr val="tx1"/>
                </a:solidFill>
                <a:latin typeface="+mn-lt"/>
                <a:ea typeface="+mn-ea"/>
                <a:cs typeface="+mn-cs"/>
              </a:defRPr>
            </a:lvl6pPr>
            <a:lvl7pPr marL="1828800" indent="-182880" algn="l" rtl="0" eaLnBrk="1" latinLnBrk="0" hangingPunct="1">
              <a:spcBef>
                <a:spcPct val="20000"/>
              </a:spcBef>
              <a:buClr>
                <a:schemeClr val="accent1"/>
              </a:buClr>
              <a:buSzPct val="100000"/>
              <a:buFont typeface="Wingdings 2"/>
              <a:buChar char=""/>
              <a:defRPr kumimoji="0" sz="1800" kern="1200">
                <a:solidFill>
                  <a:schemeClr val="tx1"/>
                </a:solidFill>
                <a:latin typeface="+mn-lt"/>
                <a:ea typeface="+mn-ea"/>
                <a:cs typeface="+mn-cs"/>
              </a:defRPr>
            </a:lvl7pPr>
            <a:lvl8pPr marL="2029968" indent="-182880" algn="l" rtl="0" eaLnBrk="1" latinLnBrk="0" hangingPunct="1">
              <a:spcBef>
                <a:spcPct val="20000"/>
              </a:spcBef>
              <a:buClr>
                <a:schemeClr val="accent2"/>
              </a:buClr>
              <a:buFont typeface="Wingdings 2" pitchFamily="18" charset="2"/>
              <a:buChar char=""/>
              <a:defRPr kumimoji="0" sz="1800" kern="1200">
                <a:solidFill>
                  <a:schemeClr val="tx1"/>
                </a:solidFill>
                <a:latin typeface="+mn-lt"/>
                <a:ea typeface="+mn-ea"/>
                <a:cs typeface="+mn-cs"/>
              </a:defRPr>
            </a:lvl8pPr>
            <a:lvl9pPr marL="2231136" indent="-182880" algn="l" rtl="0" eaLnBrk="1" latinLnBrk="0" hangingPunct="1">
              <a:spcBef>
                <a:spcPct val="20000"/>
              </a:spcBef>
              <a:buClr>
                <a:schemeClr val="accent3"/>
              </a:buClr>
              <a:buFont typeface="Wingdings 2" pitchFamily="18" charset="2"/>
              <a:buChar char=""/>
              <a:defRPr kumimoji="0" sz="1800" kern="1200" baseline="0">
                <a:solidFill>
                  <a:schemeClr val="tx1"/>
                </a:solidFill>
                <a:latin typeface="+mn-lt"/>
                <a:ea typeface="+mn-ea"/>
                <a:cs typeface="+mn-cs"/>
              </a:defRPr>
            </a:lvl9pPr>
            <a:extLst/>
          </a:lstStyle>
          <a:p>
            <a:pPr>
              <a:lnSpc>
                <a:spcPts val="4000"/>
              </a:lnSpc>
            </a:pPr>
            <a:r>
              <a:rPr lang="zh-CN" altLang="en-US" sz="2800" b="1" dirty="0"/>
              <a:t>如何证明？</a:t>
            </a:r>
            <a:endParaRPr lang="en-US" altLang="zh-CN" sz="2800" b="1" dirty="0"/>
          </a:p>
        </p:txBody>
      </p:sp>
    </p:spTree>
    <p:custDataLst>
      <p:tags r:id="rId1"/>
    </p:custDataLst>
    <p:extLst>
      <p:ext uri="{BB962C8B-B14F-4D97-AF65-F5344CB8AC3E}">
        <p14:creationId xmlns:p14="http://schemas.microsoft.com/office/powerpoint/2010/main" val="6142095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wipe(down)">
                                      <p:cBhvr>
                                        <p:cTn id="7" dur="500"/>
                                        <p:tgtEl>
                                          <p:spTgt spid="18"/>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13"/>
                                        </p:tgtEl>
                                        <p:attrNameLst>
                                          <p:attrName>style.visibility</p:attrName>
                                        </p:attrNameLst>
                                      </p:cBhvr>
                                      <p:to>
                                        <p:strVal val="visible"/>
                                      </p:to>
                                    </p:set>
                                    <p:animEffect transition="in" filter="wipe(down)">
                                      <p:cBhvr>
                                        <p:cTn id="12"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P spid="13"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灯片编号占位符 6"/>
          <p:cNvSpPr>
            <a:spLocks noGrp="1"/>
          </p:cNvSpPr>
          <p:nvPr>
            <p:ph type="sldNum" sz="quarter" idx="12"/>
          </p:nvPr>
        </p:nvSpPr>
        <p:spPr/>
        <p:txBody>
          <a:bodyPr/>
          <a:lstStyle/>
          <a:p>
            <a:fld id="{58C210BB-F110-452C-89E7-9EA0A8D47DCE}" type="slidenum">
              <a:rPr lang="zh-CN" altLang="en-US" smtClean="0"/>
              <a:pPr/>
              <a:t>38</a:t>
            </a:fld>
            <a:endParaRPr lang="zh-CN" altLang="en-US" dirty="0"/>
          </a:p>
        </p:txBody>
      </p:sp>
      <p:sp>
        <p:nvSpPr>
          <p:cNvPr id="3" name="标题 2"/>
          <p:cNvSpPr>
            <a:spLocks noGrp="1"/>
          </p:cNvSpPr>
          <p:nvPr>
            <p:ph type="title"/>
          </p:nvPr>
        </p:nvSpPr>
        <p:spPr/>
        <p:txBody>
          <a:bodyPr>
            <a:normAutofit fontScale="90000"/>
          </a:bodyPr>
          <a:lstStyle/>
          <a:p>
            <a:r>
              <a:rPr lang="zh-CN" altLang="en-US" dirty="0"/>
              <a:t>例子</a:t>
            </a:r>
          </a:p>
        </p:txBody>
      </p:sp>
      <mc:AlternateContent xmlns:mc="http://schemas.openxmlformats.org/markup-compatibility/2006" xmlns:a14="http://schemas.microsoft.com/office/drawing/2010/main">
        <mc:Choice Requires="a14">
          <p:sp>
            <p:nvSpPr>
              <p:cNvPr id="16" name="对象 15"/>
              <p:cNvSpPr txBox="1"/>
              <p:nvPr/>
            </p:nvSpPr>
            <p:spPr bwMode="auto">
              <a:xfrm>
                <a:off x="2987799" y="1844824"/>
                <a:ext cx="3168402" cy="1085850"/>
              </a:xfrm>
              <a:prstGeom prst="rect">
                <a:avLst/>
              </a:prstGeom>
              <a:noFill/>
              <a:ln>
                <a:noFill/>
              </a:ln>
            </p:spPr>
            <p:txBody>
              <a:bodyPr>
                <a:noAutofit/>
              </a:bodyPr>
              <a:lstStyle/>
              <a:p>
                <a:pPr/>
                <a14:m>
                  <m:oMathPara xmlns:m="http://schemas.openxmlformats.org/officeDocument/2006/math">
                    <m:oMathParaPr>
                      <m:jc m:val="left"/>
                    </m:oMathParaPr>
                    <m:oMath xmlns:m="http://schemas.openxmlformats.org/officeDocument/2006/math">
                      <m:sSub>
                        <m:sSubPr>
                          <m:ctrlPr>
                            <a:rPr lang="zh-CN" altLang="en-US" sz="2800" i="1" smtClean="0">
                              <a:solidFill>
                                <a:schemeClr val="bg1"/>
                              </a:solidFill>
                              <a:latin typeface="Cambria Math" panose="02040503050406030204" pitchFamily="18" charset="0"/>
                            </a:rPr>
                          </m:ctrlPr>
                        </m:sSubPr>
                        <m:e>
                          <m:acc>
                            <m:accPr>
                              <m:chr m:val="̇"/>
                              <m:ctrlPr>
                                <a:rPr lang="zh-CN" altLang="en-US" sz="2800" i="1">
                                  <a:solidFill>
                                    <a:schemeClr val="bg1"/>
                                  </a:solidFill>
                                  <a:latin typeface="Cambria Math" panose="02040503050406030204" pitchFamily="18" charset="0"/>
                                </a:rPr>
                              </m:ctrlPr>
                            </m:accPr>
                            <m:e>
                              <m:r>
                                <a:rPr lang="zh-CN" altLang="en-US" sz="2800" i="1">
                                  <a:solidFill>
                                    <a:schemeClr val="bg1"/>
                                  </a:solidFill>
                                  <a:latin typeface="Cambria Math" panose="02040503050406030204" pitchFamily="18" charset="0"/>
                                </a:rPr>
                                <m:t>𝑥</m:t>
                              </m:r>
                            </m:e>
                          </m:acc>
                        </m:e>
                        <m:sub>
                          <m:r>
                            <a:rPr lang="zh-CN" altLang="en-US" sz="2800" i="1">
                              <a:solidFill>
                                <a:schemeClr val="bg1"/>
                              </a:solidFill>
                              <a:latin typeface="Cambria Math" panose="02040503050406030204" pitchFamily="18" charset="0"/>
                            </a:rPr>
                            <m:t>1</m:t>
                          </m:r>
                        </m:sub>
                      </m:sSub>
                      <m:r>
                        <a:rPr lang="zh-CN" altLang="en-US" sz="2800" i="1">
                          <a:solidFill>
                            <a:schemeClr val="bg1"/>
                          </a:solidFill>
                          <a:latin typeface="Cambria Math" panose="02040503050406030204" pitchFamily="18" charset="0"/>
                        </a:rPr>
                        <m:t>=−</m:t>
                      </m:r>
                      <m:sSub>
                        <m:sSubPr>
                          <m:ctrlPr>
                            <a:rPr lang="zh-CN" altLang="en-US" sz="2800" i="1">
                              <a:solidFill>
                                <a:schemeClr val="bg1"/>
                              </a:solidFill>
                              <a:latin typeface="Cambria Math" panose="02040503050406030204" pitchFamily="18" charset="0"/>
                            </a:rPr>
                          </m:ctrlPr>
                        </m:sSubPr>
                        <m:e>
                          <m:r>
                            <a:rPr lang="zh-CN" altLang="en-US" sz="2800" i="1">
                              <a:solidFill>
                                <a:schemeClr val="bg1"/>
                              </a:solidFill>
                              <a:latin typeface="Cambria Math" panose="02040503050406030204" pitchFamily="18" charset="0"/>
                            </a:rPr>
                            <m:t>𝑥</m:t>
                          </m:r>
                        </m:e>
                        <m:sub>
                          <m:r>
                            <a:rPr lang="zh-CN" altLang="en-US" sz="2800" i="1">
                              <a:solidFill>
                                <a:schemeClr val="bg1"/>
                              </a:solidFill>
                              <a:latin typeface="Cambria Math" panose="02040503050406030204" pitchFamily="18" charset="0"/>
                            </a:rPr>
                            <m:t>1</m:t>
                          </m:r>
                        </m:sub>
                      </m:sSub>
                      <m:r>
                        <a:rPr lang="zh-CN" altLang="en-US" sz="2800" i="1">
                          <a:solidFill>
                            <a:schemeClr val="bg1"/>
                          </a:solidFill>
                          <a:latin typeface="Cambria Math" panose="02040503050406030204" pitchFamily="18" charset="0"/>
                        </a:rPr>
                        <m:t>+</m:t>
                      </m:r>
                      <m:sSup>
                        <m:sSupPr>
                          <m:ctrlPr>
                            <a:rPr lang="zh-CN" altLang="en-US" sz="2800" i="1">
                              <a:solidFill>
                                <a:schemeClr val="bg1"/>
                              </a:solidFill>
                              <a:latin typeface="Cambria Math" panose="02040503050406030204" pitchFamily="18" charset="0"/>
                            </a:rPr>
                          </m:ctrlPr>
                        </m:sSupPr>
                        <m:e>
                          <m:r>
                            <a:rPr lang="zh-CN" altLang="en-US" sz="2800" i="1">
                              <a:solidFill>
                                <a:schemeClr val="bg1"/>
                              </a:solidFill>
                              <a:latin typeface="Cambria Math" panose="02040503050406030204" pitchFamily="18" charset="0"/>
                            </a:rPr>
                            <m:t>𝑒</m:t>
                          </m:r>
                        </m:e>
                        <m:sup>
                          <m:r>
                            <a:rPr lang="zh-CN" altLang="en-US" sz="2800" i="1">
                              <a:solidFill>
                                <a:schemeClr val="bg1"/>
                              </a:solidFill>
                              <a:latin typeface="Cambria Math" panose="02040503050406030204" pitchFamily="18" charset="0"/>
                            </a:rPr>
                            <m:t>−2</m:t>
                          </m:r>
                          <m:r>
                            <a:rPr lang="zh-CN" altLang="en-US" sz="2800" i="1">
                              <a:solidFill>
                                <a:schemeClr val="bg1"/>
                              </a:solidFill>
                              <a:latin typeface="Cambria Math" panose="02040503050406030204" pitchFamily="18" charset="0"/>
                            </a:rPr>
                            <m:t>𝑡</m:t>
                          </m:r>
                        </m:sup>
                      </m:sSup>
                      <m:sSub>
                        <m:sSubPr>
                          <m:ctrlPr>
                            <a:rPr lang="zh-CN" altLang="en-US" sz="2800" i="1">
                              <a:solidFill>
                                <a:schemeClr val="bg1"/>
                              </a:solidFill>
                              <a:latin typeface="Cambria Math" panose="02040503050406030204" pitchFamily="18" charset="0"/>
                            </a:rPr>
                          </m:ctrlPr>
                        </m:sSubPr>
                        <m:e>
                          <m:r>
                            <a:rPr lang="zh-CN" altLang="en-US" sz="2800" i="1">
                              <a:solidFill>
                                <a:schemeClr val="bg1"/>
                              </a:solidFill>
                              <a:latin typeface="Cambria Math" panose="02040503050406030204" pitchFamily="18" charset="0"/>
                            </a:rPr>
                            <m:t>𝑥</m:t>
                          </m:r>
                        </m:e>
                        <m:sub>
                          <m:r>
                            <a:rPr lang="zh-CN" altLang="en-US" sz="2800" i="1">
                              <a:solidFill>
                                <a:schemeClr val="bg1"/>
                              </a:solidFill>
                              <a:latin typeface="Cambria Math" panose="02040503050406030204" pitchFamily="18" charset="0"/>
                            </a:rPr>
                            <m:t>2</m:t>
                          </m:r>
                        </m:sub>
                      </m:sSub>
                    </m:oMath>
                    <m:oMath xmlns:m="http://schemas.openxmlformats.org/officeDocument/2006/math">
                      <m:sSub>
                        <m:sSubPr>
                          <m:ctrlPr>
                            <a:rPr lang="zh-CN" altLang="en-US" sz="2800" i="1">
                              <a:solidFill>
                                <a:schemeClr val="bg1"/>
                              </a:solidFill>
                              <a:latin typeface="Cambria Math" panose="02040503050406030204" pitchFamily="18" charset="0"/>
                            </a:rPr>
                          </m:ctrlPr>
                        </m:sSubPr>
                        <m:e>
                          <m:acc>
                            <m:accPr>
                              <m:chr m:val="̇"/>
                              <m:ctrlPr>
                                <a:rPr lang="zh-CN" altLang="en-US" sz="2800" i="1">
                                  <a:solidFill>
                                    <a:schemeClr val="bg1"/>
                                  </a:solidFill>
                                  <a:latin typeface="Cambria Math" panose="02040503050406030204" pitchFamily="18" charset="0"/>
                                </a:rPr>
                              </m:ctrlPr>
                            </m:accPr>
                            <m:e>
                              <m:r>
                                <a:rPr lang="zh-CN" altLang="en-US" sz="2800" i="1">
                                  <a:solidFill>
                                    <a:schemeClr val="bg1"/>
                                  </a:solidFill>
                                  <a:latin typeface="Cambria Math" panose="02040503050406030204" pitchFamily="18" charset="0"/>
                                </a:rPr>
                                <m:t>𝑥</m:t>
                              </m:r>
                            </m:e>
                          </m:acc>
                        </m:e>
                        <m:sub>
                          <m:r>
                            <a:rPr lang="zh-CN" altLang="en-US" sz="2800" i="1">
                              <a:solidFill>
                                <a:schemeClr val="bg1"/>
                              </a:solidFill>
                              <a:latin typeface="Cambria Math" panose="02040503050406030204" pitchFamily="18" charset="0"/>
                            </a:rPr>
                            <m:t>2</m:t>
                          </m:r>
                        </m:sub>
                      </m:sSub>
                      <m:r>
                        <a:rPr lang="zh-CN" altLang="en-US" sz="2800" i="1">
                          <a:solidFill>
                            <a:schemeClr val="bg1"/>
                          </a:solidFill>
                          <a:latin typeface="Cambria Math" panose="02040503050406030204" pitchFamily="18" charset="0"/>
                        </a:rPr>
                        <m:t>=</m:t>
                      </m:r>
                      <m:sSub>
                        <m:sSubPr>
                          <m:ctrlPr>
                            <a:rPr lang="zh-CN" altLang="en-US" sz="2800" i="1">
                              <a:solidFill>
                                <a:schemeClr val="bg1"/>
                              </a:solidFill>
                              <a:latin typeface="Cambria Math" panose="02040503050406030204" pitchFamily="18" charset="0"/>
                            </a:rPr>
                          </m:ctrlPr>
                        </m:sSubPr>
                        <m:e>
                          <m:r>
                            <a:rPr lang="zh-CN" altLang="en-US" sz="2800" i="1">
                              <a:solidFill>
                                <a:schemeClr val="bg1"/>
                              </a:solidFill>
                              <a:latin typeface="Cambria Math" panose="02040503050406030204" pitchFamily="18" charset="0"/>
                            </a:rPr>
                            <m:t>𝑥</m:t>
                          </m:r>
                        </m:e>
                        <m:sub>
                          <m:r>
                            <a:rPr lang="zh-CN" altLang="en-US" sz="2800" i="1">
                              <a:solidFill>
                                <a:schemeClr val="bg1"/>
                              </a:solidFill>
                              <a:latin typeface="Cambria Math" panose="02040503050406030204" pitchFamily="18" charset="0"/>
                            </a:rPr>
                            <m:t>1</m:t>
                          </m:r>
                        </m:sub>
                      </m:sSub>
                      <m:r>
                        <a:rPr lang="zh-CN" altLang="en-US" sz="2800" i="1">
                          <a:solidFill>
                            <a:schemeClr val="bg1"/>
                          </a:solidFill>
                          <a:latin typeface="Cambria Math" panose="02040503050406030204" pitchFamily="18" charset="0"/>
                        </a:rPr>
                        <m:t>−</m:t>
                      </m:r>
                      <m:sSub>
                        <m:sSubPr>
                          <m:ctrlPr>
                            <a:rPr lang="zh-CN" altLang="en-US" sz="2800" i="1">
                              <a:solidFill>
                                <a:schemeClr val="bg1"/>
                              </a:solidFill>
                              <a:latin typeface="Cambria Math" panose="02040503050406030204" pitchFamily="18" charset="0"/>
                            </a:rPr>
                          </m:ctrlPr>
                        </m:sSubPr>
                        <m:e>
                          <m:r>
                            <a:rPr lang="zh-CN" altLang="en-US" sz="2800" i="1">
                              <a:solidFill>
                                <a:schemeClr val="bg1"/>
                              </a:solidFill>
                              <a:latin typeface="Cambria Math" panose="02040503050406030204" pitchFamily="18" charset="0"/>
                            </a:rPr>
                            <m:t>𝑥</m:t>
                          </m:r>
                        </m:e>
                        <m:sub>
                          <m:r>
                            <a:rPr lang="zh-CN" altLang="en-US" sz="2800" i="1">
                              <a:solidFill>
                                <a:schemeClr val="bg1"/>
                              </a:solidFill>
                              <a:latin typeface="Cambria Math" panose="02040503050406030204" pitchFamily="18" charset="0"/>
                            </a:rPr>
                            <m:t>2</m:t>
                          </m:r>
                        </m:sub>
                      </m:sSub>
                    </m:oMath>
                  </m:oMathPara>
                </a14:m>
                <a:endParaRPr lang="zh-CN" altLang="en-US" sz="2800" dirty="0">
                  <a:solidFill>
                    <a:schemeClr val="bg1"/>
                  </a:solidFill>
                </a:endParaRPr>
              </a:p>
            </p:txBody>
          </p:sp>
        </mc:Choice>
        <mc:Fallback xmlns="">
          <p:sp>
            <p:nvSpPr>
              <p:cNvPr id="16" name="对象 15"/>
              <p:cNvSpPr txBox="1">
                <a:spLocks noRot="1" noChangeAspect="1" noMove="1" noResize="1" noEditPoints="1" noAdjustHandles="1" noChangeArrowheads="1" noChangeShapeType="1" noTextEdit="1"/>
              </p:cNvSpPr>
              <p:nvPr/>
            </p:nvSpPr>
            <p:spPr bwMode="auto">
              <a:xfrm>
                <a:off x="2987799" y="1844824"/>
                <a:ext cx="3168402" cy="1085850"/>
              </a:xfrm>
              <a:prstGeom prst="rect">
                <a:avLst/>
              </a:prstGeom>
              <a:blipFill>
                <a:blip r:embed="rId3"/>
                <a:stretch>
                  <a:fillRect/>
                </a:stretch>
              </a:blipFill>
              <a:ln>
                <a:noFill/>
              </a:ln>
            </p:spPr>
            <p:txBody>
              <a:bodyPr/>
              <a:lstStyle/>
              <a:p>
                <a:r>
                  <a:rPr lang="zh-CN" altLang="en-US">
                    <a:noFill/>
                  </a:rPr>
                  <a:t> </a:t>
                </a:r>
              </a:p>
            </p:txBody>
          </p:sp>
        </mc:Fallback>
      </mc:AlternateContent>
      <p:sp>
        <p:nvSpPr>
          <p:cNvPr id="24" name="TextBox 23"/>
          <p:cNvSpPr txBox="1"/>
          <p:nvPr/>
        </p:nvSpPr>
        <p:spPr>
          <a:xfrm>
            <a:off x="827584" y="1268760"/>
            <a:ext cx="7272808" cy="523220"/>
          </a:xfrm>
          <a:prstGeom prst="rect">
            <a:avLst/>
          </a:prstGeom>
          <a:noFill/>
        </p:spPr>
        <p:txBody>
          <a:bodyPr wrap="square" rtlCol="0">
            <a:spAutoFit/>
          </a:bodyPr>
          <a:lstStyle/>
          <a:p>
            <a:r>
              <a:rPr lang="zh-CN" altLang="en-US" sz="2800" b="1" dirty="0">
                <a:solidFill>
                  <a:schemeClr val="bg1"/>
                </a:solidFill>
                <a:latin typeface="Times New Roman" pitchFamily="18" charset="0"/>
                <a:cs typeface="Times New Roman" pitchFamily="18" charset="0"/>
              </a:rPr>
              <a:t>运用</a:t>
            </a:r>
            <a:r>
              <a:rPr lang="en-US" altLang="zh-CN" sz="2800" b="1" dirty="0" err="1">
                <a:solidFill>
                  <a:schemeClr val="bg1"/>
                </a:solidFill>
                <a:latin typeface="Times New Roman" pitchFamily="18" charset="0"/>
                <a:cs typeface="Times New Roman" pitchFamily="18" charset="0"/>
              </a:rPr>
              <a:t>Lyapunov</a:t>
            </a:r>
            <a:r>
              <a:rPr lang="zh-CN" altLang="en-US" sz="2800" b="1" dirty="0">
                <a:solidFill>
                  <a:schemeClr val="bg1"/>
                </a:solidFill>
                <a:latin typeface="Times New Roman" pitchFamily="18" charset="0"/>
                <a:cs typeface="Times New Roman" pitchFamily="18" charset="0"/>
              </a:rPr>
              <a:t>直接法判定下面系统的稳定性</a:t>
            </a:r>
          </a:p>
        </p:txBody>
      </p:sp>
      <mc:AlternateContent xmlns:mc="http://schemas.openxmlformats.org/markup-compatibility/2006" xmlns:a14="http://schemas.microsoft.com/office/drawing/2010/main">
        <mc:Choice Requires="a14">
          <p:sp>
            <p:nvSpPr>
              <p:cNvPr id="2" name="对象 1"/>
              <p:cNvSpPr txBox="1"/>
              <p:nvPr/>
            </p:nvSpPr>
            <p:spPr bwMode="auto">
              <a:xfrm>
                <a:off x="1151595" y="2996952"/>
                <a:ext cx="4536554" cy="573087"/>
              </a:xfrm>
              <a:prstGeom prst="rect">
                <a:avLst/>
              </a:prstGeom>
              <a:noFill/>
              <a:ln>
                <a:noFill/>
              </a:ln>
            </p:spPr>
            <p:txBody>
              <a:bodyPr>
                <a:noAutofit/>
              </a:bodyPr>
              <a:lstStyle/>
              <a:p>
                <a:pPr/>
                <a14:m>
                  <m:oMathPara xmlns:m="http://schemas.openxmlformats.org/officeDocument/2006/math">
                    <m:oMathParaPr>
                      <m:jc m:val="left"/>
                    </m:oMathParaPr>
                    <m:oMath xmlns:m="http://schemas.openxmlformats.org/officeDocument/2006/math">
                      <m:r>
                        <a:rPr lang="zh-CN" altLang="en-US" sz="2800" i="1" smtClean="0">
                          <a:solidFill>
                            <a:schemeClr val="bg1"/>
                          </a:solidFill>
                          <a:latin typeface="Cambria Math" panose="02040503050406030204" pitchFamily="18" charset="0"/>
                        </a:rPr>
                        <m:t>𝑉</m:t>
                      </m:r>
                      <m:r>
                        <a:rPr lang="zh-CN" altLang="en-US" sz="2800" i="1" smtClean="0">
                          <a:solidFill>
                            <a:schemeClr val="bg1"/>
                          </a:solidFill>
                          <a:latin typeface="Cambria Math" panose="02040503050406030204" pitchFamily="18" charset="0"/>
                        </a:rPr>
                        <m:t>(</m:t>
                      </m:r>
                      <m:r>
                        <a:rPr lang="zh-CN" altLang="en-US" sz="2800" i="1" smtClean="0">
                          <a:solidFill>
                            <a:schemeClr val="bg1"/>
                          </a:solidFill>
                          <a:latin typeface="Cambria Math" panose="02040503050406030204" pitchFamily="18" charset="0"/>
                        </a:rPr>
                        <m:t>𝑥</m:t>
                      </m:r>
                      <m:r>
                        <a:rPr lang="zh-CN" altLang="en-US" sz="2800" i="1" smtClean="0">
                          <a:solidFill>
                            <a:schemeClr val="bg1"/>
                          </a:solidFill>
                          <a:latin typeface="Cambria Math" panose="02040503050406030204" pitchFamily="18" charset="0"/>
                        </a:rPr>
                        <m:t>,</m:t>
                      </m:r>
                      <m:r>
                        <a:rPr lang="zh-CN" altLang="en-US" sz="2800" i="1" smtClean="0">
                          <a:solidFill>
                            <a:schemeClr val="bg1"/>
                          </a:solidFill>
                          <a:latin typeface="Cambria Math" panose="02040503050406030204" pitchFamily="18" charset="0"/>
                        </a:rPr>
                        <m:t>𝑡</m:t>
                      </m:r>
                      <m:r>
                        <a:rPr lang="zh-CN" altLang="en-US" sz="2800" i="1" smtClean="0">
                          <a:solidFill>
                            <a:schemeClr val="bg1"/>
                          </a:solidFill>
                          <a:latin typeface="Cambria Math" panose="02040503050406030204" pitchFamily="18" charset="0"/>
                        </a:rPr>
                        <m:t>)=</m:t>
                      </m:r>
                      <m:sSubSup>
                        <m:sSubSupPr>
                          <m:ctrlPr>
                            <a:rPr lang="zh-CN" altLang="en-US" sz="2800" i="1">
                              <a:solidFill>
                                <a:schemeClr val="bg1"/>
                              </a:solidFill>
                              <a:latin typeface="Cambria Math" panose="02040503050406030204" pitchFamily="18" charset="0"/>
                            </a:rPr>
                          </m:ctrlPr>
                        </m:sSubSupPr>
                        <m:e>
                          <m:r>
                            <a:rPr lang="zh-CN" altLang="en-US" sz="2800" i="1">
                              <a:solidFill>
                                <a:schemeClr val="bg1"/>
                              </a:solidFill>
                              <a:latin typeface="Cambria Math" panose="02040503050406030204" pitchFamily="18" charset="0"/>
                            </a:rPr>
                            <m:t>𝑥</m:t>
                          </m:r>
                        </m:e>
                        <m:sub>
                          <m:r>
                            <a:rPr lang="zh-CN" altLang="en-US" sz="2800" i="1">
                              <a:solidFill>
                                <a:schemeClr val="bg1"/>
                              </a:solidFill>
                              <a:latin typeface="Cambria Math" panose="02040503050406030204" pitchFamily="18" charset="0"/>
                            </a:rPr>
                            <m:t>1</m:t>
                          </m:r>
                        </m:sub>
                        <m:sup>
                          <m:r>
                            <a:rPr lang="zh-CN" altLang="en-US" sz="2800" i="1">
                              <a:solidFill>
                                <a:schemeClr val="bg1"/>
                              </a:solidFill>
                              <a:latin typeface="Cambria Math" panose="02040503050406030204" pitchFamily="18" charset="0"/>
                            </a:rPr>
                            <m:t>2</m:t>
                          </m:r>
                        </m:sup>
                      </m:sSubSup>
                      <m:r>
                        <a:rPr lang="zh-CN" altLang="en-US" sz="2800" i="1">
                          <a:solidFill>
                            <a:schemeClr val="bg1"/>
                          </a:solidFill>
                          <a:latin typeface="Cambria Math" panose="02040503050406030204" pitchFamily="18" charset="0"/>
                        </a:rPr>
                        <m:t>+(1+</m:t>
                      </m:r>
                      <m:sSup>
                        <m:sSupPr>
                          <m:ctrlPr>
                            <a:rPr lang="zh-CN" altLang="en-US" sz="2800" i="1">
                              <a:solidFill>
                                <a:schemeClr val="bg1"/>
                              </a:solidFill>
                              <a:latin typeface="Cambria Math" panose="02040503050406030204" pitchFamily="18" charset="0"/>
                            </a:rPr>
                          </m:ctrlPr>
                        </m:sSupPr>
                        <m:e>
                          <m:r>
                            <a:rPr lang="zh-CN" altLang="en-US" sz="2800" i="1">
                              <a:solidFill>
                                <a:schemeClr val="bg1"/>
                              </a:solidFill>
                              <a:latin typeface="Cambria Math" panose="02040503050406030204" pitchFamily="18" charset="0"/>
                            </a:rPr>
                            <m:t>𝑒</m:t>
                          </m:r>
                        </m:e>
                        <m:sup>
                          <m:r>
                            <a:rPr lang="zh-CN" altLang="en-US" sz="2800" i="1">
                              <a:solidFill>
                                <a:schemeClr val="bg1"/>
                              </a:solidFill>
                              <a:latin typeface="Cambria Math" panose="02040503050406030204" pitchFamily="18" charset="0"/>
                            </a:rPr>
                            <m:t>−2</m:t>
                          </m:r>
                          <m:r>
                            <a:rPr lang="zh-CN" altLang="en-US" sz="2800" i="1">
                              <a:solidFill>
                                <a:schemeClr val="bg1"/>
                              </a:solidFill>
                              <a:latin typeface="Cambria Math" panose="02040503050406030204" pitchFamily="18" charset="0"/>
                            </a:rPr>
                            <m:t>𝑡</m:t>
                          </m:r>
                        </m:sup>
                      </m:sSup>
                      <m:r>
                        <a:rPr lang="zh-CN" altLang="en-US" sz="2800" i="1">
                          <a:solidFill>
                            <a:schemeClr val="bg1"/>
                          </a:solidFill>
                          <a:latin typeface="Cambria Math" panose="02040503050406030204" pitchFamily="18" charset="0"/>
                        </a:rPr>
                        <m:t>)</m:t>
                      </m:r>
                      <m:sSubSup>
                        <m:sSubSupPr>
                          <m:ctrlPr>
                            <a:rPr lang="zh-CN" altLang="en-US" sz="2800" i="1">
                              <a:solidFill>
                                <a:schemeClr val="bg1"/>
                              </a:solidFill>
                              <a:latin typeface="Cambria Math" panose="02040503050406030204" pitchFamily="18" charset="0"/>
                            </a:rPr>
                          </m:ctrlPr>
                        </m:sSubSupPr>
                        <m:e>
                          <m:r>
                            <a:rPr lang="zh-CN" altLang="en-US" sz="2800" i="1">
                              <a:solidFill>
                                <a:schemeClr val="bg1"/>
                              </a:solidFill>
                              <a:latin typeface="Cambria Math" panose="02040503050406030204" pitchFamily="18" charset="0"/>
                            </a:rPr>
                            <m:t>𝑥</m:t>
                          </m:r>
                        </m:e>
                        <m:sub>
                          <m:r>
                            <a:rPr lang="zh-CN" altLang="en-US" sz="2800" i="1">
                              <a:solidFill>
                                <a:schemeClr val="bg1"/>
                              </a:solidFill>
                              <a:latin typeface="Cambria Math" panose="02040503050406030204" pitchFamily="18" charset="0"/>
                            </a:rPr>
                            <m:t>2</m:t>
                          </m:r>
                        </m:sub>
                        <m:sup>
                          <m:r>
                            <a:rPr lang="zh-CN" altLang="en-US" sz="2800" i="1">
                              <a:solidFill>
                                <a:schemeClr val="bg1"/>
                              </a:solidFill>
                              <a:latin typeface="Cambria Math" panose="02040503050406030204" pitchFamily="18" charset="0"/>
                            </a:rPr>
                            <m:t>2</m:t>
                          </m:r>
                        </m:sup>
                      </m:sSubSup>
                    </m:oMath>
                  </m:oMathPara>
                </a14:m>
                <a:endParaRPr lang="zh-CN" altLang="en-US" sz="2800" i="1" dirty="0">
                  <a:solidFill>
                    <a:schemeClr val="bg1"/>
                  </a:solidFill>
                </a:endParaRPr>
              </a:p>
            </p:txBody>
          </p:sp>
        </mc:Choice>
        <mc:Fallback xmlns="">
          <p:sp>
            <p:nvSpPr>
              <p:cNvPr id="2" name="对象 1"/>
              <p:cNvSpPr txBox="1">
                <a:spLocks noRot="1" noChangeAspect="1" noMove="1" noResize="1" noEditPoints="1" noAdjustHandles="1" noChangeArrowheads="1" noChangeShapeType="1" noTextEdit="1"/>
              </p:cNvSpPr>
              <p:nvPr/>
            </p:nvSpPr>
            <p:spPr bwMode="auto">
              <a:xfrm>
                <a:off x="1151595" y="2996952"/>
                <a:ext cx="4536554" cy="573087"/>
              </a:xfrm>
              <a:prstGeom prst="rect">
                <a:avLst/>
              </a:prstGeom>
              <a:blipFill>
                <a:blip r:embed="rId4"/>
                <a:stretch>
                  <a:fillRect/>
                </a:stretch>
              </a:blipFill>
              <a:ln>
                <a:no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 name="对象 3"/>
              <p:cNvSpPr txBox="1"/>
              <p:nvPr/>
            </p:nvSpPr>
            <p:spPr bwMode="auto">
              <a:xfrm>
                <a:off x="1151595" y="3717032"/>
                <a:ext cx="6624786" cy="573088"/>
              </a:xfrm>
              <a:prstGeom prst="rect">
                <a:avLst/>
              </a:prstGeom>
              <a:noFill/>
              <a:ln>
                <a:noFill/>
              </a:ln>
            </p:spPr>
            <p:txBody>
              <a:bodyPr>
                <a:normAutofit/>
              </a:bodyPr>
              <a:lstStyle/>
              <a:p>
                <a:pPr/>
                <a14:m>
                  <m:oMathPara xmlns:m="http://schemas.openxmlformats.org/officeDocument/2006/math">
                    <m:oMathParaPr>
                      <m:jc m:val="left"/>
                    </m:oMathParaPr>
                    <m:oMath xmlns:m="http://schemas.openxmlformats.org/officeDocument/2006/math">
                      <m:acc>
                        <m:accPr>
                          <m:chr m:val="̇"/>
                          <m:ctrlPr>
                            <a:rPr lang="zh-CN" altLang="en-US" sz="2800" i="1" smtClean="0">
                              <a:solidFill>
                                <a:schemeClr val="bg1"/>
                              </a:solidFill>
                              <a:latin typeface="Cambria Math" panose="02040503050406030204" pitchFamily="18" charset="0"/>
                            </a:rPr>
                          </m:ctrlPr>
                        </m:accPr>
                        <m:e>
                          <m:r>
                            <a:rPr lang="zh-CN" altLang="en-US" sz="2800" i="1">
                              <a:solidFill>
                                <a:schemeClr val="bg1"/>
                              </a:solidFill>
                              <a:latin typeface="Cambria Math" panose="02040503050406030204" pitchFamily="18" charset="0"/>
                            </a:rPr>
                            <m:t>𝑉</m:t>
                          </m:r>
                        </m:e>
                      </m:acc>
                      <m:r>
                        <a:rPr lang="zh-CN" altLang="en-US" sz="2800" i="1">
                          <a:solidFill>
                            <a:schemeClr val="bg1"/>
                          </a:solidFill>
                          <a:latin typeface="Cambria Math" panose="02040503050406030204" pitchFamily="18" charset="0"/>
                        </a:rPr>
                        <m:t>(</m:t>
                      </m:r>
                      <m:r>
                        <a:rPr lang="zh-CN" altLang="en-US" sz="2800" i="1">
                          <a:solidFill>
                            <a:schemeClr val="bg1"/>
                          </a:solidFill>
                          <a:latin typeface="Cambria Math" panose="02040503050406030204" pitchFamily="18" charset="0"/>
                        </a:rPr>
                        <m:t>𝑥</m:t>
                      </m:r>
                      <m:r>
                        <a:rPr lang="zh-CN" altLang="en-US" sz="2800" i="1">
                          <a:solidFill>
                            <a:schemeClr val="bg1"/>
                          </a:solidFill>
                          <a:latin typeface="Cambria Math" panose="02040503050406030204" pitchFamily="18" charset="0"/>
                        </a:rPr>
                        <m:t>,</m:t>
                      </m:r>
                      <m:r>
                        <a:rPr lang="zh-CN" altLang="en-US" sz="2800" i="1">
                          <a:solidFill>
                            <a:schemeClr val="bg1"/>
                          </a:solidFill>
                          <a:latin typeface="Cambria Math" panose="02040503050406030204" pitchFamily="18" charset="0"/>
                        </a:rPr>
                        <m:t>𝑡</m:t>
                      </m:r>
                      <m:r>
                        <a:rPr lang="zh-CN" altLang="en-US" sz="2800" i="1">
                          <a:solidFill>
                            <a:schemeClr val="bg1"/>
                          </a:solidFill>
                          <a:latin typeface="Cambria Math" panose="02040503050406030204" pitchFamily="18" charset="0"/>
                        </a:rPr>
                        <m:t>)=−2[</m:t>
                      </m:r>
                      <m:sSubSup>
                        <m:sSubSupPr>
                          <m:ctrlPr>
                            <a:rPr lang="zh-CN" altLang="en-US" sz="2800" i="1">
                              <a:solidFill>
                                <a:schemeClr val="bg1"/>
                              </a:solidFill>
                              <a:latin typeface="Cambria Math" panose="02040503050406030204" pitchFamily="18" charset="0"/>
                            </a:rPr>
                          </m:ctrlPr>
                        </m:sSubSupPr>
                        <m:e>
                          <m:r>
                            <a:rPr lang="zh-CN" altLang="en-US" sz="2800" i="1">
                              <a:solidFill>
                                <a:schemeClr val="bg1"/>
                              </a:solidFill>
                              <a:latin typeface="Cambria Math" panose="02040503050406030204" pitchFamily="18" charset="0"/>
                            </a:rPr>
                            <m:t>𝑥</m:t>
                          </m:r>
                        </m:e>
                        <m:sub>
                          <m:r>
                            <a:rPr lang="zh-CN" altLang="en-US" sz="2800" i="1">
                              <a:solidFill>
                                <a:schemeClr val="bg1"/>
                              </a:solidFill>
                              <a:latin typeface="Cambria Math" panose="02040503050406030204" pitchFamily="18" charset="0"/>
                            </a:rPr>
                            <m:t>1</m:t>
                          </m:r>
                        </m:sub>
                        <m:sup>
                          <m:r>
                            <a:rPr lang="zh-CN" altLang="en-US" sz="2800" i="1">
                              <a:solidFill>
                                <a:schemeClr val="bg1"/>
                              </a:solidFill>
                              <a:latin typeface="Cambria Math" panose="02040503050406030204" pitchFamily="18" charset="0"/>
                            </a:rPr>
                            <m:t>2</m:t>
                          </m:r>
                        </m:sup>
                      </m:sSubSup>
                      <m:r>
                        <a:rPr lang="zh-CN" altLang="en-US" sz="2800" i="1">
                          <a:solidFill>
                            <a:schemeClr val="bg1"/>
                          </a:solidFill>
                          <a:latin typeface="Cambria Math" panose="02040503050406030204" pitchFamily="18" charset="0"/>
                        </a:rPr>
                        <m:t>−</m:t>
                      </m:r>
                      <m:sSub>
                        <m:sSubPr>
                          <m:ctrlPr>
                            <a:rPr lang="zh-CN" altLang="en-US" sz="2800" i="1">
                              <a:solidFill>
                                <a:schemeClr val="bg1"/>
                              </a:solidFill>
                              <a:latin typeface="Cambria Math" panose="02040503050406030204" pitchFamily="18" charset="0"/>
                            </a:rPr>
                          </m:ctrlPr>
                        </m:sSubPr>
                        <m:e>
                          <m:r>
                            <a:rPr lang="zh-CN" altLang="en-US" sz="2800" i="1">
                              <a:solidFill>
                                <a:schemeClr val="bg1"/>
                              </a:solidFill>
                              <a:latin typeface="Cambria Math" panose="02040503050406030204" pitchFamily="18" charset="0"/>
                            </a:rPr>
                            <m:t>𝑥</m:t>
                          </m:r>
                        </m:e>
                        <m:sub>
                          <m:r>
                            <a:rPr lang="zh-CN" altLang="en-US" sz="2800" i="1">
                              <a:solidFill>
                                <a:schemeClr val="bg1"/>
                              </a:solidFill>
                              <a:latin typeface="Cambria Math" panose="02040503050406030204" pitchFamily="18" charset="0"/>
                            </a:rPr>
                            <m:t>1</m:t>
                          </m:r>
                        </m:sub>
                      </m:sSub>
                      <m:sSub>
                        <m:sSubPr>
                          <m:ctrlPr>
                            <a:rPr lang="zh-CN" altLang="en-US" sz="2800" i="1">
                              <a:solidFill>
                                <a:schemeClr val="bg1"/>
                              </a:solidFill>
                              <a:latin typeface="Cambria Math" panose="02040503050406030204" pitchFamily="18" charset="0"/>
                            </a:rPr>
                          </m:ctrlPr>
                        </m:sSubPr>
                        <m:e>
                          <m:r>
                            <a:rPr lang="zh-CN" altLang="en-US" sz="2800" i="1">
                              <a:solidFill>
                                <a:schemeClr val="bg1"/>
                              </a:solidFill>
                              <a:latin typeface="Cambria Math" panose="02040503050406030204" pitchFamily="18" charset="0"/>
                            </a:rPr>
                            <m:t>𝑥</m:t>
                          </m:r>
                        </m:e>
                        <m:sub>
                          <m:r>
                            <a:rPr lang="zh-CN" altLang="en-US" sz="2800" i="1">
                              <a:solidFill>
                                <a:schemeClr val="bg1"/>
                              </a:solidFill>
                              <a:latin typeface="Cambria Math" panose="02040503050406030204" pitchFamily="18" charset="0"/>
                            </a:rPr>
                            <m:t>2</m:t>
                          </m:r>
                        </m:sub>
                      </m:sSub>
                      <m:r>
                        <a:rPr lang="zh-CN" altLang="en-US" sz="2800" i="1">
                          <a:solidFill>
                            <a:schemeClr val="bg1"/>
                          </a:solidFill>
                          <a:latin typeface="Cambria Math" panose="02040503050406030204" pitchFamily="18" charset="0"/>
                        </a:rPr>
                        <m:t>+(1+2</m:t>
                      </m:r>
                      <m:sSup>
                        <m:sSupPr>
                          <m:ctrlPr>
                            <a:rPr lang="zh-CN" altLang="en-US" sz="2800" i="1">
                              <a:solidFill>
                                <a:schemeClr val="bg1"/>
                              </a:solidFill>
                              <a:latin typeface="Cambria Math" panose="02040503050406030204" pitchFamily="18" charset="0"/>
                            </a:rPr>
                          </m:ctrlPr>
                        </m:sSupPr>
                        <m:e>
                          <m:r>
                            <a:rPr lang="zh-CN" altLang="en-US" sz="2800" i="1">
                              <a:solidFill>
                                <a:schemeClr val="bg1"/>
                              </a:solidFill>
                              <a:latin typeface="Cambria Math" panose="02040503050406030204" pitchFamily="18" charset="0"/>
                            </a:rPr>
                            <m:t>𝑒</m:t>
                          </m:r>
                        </m:e>
                        <m:sup>
                          <m:r>
                            <a:rPr lang="zh-CN" altLang="en-US" sz="2800" i="1">
                              <a:solidFill>
                                <a:schemeClr val="bg1"/>
                              </a:solidFill>
                              <a:latin typeface="Cambria Math" panose="02040503050406030204" pitchFamily="18" charset="0"/>
                            </a:rPr>
                            <m:t>−2</m:t>
                          </m:r>
                          <m:r>
                            <a:rPr lang="zh-CN" altLang="en-US" sz="2800" i="1">
                              <a:solidFill>
                                <a:schemeClr val="bg1"/>
                              </a:solidFill>
                              <a:latin typeface="Cambria Math" panose="02040503050406030204" pitchFamily="18" charset="0"/>
                            </a:rPr>
                            <m:t>𝑡</m:t>
                          </m:r>
                        </m:sup>
                      </m:sSup>
                      <m:r>
                        <a:rPr lang="zh-CN" altLang="en-US" sz="2800" i="1">
                          <a:solidFill>
                            <a:schemeClr val="bg1"/>
                          </a:solidFill>
                          <a:latin typeface="Cambria Math" panose="02040503050406030204" pitchFamily="18" charset="0"/>
                        </a:rPr>
                        <m:t>)</m:t>
                      </m:r>
                      <m:sSubSup>
                        <m:sSubSupPr>
                          <m:ctrlPr>
                            <a:rPr lang="zh-CN" altLang="en-US" sz="2800" i="1">
                              <a:solidFill>
                                <a:schemeClr val="bg1"/>
                              </a:solidFill>
                              <a:latin typeface="Cambria Math" panose="02040503050406030204" pitchFamily="18" charset="0"/>
                            </a:rPr>
                          </m:ctrlPr>
                        </m:sSubSupPr>
                        <m:e>
                          <m:r>
                            <a:rPr lang="zh-CN" altLang="en-US" sz="2800" i="1">
                              <a:solidFill>
                                <a:schemeClr val="bg1"/>
                              </a:solidFill>
                              <a:latin typeface="Cambria Math" panose="02040503050406030204" pitchFamily="18" charset="0"/>
                            </a:rPr>
                            <m:t>𝑥</m:t>
                          </m:r>
                        </m:e>
                        <m:sub>
                          <m:r>
                            <a:rPr lang="zh-CN" altLang="en-US" sz="2800" i="1">
                              <a:solidFill>
                                <a:schemeClr val="bg1"/>
                              </a:solidFill>
                              <a:latin typeface="Cambria Math" panose="02040503050406030204" pitchFamily="18" charset="0"/>
                            </a:rPr>
                            <m:t>2</m:t>
                          </m:r>
                        </m:sub>
                        <m:sup>
                          <m:r>
                            <a:rPr lang="zh-CN" altLang="en-US" sz="2800" i="1">
                              <a:solidFill>
                                <a:schemeClr val="bg1"/>
                              </a:solidFill>
                              <a:latin typeface="Cambria Math" panose="02040503050406030204" pitchFamily="18" charset="0"/>
                            </a:rPr>
                            <m:t>2</m:t>
                          </m:r>
                        </m:sup>
                      </m:sSubSup>
                      <m:r>
                        <a:rPr lang="zh-CN" altLang="en-US" sz="2800" i="1">
                          <a:solidFill>
                            <a:schemeClr val="bg1"/>
                          </a:solidFill>
                          <a:latin typeface="Cambria Math" panose="02040503050406030204" pitchFamily="18" charset="0"/>
                        </a:rPr>
                        <m:t>]</m:t>
                      </m:r>
                    </m:oMath>
                  </m:oMathPara>
                </a14:m>
                <a:endParaRPr lang="zh-CN" altLang="en-US" sz="2800" dirty="0">
                  <a:solidFill>
                    <a:schemeClr val="bg1"/>
                  </a:solidFill>
                </a:endParaRPr>
              </a:p>
            </p:txBody>
          </p:sp>
        </mc:Choice>
        <mc:Fallback xmlns="">
          <p:sp>
            <p:nvSpPr>
              <p:cNvPr id="4" name="对象 3"/>
              <p:cNvSpPr txBox="1">
                <a:spLocks noRot="1" noChangeAspect="1" noMove="1" noResize="1" noEditPoints="1" noAdjustHandles="1" noChangeArrowheads="1" noChangeShapeType="1" noTextEdit="1"/>
              </p:cNvSpPr>
              <p:nvPr/>
            </p:nvSpPr>
            <p:spPr bwMode="auto">
              <a:xfrm>
                <a:off x="1151595" y="3717032"/>
                <a:ext cx="6624786" cy="573088"/>
              </a:xfrm>
              <a:prstGeom prst="rect">
                <a:avLst/>
              </a:prstGeom>
              <a:blipFill>
                <a:blip r:embed="rId5"/>
                <a:stretch>
                  <a:fillRect/>
                </a:stretch>
              </a:blipFill>
              <a:ln>
                <a:noFill/>
              </a:ln>
            </p:spPr>
            <p:txBody>
              <a:bodyPr/>
              <a:lstStyle/>
              <a:p>
                <a:r>
                  <a:rPr lang="zh-CN" altLang="en-US">
                    <a:noFill/>
                  </a:rPr>
                  <a:t> </a:t>
                </a:r>
              </a:p>
            </p:txBody>
          </p:sp>
        </mc:Fallback>
      </mc:AlternateContent>
      <p:sp>
        <p:nvSpPr>
          <p:cNvPr id="9" name="日期占位符 3"/>
          <p:cNvSpPr txBox="1">
            <a:spLocks/>
          </p:cNvSpPr>
          <p:nvPr/>
        </p:nvSpPr>
        <p:spPr>
          <a:xfrm>
            <a:off x="457200" y="6476999"/>
            <a:ext cx="2133600" cy="274320"/>
          </a:xfrm>
          <a:prstGeom prst="rect">
            <a:avLst/>
          </a:prstGeom>
        </p:spPr>
        <p:txBody>
          <a:bodyPr vert="horz" lIns="109728" rIns="45720" bIns="0" rtlCol="0" anchor="b"/>
          <a:lstStyle>
            <a:defPPr>
              <a:defRPr lang="zh-CN"/>
            </a:defPPr>
            <a:lvl1pPr marL="0" algn="l" defTabSz="914400" rtl="0" eaLnBrk="1" latinLnBrk="0" hangingPunct="1">
              <a:defRPr kumimoji="0" sz="1800" kern="1200">
                <a:solidFill>
                  <a:srgbClr val="FF0000"/>
                </a:solidFill>
                <a:latin typeface="Times New Roman" pitchFamily="18" charset="0"/>
                <a:ea typeface="+mn-ea"/>
                <a:cs typeface="Times New Roman" pitchFamily="18"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dirty="0"/>
          </a:p>
        </p:txBody>
      </p:sp>
      <mc:AlternateContent xmlns:mc="http://schemas.openxmlformats.org/markup-compatibility/2006" xmlns:a14="http://schemas.microsoft.com/office/drawing/2010/main">
        <mc:Choice Requires="a14">
          <p:sp>
            <p:nvSpPr>
              <p:cNvPr id="5" name="对象 3">
                <a:extLst>
                  <a:ext uri="{FF2B5EF4-FFF2-40B4-BE49-F238E27FC236}">
                    <a16:creationId xmlns:a16="http://schemas.microsoft.com/office/drawing/2014/main" id="{DEEEB6A8-009B-0045-1EE0-70DFD97D855C}"/>
                  </a:ext>
                </a:extLst>
              </p:cNvPr>
              <p:cNvSpPr txBox="1"/>
              <p:nvPr/>
            </p:nvSpPr>
            <p:spPr bwMode="auto">
              <a:xfrm>
                <a:off x="156622" y="5808240"/>
                <a:ext cx="8614732" cy="573088"/>
              </a:xfrm>
              <a:prstGeom prst="rect">
                <a:avLst/>
              </a:prstGeom>
              <a:noFill/>
              <a:ln>
                <a:noFill/>
              </a:ln>
            </p:spPr>
            <p:txBody>
              <a:bodyPr>
                <a:noAutofit/>
              </a:bodyPr>
              <a:lstStyle/>
              <a:p>
                <a14:m>
                  <m:oMath xmlns:m="http://schemas.openxmlformats.org/officeDocument/2006/math">
                    <m:sSub>
                      <m:sSubPr>
                        <m:ctrlPr>
                          <a:rPr lang="en-US" altLang="zh-CN" sz="2800" i="1" dirty="0" smtClean="0">
                            <a:solidFill>
                              <a:schemeClr val="bg1"/>
                            </a:solidFill>
                            <a:latin typeface="Cambria Math" panose="02040503050406030204" pitchFamily="18" charset="0"/>
                            <a:ea typeface="宋体" panose="02010600030101010101" pitchFamily="2" charset="-122"/>
                            <a:cs typeface="Times New Roman" panose="02020603050405020304" pitchFamily="18" charset="0"/>
                          </a:rPr>
                        </m:ctrlPr>
                      </m:sSubPr>
                      <m:e>
                        <m:r>
                          <a:rPr lang="en-US" altLang="zh-CN" sz="2800" b="0" i="1" dirty="0" smtClean="0">
                            <a:solidFill>
                              <a:schemeClr val="bg1"/>
                            </a:solidFill>
                            <a:latin typeface="Cambria Math" panose="02040503050406030204" pitchFamily="18" charset="0"/>
                            <a:ea typeface="宋体" panose="02010600030101010101" pitchFamily="2" charset="-122"/>
                            <a:cs typeface="Times New Roman" panose="02020603050405020304" pitchFamily="18" charset="0"/>
                          </a:rPr>
                          <m:t>𝑊</m:t>
                        </m:r>
                      </m:e>
                      <m:sub>
                        <m:r>
                          <a:rPr lang="en-US" altLang="zh-CN" sz="2800" b="0" i="1" dirty="0" smtClean="0">
                            <a:solidFill>
                              <a:schemeClr val="bg1"/>
                            </a:solidFill>
                            <a:latin typeface="Cambria Math" panose="02040503050406030204" pitchFamily="18" charset="0"/>
                            <a:ea typeface="宋体" panose="02010600030101010101" pitchFamily="2" charset="-122"/>
                            <a:cs typeface="Times New Roman" panose="02020603050405020304" pitchFamily="18" charset="0"/>
                          </a:rPr>
                          <m:t>1</m:t>
                        </m:r>
                      </m:sub>
                    </m:sSub>
                    <m:r>
                      <a:rPr lang="en-US" altLang="zh-CN" sz="2800" b="0" i="1" dirty="0" smtClean="0">
                        <a:solidFill>
                          <a:schemeClr val="bg1"/>
                        </a:solidFill>
                        <a:latin typeface="Cambria Math" panose="02040503050406030204" pitchFamily="18" charset="0"/>
                        <a:ea typeface="宋体" panose="02010600030101010101" pitchFamily="2" charset="-122"/>
                        <a:cs typeface="Times New Roman" panose="02020603050405020304" pitchFamily="18" charset="0"/>
                      </a:rPr>
                      <m:t>=</m:t>
                    </m:r>
                    <m:sSubSup>
                      <m:sSubSupPr>
                        <m:ctrlPr>
                          <a:rPr lang="zh-CN" altLang="en-US" sz="2800" i="1">
                            <a:solidFill>
                              <a:schemeClr val="bg1"/>
                            </a:solidFill>
                            <a:latin typeface="Cambria Math" panose="02040503050406030204" pitchFamily="18" charset="0"/>
                          </a:rPr>
                        </m:ctrlPr>
                      </m:sSubSupPr>
                      <m:e>
                        <m:r>
                          <a:rPr lang="zh-CN" altLang="en-US" sz="2800" i="1">
                            <a:solidFill>
                              <a:schemeClr val="bg1"/>
                            </a:solidFill>
                            <a:latin typeface="Cambria Math" panose="02040503050406030204" pitchFamily="18" charset="0"/>
                          </a:rPr>
                          <m:t>𝑥</m:t>
                        </m:r>
                      </m:e>
                      <m:sub>
                        <m:r>
                          <a:rPr lang="zh-CN" altLang="en-US" sz="2800" i="1">
                            <a:solidFill>
                              <a:schemeClr val="bg1"/>
                            </a:solidFill>
                            <a:latin typeface="Cambria Math" panose="02040503050406030204" pitchFamily="18" charset="0"/>
                          </a:rPr>
                          <m:t>1</m:t>
                        </m:r>
                      </m:sub>
                      <m:sup>
                        <m:r>
                          <a:rPr lang="zh-CN" altLang="en-US" sz="2800" i="1">
                            <a:solidFill>
                              <a:schemeClr val="bg1"/>
                            </a:solidFill>
                            <a:latin typeface="Cambria Math" panose="02040503050406030204" pitchFamily="18" charset="0"/>
                          </a:rPr>
                          <m:t>2</m:t>
                        </m:r>
                      </m:sup>
                    </m:sSubSup>
                    <m:r>
                      <a:rPr lang="zh-CN" altLang="en-US" sz="2800" i="1">
                        <a:solidFill>
                          <a:schemeClr val="bg1"/>
                        </a:solidFill>
                        <a:latin typeface="Cambria Math" panose="02040503050406030204" pitchFamily="18" charset="0"/>
                      </a:rPr>
                      <m:t>+</m:t>
                    </m:r>
                    <m:sSubSup>
                      <m:sSubSupPr>
                        <m:ctrlPr>
                          <a:rPr lang="zh-CN" altLang="en-US" sz="2800" i="1">
                            <a:solidFill>
                              <a:schemeClr val="bg1"/>
                            </a:solidFill>
                            <a:latin typeface="Cambria Math" panose="02040503050406030204" pitchFamily="18" charset="0"/>
                          </a:rPr>
                        </m:ctrlPr>
                      </m:sSubSupPr>
                      <m:e>
                        <m:r>
                          <a:rPr lang="zh-CN" altLang="en-US" sz="2800" i="1">
                            <a:solidFill>
                              <a:schemeClr val="bg1"/>
                            </a:solidFill>
                            <a:latin typeface="Cambria Math" panose="02040503050406030204" pitchFamily="18" charset="0"/>
                          </a:rPr>
                          <m:t>𝑥</m:t>
                        </m:r>
                      </m:e>
                      <m:sub>
                        <m:r>
                          <a:rPr lang="en-US" altLang="zh-CN" sz="2800" b="0" i="1" smtClean="0">
                            <a:solidFill>
                              <a:schemeClr val="bg1"/>
                            </a:solidFill>
                            <a:latin typeface="Cambria Math" panose="02040503050406030204" pitchFamily="18" charset="0"/>
                          </a:rPr>
                          <m:t>2</m:t>
                        </m:r>
                      </m:sub>
                      <m:sup>
                        <m:r>
                          <a:rPr lang="zh-CN" altLang="en-US" sz="2800" i="1">
                            <a:solidFill>
                              <a:schemeClr val="bg1"/>
                            </a:solidFill>
                            <a:latin typeface="Cambria Math" panose="02040503050406030204" pitchFamily="18" charset="0"/>
                          </a:rPr>
                          <m:t>2</m:t>
                        </m:r>
                      </m:sup>
                    </m:sSubSup>
                  </m:oMath>
                </a14:m>
                <a:r>
                  <a:rPr lang="zh-CN" altLang="en-US" sz="2800" dirty="0">
                    <a:solidFill>
                      <a:srgbClr val="FFFF00"/>
                    </a:solidFill>
                  </a:rPr>
                  <a:t>？</a:t>
                </a:r>
                <a:r>
                  <a:rPr lang="en-US" altLang="zh-CN" sz="2800" dirty="0">
                    <a:solidFill>
                      <a:schemeClr val="bg1"/>
                    </a:solidFill>
                    <a:ea typeface="宋体" panose="02010600030101010101" pitchFamily="2" charset="-122"/>
                    <a:cs typeface="Times New Roman" panose="02020603050405020304" pitchFamily="18" charset="0"/>
                  </a:rPr>
                  <a:t> </a:t>
                </a:r>
                <a14:m>
                  <m:oMath xmlns:m="http://schemas.openxmlformats.org/officeDocument/2006/math">
                    <m:sSub>
                      <m:sSubPr>
                        <m:ctrlPr>
                          <a:rPr lang="en-US" altLang="zh-CN" sz="2800" i="1" dirty="0">
                            <a:solidFill>
                              <a:schemeClr val="bg1"/>
                            </a:solidFill>
                            <a:latin typeface="Cambria Math" panose="02040503050406030204" pitchFamily="18" charset="0"/>
                            <a:ea typeface="宋体" panose="02010600030101010101" pitchFamily="2" charset="-122"/>
                            <a:cs typeface="Times New Roman" panose="02020603050405020304" pitchFamily="18" charset="0"/>
                          </a:rPr>
                        </m:ctrlPr>
                      </m:sSubPr>
                      <m:e>
                        <m:r>
                          <a:rPr lang="en-US" altLang="zh-CN" sz="2800" i="1" dirty="0">
                            <a:solidFill>
                              <a:schemeClr val="bg1"/>
                            </a:solidFill>
                            <a:latin typeface="Cambria Math" panose="02040503050406030204" pitchFamily="18" charset="0"/>
                            <a:ea typeface="宋体" panose="02010600030101010101" pitchFamily="2" charset="-122"/>
                            <a:cs typeface="Times New Roman" panose="02020603050405020304" pitchFamily="18" charset="0"/>
                          </a:rPr>
                          <m:t>𝑊</m:t>
                        </m:r>
                      </m:e>
                      <m:sub>
                        <m:r>
                          <a:rPr lang="en-US" altLang="zh-CN" sz="2800" b="0" i="1" dirty="0" smtClean="0">
                            <a:solidFill>
                              <a:schemeClr val="bg1"/>
                            </a:solidFill>
                            <a:latin typeface="Cambria Math" panose="02040503050406030204" pitchFamily="18" charset="0"/>
                            <a:ea typeface="宋体" panose="02010600030101010101" pitchFamily="2" charset="-122"/>
                            <a:cs typeface="Times New Roman" panose="02020603050405020304" pitchFamily="18" charset="0"/>
                          </a:rPr>
                          <m:t>2</m:t>
                        </m:r>
                      </m:sub>
                    </m:sSub>
                    <m:r>
                      <a:rPr lang="en-US" altLang="zh-CN" sz="2800" i="1" dirty="0">
                        <a:solidFill>
                          <a:schemeClr val="bg1"/>
                        </a:solidFill>
                        <a:latin typeface="Cambria Math" panose="02040503050406030204" pitchFamily="18" charset="0"/>
                        <a:ea typeface="宋体" panose="02010600030101010101" pitchFamily="2" charset="-122"/>
                        <a:cs typeface="Times New Roman" panose="02020603050405020304" pitchFamily="18" charset="0"/>
                      </a:rPr>
                      <m:t>=</m:t>
                    </m:r>
                    <m:sSubSup>
                      <m:sSubSupPr>
                        <m:ctrlPr>
                          <a:rPr lang="zh-CN" altLang="en-US" sz="2800" i="1">
                            <a:solidFill>
                              <a:schemeClr val="bg1"/>
                            </a:solidFill>
                            <a:latin typeface="Cambria Math" panose="02040503050406030204" pitchFamily="18" charset="0"/>
                          </a:rPr>
                        </m:ctrlPr>
                      </m:sSubSupPr>
                      <m:e>
                        <m:r>
                          <a:rPr lang="zh-CN" altLang="en-US" sz="2800" i="1">
                            <a:solidFill>
                              <a:schemeClr val="bg1"/>
                            </a:solidFill>
                            <a:latin typeface="Cambria Math" panose="02040503050406030204" pitchFamily="18" charset="0"/>
                          </a:rPr>
                          <m:t>𝑥</m:t>
                        </m:r>
                      </m:e>
                      <m:sub>
                        <m:r>
                          <a:rPr lang="zh-CN" altLang="en-US" sz="2800" i="1">
                            <a:solidFill>
                              <a:schemeClr val="bg1"/>
                            </a:solidFill>
                            <a:latin typeface="Cambria Math" panose="02040503050406030204" pitchFamily="18" charset="0"/>
                          </a:rPr>
                          <m:t>1</m:t>
                        </m:r>
                      </m:sub>
                      <m:sup>
                        <m:r>
                          <a:rPr lang="zh-CN" altLang="en-US" sz="2800" i="1">
                            <a:solidFill>
                              <a:schemeClr val="bg1"/>
                            </a:solidFill>
                            <a:latin typeface="Cambria Math" panose="02040503050406030204" pitchFamily="18" charset="0"/>
                          </a:rPr>
                          <m:t>2</m:t>
                        </m:r>
                      </m:sup>
                    </m:sSubSup>
                    <m:r>
                      <a:rPr lang="zh-CN" altLang="en-US" sz="2800" i="1">
                        <a:solidFill>
                          <a:schemeClr val="bg1"/>
                        </a:solidFill>
                        <a:latin typeface="Cambria Math" panose="02040503050406030204" pitchFamily="18" charset="0"/>
                      </a:rPr>
                      <m:t>+</m:t>
                    </m:r>
                    <m:r>
                      <a:rPr lang="en-US" altLang="zh-CN" sz="2800" b="0" i="1" smtClean="0">
                        <a:solidFill>
                          <a:schemeClr val="bg1"/>
                        </a:solidFill>
                        <a:latin typeface="Cambria Math" panose="02040503050406030204" pitchFamily="18" charset="0"/>
                      </a:rPr>
                      <m:t>2</m:t>
                    </m:r>
                    <m:sSubSup>
                      <m:sSubSupPr>
                        <m:ctrlPr>
                          <a:rPr lang="zh-CN" altLang="en-US" sz="2800" i="1">
                            <a:solidFill>
                              <a:schemeClr val="bg1"/>
                            </a:solidFill>
                            <a:latin typeface="Cambria Math" panose="02040503050406030204" pitchFamily="18" charset="0"/>
                          </a:rPr>
                        </m:ctrlPr>
                      </m:sSubSupPr>
                      <m:e>
                        <m:r>
                          <a:rPr lang="zh-CN" altLang="en-US" sz="2800" i="1">
                            <a:solidFill>
                              <a:schemeClr val="bg1"/>
                            </a:solidFill>
                            <a:latin typeface="Cambria Math" panose="02040503050406030204" pitchFamily="18" charset="0"/>
                          </a:rPr>
                          <m:t>𝑥</m:t>
                        </m:r>
                      </m:e>
                      <m:sub>
                        <m:r>
                          <a:rPr lang="en-US" altLang="zh-CN" sz="2800" i="1">
                            <a:solidFill>
                              <a:schemeClr val="bg1"/>
                            </a:solidFill>
                            <a:latin typeface="Cambria Math" panose="02040503050406030204" pitchFamily="18" charset="0"/>
                          </a:rPr>
                          <m:t>2</m:t>
                        </m:r>
                      </m:sub>
                      <m:sup>
                        <m:r>
                          <a:rPr lang="zh-CN" altLang="en-US" sz="2800" i="1">
                            <a:solidFill>
                              <a:schemeClr val="bg1"/>
                            </a:solidFill>
                            <a:latin typeface="Cambria Math" panose="02040503050406030204" pitchFamily="18" charset="0"/>
                          </a:rPr>
                          <m:t>2</m:t>
                        </m:r>
                      </m:sup>
                    </m:sSubSup>
                  </m:oMath>
                </a14:m>
                <a:r>
                  <a:rPr lang="zh-CN" altLang="en-US" sz="2800" dirty="0">
                    <a:solidFill>
                      <a:srgbClr val="FFFF00"/>
                    </a:solidFill>
                  </a:rPr>
                  <a:t> ？</a:t>
                </a:r>
                <a:r>
                  <a:rPr lang="en-US" altLang="zh-CN" sz="2800" dirty="0">
                    <a:solidFill>
                      <a:schemeClr val="bg1"/>
                    </a:solidFill>
                    <a:ea typeface="宋体" panose="02010600030101010101" pitchFamily="2" charset="-122"/>
                    <a:cs typeface="Times New Roman" panose="02020603050405020304" pitchFamily="18" charset="0"/>
                  </a:rPr>
                  <a:t> </a:t>
                </a:r>
                <a14:m>
                  <m:oMath xmlns:m="http://schemas.openxmlformats.org/officeDocument/2006/math">
                    <m:sSub>
                      <m:sSubPr>
                        <m:ctrlPr>
                          <a:rPr lang="en-US" altLang="zh-CN" sz="2800" i="1" dirty="0">
                            <a:solidFill>
                              <a:schemeClr val="bg1"/>
                            </a:solidFill>
                            <a:latin typeface="Cambria Math" panose="02040503050406030204" pitchFamily="18" charset="0"/>
                            <a:ea typeface="宋体" panose="02010600030101010101" pitchFamily="2" charset="-122"/>
                            <a:cs typeface="Times New Roman" panose="02020603050405020304" pitchFamily="18" charset="0"/>
                          </a:rPr>
                        </m:ctrlPr>
                      </m:sSubPr>
                      <m:e>
                        <m:r>
                          <a:rPr lang="en-US" altLang="zh-CN" sz="2800" i="1" dirty="0">
                            <a:solidFill>
                              <a:schemeClr val="bg1"/>
                            </a:solidFill>
                            <a:latin typeface="Cambria Math" panose="02040503050406030204" pitchFamily="18" charset="0"/>
                            <a:ea typeface="宋体" panose="02010600030101010101" pitchFamily="2" charset="-122"/>
                            <a:cs typeface="Times New Roman" panose="02020603050405020304" pitchFamily="18" charset="0"/>
                          </a:rPr>
                          <m:t>𝑊</m:t>
                        </m:r>
                      </m:e>
                      <m:sub>
                        <m:r>
                          <a:rPr lang="en-US" altLang="zh-CN" sz="2800" b="0" i="1" dirty="0" smtClean="0">
                            <a:solidFill>
                              <a:schemeClr val="bg1"/>
                            </a:solidFill>
                            <a:latin typeface="Cambria Math" panose="02040503050406030204" pitchFamily="18" charset="0"/>
                            <a:ea typeface="宋体" panose="02010600030101010101" pitchFamily="2" charset="-122"/>
                            <a:cs typeface="Times New Roman" panose="02020603050405020304" pitchFamily="18" charset="0"/>
                          </a:rPr>
                          <m:t>3</m:t>
                        </m:r>
                      </m:sub>
                    </m:sSub>
                    <m:r>
                      <a:rPr lang="en-US" altLang="zh-CN" sz="2800" i="1" dirty="0">
                        <a:solidFill>
                          <a:schemeClr val="bg1"/>
                        </a:solidFill>
                        <a:latin typeface="Cambria Math" panose="02040503050406030204" pitchFamily="18" charset="0"/>
                        <a:ea typeface="宋体" panose="02010600030101010101" pitchFamily="2" charset="-122"/>
                        <a:cs typeface="Times New Roman" panose="02020603050405020304" pitchFamily="18" charset="0"/>
                      </a:rPr>
                      <m:t>=</m:t>
                    </m:r>
                    <m:r>
                      <a:rPr lang="en-US" altLang="zh-CN" sz="2800" b="0" i="1" dirty="0" smtClean="0">
                        <a:solidFill>
                          <a:schemeClr val="bg1"/>
                        </a:solidFill>
                        <a:latin typeface="Cambria Math" panose="02040503050406030204" pitchFamily="18" charset="0"/>
                        <a:ea typeface="宋体" panose="02010600030101010101" pitchFamily="2" charset="-122"/>
                        <a:cs typeface="Times New Roman" panose="02020603050405020304" pitchFamily="18" charset="0"/>
                      </a:rPr>
                      <m:t>−</m:t>
                    </m:r>
                    <m:f>
                      <m:fPr>
                        <m:ctrlPr>
                          <a:rPr lang="en-US" altLang="zh-CN" sz="2800" i="1" dirty="0" smtClean="0">
                            <a:solidFill>
                              <a:schemeClr val="bg1"/>
                            </a:solidFill>
                            <a:latin typeface="Cambria Math" panose="02040503050406030204" pitchFamily="18" charset="0"/>
                            <a:ea typeface="宋体" panose="02010600030101010101" pitchFamily="2" charset="-122"/>
                            <a:cs typeface="Times New Roman" panose="02020603050405020304" pitchFamily="18" charset="0"/>
                          </a:rPr>
                        </m:ctrlPr>
                      </m:fPr>
                      <m:num>
                        <m:r>
                          <a:rPr lang="en-US" altLang="zh-CN" sz="2800" b="0" i="1" dirty="0" smtClean="0">
                            <a:solidFill>
                              <a:schemeClr val="bg1"/>
                            </a:solidFill>
                            <a:latin typeface="Cambria Math" panose="02040503050406030204" pitchFamily="18" charset="0"/>
                            <a:ea typeface="宋体" panose="02010600030101010101" pitchFamily="2" charset="-122"/>
                            <a:cs typeface="Times New Roman" panose="02020603050405020304" pitchFamily="18" charset="0"/>
                          </a:rPr>
                          <m:t>1</m:t>
                        </m:r>
                      </m:num>
                      <m:den>
                        <m:r>
                          <a:rPr lang="en-US" altLang="zh-CN" sz="2800" b="0" i="1" dirty="0" smtClean="0">
                            <a:solidFill>
                              <a:schemeClr val="bg1"/>
                            </a:solidFill>
                            <a:latin typeface="Cambria Math" panose="02040503050406030204" pitchFamily="18" charset="0"/>
                            <a:ea typeface="宋体" panose="02010600030101010101" pitchFamily="2" charset="-122"/>
                            <a:cs typeface="Times New Roman" panose="02020603050405020304" pitchFamily="18" charset="0"/>
                          </a:rPr>
                          <m:t>2</m:t>
                        </m:r>
                      </m:den>
                    </m:f>
                    <m:r>
                      <a:rPr lang="en-US" altLang="zh-CN" sz="2800" b="0" i="1" dirty="0" smtClean="0">
                        <a:solidFill>
                          <a:schemeClr val="bg1"/>
                        </a:solidFill>
                        <a:latin typeface="Cambria Math" panose="02040503050406030204" pitchFamily="18" charset="0"/>
                        <a:ea typeface="宋体" panose="02010600030101010101" pitchFamily="2" charset="-122"/>
                        <a:cs typeface="Times New Roman" panose="02020603050405020304" pitchFamily="18" charset="0"/>
                      </a:rPr>
                      <m:t>(</m:t>
                    </m:r>
                    <m:sSubSup>
                      <m:sSubSupPr>
                        <m:ctrlPr>
                          <a:rPr lang="zh-CN" altLang="en-US" sz="2800" i="1">
                            <a:solidFill>
                              <a:schemeClr val="bg1"/>
                            </a:solidFill>
                            <a:latin typeface="Cambria Math" panose="02040503050406030204" pitchFamily="18" charset="0"/>
                          </a:rPr>
                        </m:ctrlPr>
                      </m:sSubSupPr>
                      <m:e>
                        <m:r>
                          <a:rPr lang="zh-CN" altLang="en-US" sz="2800" i="1">
                            <a:solidFill>
                              <a:schemeClr val="bg1"/>
                            </a:solidFill>
                            <a:latin typeface="Cambria Math" panose="02040503050406030204" pitchFamily="18" charset="0"/>
                          </a:rPr>
                          <m:t>𝑥</m:t>
                        </m:r>
                      </m:e>
                      <m:sub>
                        <m:r>
                          <a:rPr lang="zh-CN" altLang="en-US" sz="2800" i="1">
                            <a:solidFill>
                              <a:schemeClr val="bg1"/>
                            </a:solidFill>
                            <a:latin typeface="Cambria Math" panose="02040503050406030204" pitchFamily="18" charset="0"/>
                          </a:rPr>
                          <m:t>1</m:t>
                        </m:r>
                      </m:sub>
                      <m:sup>
                        <m:r>
                          <a:rPr lang="zh-CN" altLang="en-US" sz="2800" i="1">
                            <a:solidFill>
                              <a:schemeClr val="bg1"/>
                            </a:solidFill>
                            <a:latin typeface="Cambria Math" panose="02040503050406030204" pitchFamily="18" charset="0"/>
                          </a:rPr>
                          <m:t>2</m:t>
                        </m:r>
                      </m:sup>
                    </m:sSubSup>
                    <m:r>
                      <a:rPr lang="en-US" altLang="zh-CN" sz="2800" b="0" i="1" smtClean="0">
                        <a:solidFill>
                          <a:schemeClr val="bg1"/>
                        </a:solidFill>
                        <a:latin typeface="Cambria Math" panose="02040503050406030204" pitchFamily="18" charset="0"/>
                      </a:rPr>
                      <m:t>+</m:t>
                    </m:r>
                    <m:sSubSup>
                      <m:sSubSupPr>
                        <m:ctrlPr>
                          <a:rPr lang="zh-CN" altLang="en-US" sz="2800" i="1">
                            <a:solidFill>
                              <a:schemeClr val="bg1"/>
                            </a:solidFill>
                            <a:latin typeface="Cambria Math" panose="02040503050406030204" pitchFamily="18" charset="0"/>
                          </a:rPr>
                        </m:ctrlPr>
                      </m:sSubSupPr>
                      <m:e>
                        <m:r>
                          <a:rPr lang="zh-CN" altLang="en-US" sz="2800" i="1">
                            <a:solidFill>
                              <a:schemeClr val="bg1"/>
                            </a:solidFill>
                            <a:latin typeface="Cambria Math" panose="02040503050406030204" pitchFamily="18" charset="0"/>
                          </a:rPr>
                          <m:t>𝑥</m:t>
                        </m:r>
                      </m:e>
                      <m:sub>
                        <m:r>
                          <a:rPr lang="en-US" altLang="zh-CN" sz="2800" i="1">
                            <a:solidFill>
                              <a:schemeClr val="bg1"/>
                            </a:solidFill>
                            <a:latin typeface="Cambria Math" panose="02040503050406030204" pitchFamily="18" charset="0"/>
                          </a:rPr>
                          <m:t>2</m:t>
                        </m:r>
                      </m:sub>
                      <m:sup>
                        <m:r>
                          <a:rPr lang="zh-CN" altLang="en-US" sz="2800" i="1">
                            <a:solidFill>
                              <a:schemeClr val="bg1"/>
                            </a:solidFill>
                            <a:latin typeface="Cambria Math" panose="02040503050406030204" pitchFamily="18" charset="0"/>
                          </a:rPr>
                          <m:t>2</m:t>
                        </m:r>
                      </m:sup>
                    </m:sSubSup>
                    <m:r>
                      <a:rPr lang="en-US" altLang="zh-CN" sz="2800" b="0" i="1" smtClean="0">
                        <a:solidFill>
                          <a:schemeClr val="bg1"/>
                        </a:solidFill>
                        <a:latin typeface="Cambria Math" panose="02040503050406030204" pitchFamily="18" charset="0"/>
                      </a:rPr>
                      <m:t>)</m:t>
                    </m:r>
                  </m:oMath>
                </a14:m>
                <a:r>
                  <a:rPr lang="zh-CN" altLang="en-US" sz="2800" dirty="0">
                    <a:solidFill>
                      <a:srgbClr val="FFFF00"/>
                    </a:solidFill>
                  </a:rPr>
                  <a:t> ？</a:t>
                </a:r>
                <a:endParaRPr lang="zh-CN" altLang="en-US" sz="2800" dirty="0">
                  <a:solidFill>
                    <a:schemeClr val="bg1"/>
                  </a:solidFill>
                </a:endParaRPr>
              </a:p>
            </p:txBody>
          </p:sp>
        </mc:Choice>
        <mc:Fallback xmlns="">
          <p:sp>
            <p:nvSpPr>
              <p:cNvPr id="5" name="对象 3">
                <a:extLst>
                  <a:ext uri="{FF2B5EF4-FFF2-40B4-BE49-F238E27FC236}">
                    <a16:creationId xmlns:a16="http://schemas.microsoft.com/office/drawing/2014/main" id="{DEEEB6A8-009B-0045-1EE0-70DFD97D855C}"/>
                  </a:ext>
                </a:extLst>
              </p:cNvPr>
              <p:cNvSpPr txBox="1">
                <a:spLocks noRot="1" noChangeAspect="1" noMove="1" noResize="1" noEditPoints="1" noAdjustHandles="1" noChangeArrowheads="1" noChangeShapeType="1" noTextEdit="1"/>
              </p:cNvSpPr>
              <p:nvPr/>
            </p:nvSpPr>
            <p:spPr bwMode="auto">
              <a:xfrm>
                <a:off x="156622" y="5808240"/>
                <a:ext cx="8614732" cy="573088"/>
              </a:xfrm>
              <a:prstGeom prst="rect">
                <a:avLst/>
              </a:prstGeom>
              <a:blipFill>
                <a:blip r:embed="rId6"/>
                <a:stretch>
                  <a:fillRect r="-5520" b="-37234"/>
                </a:stretch>
              </a:blipFill>
              <a:ln>
                <a:no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 name="文本框 7">
                <a:extLst>
                  <a:ext uri="{FF2B5EF4-FFF2-40B4-BE49-F238E27FC236}">
                    <a16:creationId xmlns:a16="http://schemas.microsoft.com/office/drawing/2014/main" id="{4D060B3D-0151-EDF2-848D-CFACDB9AF715}"/>
                  </a:ext>
                </a:extLst>
              </p:cNvPr>
              <p:cNvSpPr txBox="1"/>
              <p:nvPr/>
            </p:nvSpPr>
            <p:spPr>
              <a:xfrm>
                <a:off x="2384983" y="4365104"/>
                <a:ext cx="4158009" cy="1405321"/>
              </a:xfrm>
              <a:prstGeom prst="rect">
                <a:avLst/>
              </a:prstGeom>
              <a:noFill/>
            </p:spPr>
            <p:txBody>
              <a:bodyPr wrap="square">
                <a:spAutoFit/>
              </a:bodyPr>
              <a:lstStyle/>
              <a:p>
                <a:pPr>
                  <a:lnSpc>
                    <a:spcPct val="150000"/>
                  </a:lnSpc>
                </a:pPr>
                <a14:m>
                  <m:oMathPara xmlns:m="http://schemas.openxmlformats.org/officeDocument/2006/math">
                    <m:oMathParaPr>
                      <m:jc m:val="center"/>
                    </m:oMathParaPr>
                    <m:oMath xmlns:m="http://schemas.openxmlformats.org/officeDocument/2006/math">
                      <m:sSub>
                        <m:sSubPr>
                          <m:ctrlPr>
                            <a:rPr lang="zh-CN" altLang="en-US" sz="2800" i="1" smtClean="0">
                              <a:solidFill>
                                <a:srgbClr val="FFFF00"/>
                              </a:solidFill>
                              <a:latin typeface="Cambria Math" panose="02040503050406030204" pitchFamily="18" charset="0"/>
                            </a:rPr>
                          </m:ctrlPr>
                        </m:sSubPr>
                        <m:e>
                          <m:r>
                            <a:rPr lang="zh-CN" altLang="en-US" sz="2800" i="1">
                              <a:solidFill>
                                <a:srgbClr val="FFFF00"/>
                              </a:solidFill>
                              <a:latin typeface="Cambria Math" panose="02040503050406030204" pitchFamily="18" charset="0"/>
                            </a:rPr>
                            <m:t>𝑊</m:t>
                          </m:r>
                        </m:e>
                        <m:sub>
                          <m:r>
                            <a:rPr lang="zh-CN" altLang="en-US" sz="2800" i="1">
                              <a:solidFill>
                                <a:srgbClr val="FFFF00"/>
                              </a:solidFill>
                              <a:latin typeface="Cambria Math" panose="02040503050406030204" pitchFamily="18" charset="0"/>
                            </a:rPr>
                            <m:t>1</m:t>
                          </m:r>
                        </m:sub>
                      </m:sSub>
                      <m:d>
                        <m:dPr>
                          <m:ctrlPr>
                            <a:rPr lang="zh-CN" altLang="en-US" sz="2800" i="1">
                              <a:solidFill>
                                <a:srgbClr val="FFFF00"/>
                              </a:solidFill>
                              <a:latin typeface="Cambria Math" panose="02040503050406030204" pitchFamily="18" charset="0"/>
                            </a:rPr>
                          </m:ctrlPr>
                        </m:dPr>
                        <m:e>
                          <m:r>
                            <a:rPr lang="zh-CN" altLang="en-US" sz="2800" b="1" i="1">
                              <a:solidFill>
                                <a:srgbClr val="FFFF00"/>
                              </a:solidFill>
                              <a:latin typeface="Cambria Math" panose="02040503050406030204" pitchFamily="18" charset="0"/>
                            </a:rPr>
                            <m:t>𝒙</m:t>
                          </m:r>
                        </m:e>
                      </m:d>
                      <m:r>
                        <a:rPr lang="zh-CN" altLang="en-US" sz="2800" i="1">
                          <a:solidFill>
                            <a:schemeClr val="bg1"/>
                          </a:solidFill>
                          <a:latin typeface="Cambria Math" panose="02040503050406030204" pitchFamily="18" charset="0"/>
                        </a:rPr>
                        <m:t>≤</m:t>
                      </m:r>
                      <m:r>
                        <a:rPr lang="zh-CN" altLang="en-US" sz="2800" i="1">
                          <a:solidFill>
                            <a:schemeClr val="bg1"/>
                          </a:solidFill>
                          <a:latin typeface="Cambria Math" panose="02040503050406030204" pitchFamily="18" charset="0"/>
                        </a:rPr>
                        <m:t>𝑉</m:t>
                      </m:r>
                      <m:d>
                        <m:dPr>
                          <m:ctrlPr>
                            <a:rPr lang="zh-CN" altLang="en-US" sz="2800" i="1">
                              <a:solidFill>
                                <a:schemeClr val="bg1"/>
                              </a:solidFill>
                              <a:latin typeface="Cambria Math" panose="02040503050406030204" pitchFamily="18" charset="0"/>
                            </a:rPr>
                          </m:ctrlPr>
                        </m:dPr>
                        <m:e>
                          <m:r>
                            <a:rPr lang="zh-CN" altLang="en-US" sz="2800" b="1" i="1">
                              <a:solidFill>
                                <a:schemeClr val="bg1"/>
                              </a:solidFill>
                              <a:latin typeface="Cambria Math" panose="02040503050406030204" pitchFamily="18" charset="0"/>
                            </a:rPr>
                            <m:t>𝒙</m:t>
                          </m:r>
                          <m:r>
                            <a:rPr lang="zh-CN" altLang="en-US" sz="2800" i="1">
                              <a:solidFill>
                                <a:schemeClr val="bg1"/>
                              </a:solidFill>
                              <a:latin typeface="Cambria Math" panose="02040503050406030204" pitchFamily="18" charset="0"/>
                            </a:rPr>
                            <m:t>,</m:t>
                          </m:r>
                          <m:r>
                            <a:rPr lang="zh-CN" altLang="en-US" sz="2800" i="1">
                              <a:solidFill>
                                <a:schemeClr val="bg1"/>
                              </a:solidFill>
                              <a:latin typeface="Cambria Math" panose="02040503050406030204" pitchFamily="18" charset="0"/>
                            </a:rPr>
                            <m:t>𝑡</m:t>
                          </m:r>
                        </m:e>
                      </m:d>
                      <m:r>
                        <a:rPr lang="zh-CN" altLang="en-US" sz="2800" i="1">
                          <a:solidFill>
                            <a:schemeClr val="bg1"/>
                          </a:solidFill>
                          <a:latin typeface="Cambria Math" panose="02040503050406030204" pitchFamily="18" charset="0"/>
                        </a:rPr>
                        <m:t>≤</m:t>
                      </m:r>
                      <m:sSub>
                        <m:sSubPr>
                          <m:ctrlPr>
                            <a:rPr lang="zh-CN" altLang="en-US" sz="2800" i="1" smtClean="0">
                              <a:solidFill>
                                <a:srgbClr val="FFFF00"/>
                              </a:solidFill>
                              <a:latin typeface="Cambria Math" panose="02040503050406030204" pitchFamily="18" charset="0"/>
                            </a:rPr>
                          </m:ctrlPr>
                        </m:sSubPr>
                        <m:e>
                          <m:r>
                            <a:rPr lang="zh-CN" altLang="en-US" sz="2800" i="1">
                              <a:solidFill>
                                <a:srgbClr val="FFFF00"/>
                              </a:solidFill>
                              <a:latin typeface="Cambria Math" panose="02040503050406030204" pitchFamily="18" charset="0"/>
                            </a:rPr>
                            <m:t>𝑊</m:t>
                          </m:r>
                        </m:e>
                        <m:sub>
                          <m:r>
                            <a:rPr lang="zh-CN" altLang="en-US" sz="2800" i="1">
                              <a:solidFill>
                                <a:srgbClr val="FFFF00"/>
                              </a:solidFill>
                              <a:latin typeface="Cambria Math" panose="02040503050406030204" pitchFamily="18" charset="0"/>
                            </a:rPr>
                            <m:t>2</m:t>
                          </m:r>
                        </m:sub>
                      </m:sSub>
                      <m:d>
                        <m:dPr>
                          <m:ctrlPr>
                            <a:rPr lang="zh-CN" altLang="en-US" sz="2800" i="1">
                              <a:solidFill>
                                <a:srgbClr val="FFFF00"/>
                              </a:solidFill>
                              <a:latin typeface="Cambria Math" panose="02040503050406030204" pitchFamily="18" charset="0"/>
                            </a:rPr>
                          </m:ctrlPr>
                        </m:dPr>
                        <m:e>
                          <m:r>
                            <a:rPr lang="zh-CN" altLang="en-US" sz="2800" b="1" i="1">
                              <a:solidFill>
                                <a:srgbClr val="FFFF00"/>
                              </a:solidFill>
                              <a:latin typeface="Cambria Math" panose="02040503050406030204" pitchFamily="18" charset="0"/>
                            </a:rPr>
                            <m:t>𝒙</m:t>
                          </m:r>
                        </m:e>
                      </m:d>
                    </m:oMath>
                    <m:oMath xmlns:m="http://schemas.openxmlformats.org/officeDocument/2006/math">
                      <m:acc>
                        <m:accPr>
                          <m:chr m:val="̇"/>
                          <m:ctrlPr>
                            <a:rPr lang="zh-CN" altLang="en-US" sz="2800" i="1" smtClean="0">
                              <a:solidFill>
                                <a:schemeClr val="bg1"/>
                              </a:solidFill>
                              <a:latin typeface="Cambria Math" panose="02040503050406030204" pitchFamily="18" charset="0"/>
                            </a:rPr>
                          </m:ctrlPr>
                        </m:accPr>
                        <m:e>
                          <m:r>
                            <a:rPr lang="zh-CN" altLang="en-US" sz="2800" i="1">
                              <a:solidFill>
                                <a:schemeClr val="bg1"/>
                              </a:solidFill>
                              <a:latin typeface="Cambria Math" panose="02040503050406030204" pitchFamily="18" charset="0"/>
                            </a:rPr>
                            <m:t>𝑉</m:t>
                          </m:r>
                        </m:e>
                      </m:acc>
                      <m:r>
                        <a:rPr lang="zh-CN" altLang="en-US" sz="2800" i="1">
                          <a:solidFill>
                            <a:schemeClr val="bg1"/>
                          </a:solidFill>
                          <a:latin typeface="Cambria Math" panose="02040503050406030204" pitchFamily="18" charset="0"/>
                        </a:rPr>
                        <m:t>(</m:t>
                      </m:r>
                      <m:r>
                        <a:rPr lang="zh-CN" altLang="en-US" sz="2800" b="1" i="1">
                          <a:solidFill>
                            <a:schemeClr val="bg1"/>
                          </a:solidFill>
                          <a:latin typeface="Cambria Math" panose="02040503050406030204" pitchFamily="18" charset="0"/>
                        </a:rPr>
                        <m:t>𝒙</m:t>
                      </m:r>
                      <m:r>
                        <a:rPr lang="zh-CN" altLang="en-US" sz="2800" i="1">
                          <a:solidFill>
                            <a:schemeClr val="bg1"/>
                          </a:solidFill>
                          <a:latin typeface="Cambria Math" panose="02040503050406030204" pitchFamily="18" charset="0"/>
                        </a:rPr>
                        <m:t>,</m:t>
                      </m:r>
                      <m:r>
                        <a:rPr lang="zh-CN" altLang="en-US" sz="2800" i="1">
                          <a:solidFill>
                            <a:schemeClr val="bg1"/>
                          </a:solidFill>
                          <a:latin typeface="Cambria Math" panose="02040503050406030204" pitchFamily="18" charset="0"/>
                        </a:rPr>
                        <m:t>𝑡</m:t>
                      </m:r>
                      <m:r>
                        <a:rPr lang="zh-CN" altLang="en-US" sz="2800" i="1">
                          <a:solidFill>
                            <a:schemeClr val="bg1"/>
                          </a:solidFill>
                          <a:latin typeface="Cambria Math" panose="02040503050406030204" pitchFamily="18" charset="0"/>
                        </a:rPr>
                        <m:t>)≤−</m:t>
                      </m:r>
                      <m:sSub>
                        <m:sSubPr>
                          <m:ctrlPr>
                            <a:rPr lang="zh-CN" altLang="en-US" sz="2800" i="1" smtClean="0">
                              <a:solidFill>
                                <a:srgbClr val="FFFF00"/>
                              </a:solidFill>
                              <a:latin typeface="Cambria Math" panose="02040503050406030204" pitchFamily="18" charset="0"/>
                            </a:rPr>
                          </m:ctrlPr>
                        </m:sSubPr>
                        <m:e>
                          <m:r>
                            <a:rPr lang="zh-CN" altLang="en-US" sz="2800" i="1">
                              <a:solidFill>
                                <a:srgbClr val="FFFF00"/>
                              </a:solidFill>
                              <a:latin typeface="Cambria Math" panose="02040503050406030204" pitchFamily="18" charset="0"/>
                            </a:rPr>
                            <m:t>𝑊</m:t>
                          </m:r>
                        </m:e>
                        <m:sub>
                          <m:r>
                            <a:rPr lang="zh-CN" altLang="en-US" sz="2800" i="1">
                              <a:solidFill>
                                <a:srgbClr val="FFFF00"/>
                              </a:solidFill>
                              <a:latin typeface="Cambria Math" panose="02040503050406030204" pitchFamily="18" charset="0"/>
                            </a:rPr>
                            <m:t>3</m:t>
                          </m:r>
                        </m:sub>
                      </m:sSub>
                      <m:r>
                        <a:rPr lang="zh-CN" altLang="en-US" sz="2800" i="1">
                          <a:solidFill>
                            <a:srgbClr val="FFFF00"/>
                          </a:solidFill>
                          <a:latin typeface="Cambria Math" panose="02040503050406030204" pitchFamily="18" charset="0"/>
                        </a:rPr>
                        <m:t>(</m:t>
                      </m:r>
                      <m:r>
                        <a:rPr lang="zh-CN" altLang="en-US" sz="2800" b="1" i="1">
                          <a:solidFill>
                            <a:srgbClr val="FFFF00"/>
                          </a:solidFill>
                          <a:latin typeface="Cambria Math" panose="02040503050406030204" pitchFamily="18" charset="0"/>
                        </a:rPr>
                        <m:t>𝒙</m:t>
                      </m:r>
                      <m:r>
                        <a:rPr lang="zh-CN" altLang="en-US" sz="2800" i="1">
                          <a:solidFill>
                            <a:srgbClr val="FFFF00"/>
                          </a:solidFill>
                          <a:latin typeface="Cambria Math" panose="02040503050406030204" pitchFamily="18" charset="0"/>
                        </a:rPr>
                        <m:t>)</m:t>
                      </m:r>
                    </m:oMath>
                  </m:oMathPara>
                </a14:m>
                <a:endParaRPr lang="zh-CN" altLang="en-US" sz="2800" dirty="0">
                  <a:solidFill>
                    <a:schemeClr val="bg1"/>
                  </a:solidFill>
                </a:endParaRPr>
              </a:p>
            </p:txBody>
          </p:sp>
        </mc:Choice>
        <mc:Fallback xmlns="">
          <p:sp>
            <p:nvSpPr>
              <p:cNvPr id="8" name="文本框 7">
                <a:extLst>
                  <a:ext uri="{FF2B5EF4-FFF2-40B4-BE49-F238E27FC236}">
                    <a16:creationId xmlns:a16="http://schemas.microsoft.com/office/drawing/2014/main" id="{4D060B3D-0151-EDF2-848D-CFACDB9AF715}"/>
                  </a:ext>
                </a:extLst>
              </p:cNvPr>
              <p:cNvSpPr txBox="1">
                <a:spLocks noRot="1" noChangeAspect="1" noMove="1" noResize="1" noEditPoints="1" noAdjustHandles="1" noChangeArrowheads="1" noChangeShapeType="1" noTextEdit="1"/>
              </p:cNvSpPr>
              <p:nvPr/>
            </p:nvSpPr>
            <p:spPr>
              <a:xfrm>
                <a:off x="2384983" y="4365104"/>
                <a:ext cx="4158009" cy="1405321"/>
              </a:xfrm>
              <a:prstGeom prst="rect">
                <a:avLst/>
              </a:prstGeom>
              <a:blipFill>
                <a:blip r:embed="rId7"/>
                <a:stretch>
                  <a:fillRect/>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855051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4" grpId="0"/>
      <p:bldP spid="5" grpId="0"/>
      <p:bldP spid="8"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zh-CN" altLang="en-US" dirty="0"/>
              <a:t>小结</a:t>
            </a:r>
          </a:p>
        </p:txBody>
      </p:sp>
      <p:sp>
        <p:nvSpPr>
          <p:cNvPr id="7" name="灯片编号占位符 6"/>
          <p:cNvSpPr>
            <a:spLocks noGrp="1"/>
          </p:cNvSpPr>
          <p:nvPr>
            <p:ph type="sldNum" sz="quarter" idx="12"/>
          </p:nvPr>
        </p:nvSpPr>
        <p:spPr/>
        <p:txBody>
          <a:bodyPr/>
          <a:lstStyle/>
          <a:p>
            <a:fld id="{58C210BB-F110-452C-89E7-9EA0A8D47DCE}" type="slidenum">
              <a:rPr lang="zh-CN" altLang="en-US" smtClean="0"/>
              <a:pPr/>
              <a:t>39</a:t>
            </a:fld>
            <a:endParaRPr lang="zh-CN" altLang="en-US" dirty="0"/>
          </a:p>
        </p:txBody>
      </p:sp>
      <mc:AlternateContent xmlns:mc="http://schemas.openxmlformats.org/markup-compatibility/2006" xmlns:a14="http://schemas.microsoft.com/office/drawing/2010/main">
        <mc:Choice Requires="a14">
          <p:sp>
            <p:nvSpPr>
              <p:cNvPr id="14" name="内容占位符 2"/>
              <p:cNvSpPr txBox="1">
                <a:spLocks/>
              </p:cNvSpPr>
              <p:nvPr/>
            </p:nvSpPr>
            <p:spPr>
              <a:xfrm>
                <a:off x="395536" y="1052735"/>
                <a:ext cx="8382000" cy="5328593"/>
              </a:xfrm>
              <a:prstGeom prst="rect">
                <a:avLst/>
              </a:prstGeom>
            </p:spPr>
            <p:txBody>
              <a:bodyPr vert="horz" lIns="54864" tIns="91440" rtlCol="0">
                <a:normAutofit/>
              </a:bodyPr>
              <a:lstStyle>
                <a:lvl1pPr marL="438912" indent="-320040" algn="l" rtl="0" eaLnBrk="1" latinLnBrk="0" hangingPunct="1">
                  <a:spcBef>
                    <a:spcPts val="0"/>
                  </a:spcBef>
                  <a:buClr>
                    <a:schemeClr val="accent1"/>
                  </a:buClr>
                  <a:buSzPct val="80000"/>
                  <a:buFont typeface="Wingdings 2"/>
                  <a:buChar char=""/>
                  <a:defRPr kumimoji="0" sz="3200" kern="1200">
                    <a:solidFill>
                      <a:schemeClr val="bg1"/>
                    </a:solidFill>
                    <a:latin typeface="Times New Roman" pitchFamily="18" charset="0"/>
                    <a:ea typeface="+mn-ea"/>
                    <a:cs typeface="Times New Roman" pitchFamily="18" charset="0"/>
                  </a:defRPr>
                </a:lvl1pPr>
                <a:lvl2pPr marL="731520" indent="-274320" algn="l" rtl="0" eaLnBrk="1" latinLnBrk="0" hangingPunct="1">
                  <a:spcBef>
                    <a:spcPct val="20000"/>
                  </a:spcBef>
                  <a:buClr>
                    <a:schemeClr val="accent2"/>
                  </a:buClr>
                  <a:buSzPct val="90000"/>
                  <a:buFont typeface="Wingdings"/>
                  <a:buChar char=""/>
                  <a:defRPr kumimoji="0" sz="2800" kern="1200">
                    <a:solidFill>
                      <a:schemeClr val="bg1"/>
                    </a:solidFill>
                    <a:latin typeface="Times New Roman" pitchFamily="18" charset="0"/>
                    <a:ea typeface="+mn-ea"/>
                    <a:cs typeface="Times New Roman" pitchFamily="18" charset="0"/>
                  </a:defRPr>
                </a:lvl2pPr>
                <a:lvl3pPr marL="996696" indent="-228600" algn="l" rtl="0" eaLnBrk="1" latinLnBrk="0" hangingPunct="1">
                  <a:spcBef>
                    <a:spcPct val="20000"/>
                  </a:spcBef>
                  <a:buClr>
                    <a:schemeClr val="accent3"/>
                  </a:buClr>
                  <a:buFont typeface="Arial"/>
                  <a:buChar char="▪"/>
                  <a:defRPr kumimoji="0" sz="2400" kern="1200">
                    <a:solidFill>
                      <a:schemeClr val="bg1"/>
                    </a:solidFill>
                    <a:latin typeface="Times New Roman" pitchFamily="18" charset="0"/>
                    <a:ea typeface="+mn-ea"/>
                    <a:cs typeface="Times New Roman" pitchFamily="18" charset="0"/>
                  </a:defRPr>
                </a:lvl3pPr>
                <a:lvl4pPr marL="1216152" indent="-182880" algn="l" rtl="0" eaLnBrk="1" latinLnBrk="0" hangingPunct="1">
                  <a:spcBef>
                    <a:spcPct val="20000"/>
                  </a:spcBef>
                  <a:buClr>
                    <a:schemeClr val="accent4"/>
                  </a:buClr>
                  <a:buFont typeface="Arial"/>
                  <a:buChar char="▪"/>
                  <a:defRPr kumimoji="0" sz="2000" kern="1200">
                    <a:solidFill>
                      <a:schemeClr val="bg1"/>
                    </a:solidFill>
                    <a:latin typeface="Times New Roman" pitchFamily="18" charset="0"/>
                    <a:ea typeface="+mn-ea"/>
                    <a:cs typeface="Times New Roman" pitchFamily="18" charset="0"/>
                  </a:defRPr>
                </a:lvl4pPr>
                <a:lvl5pPr marL="1426464" indent="-182880" algn="l" rtl="0" eaLnBrk="1" latinLnBrk="0" hangingPunct="1">
                  <a:spcBef>
                    <a:spcPct val="20000"/>
                  </a:spcBef>
                  <a:buClr>
                    <a:schemeClr val="accent5"/>
                  </a:buClr>
                  <a:buFont typeface="Wingdings 3"/>
                  <a:buChar char=""/>
                  <a:defRPr kumimoji="0" lang="en-US" sz="2000" kern="1200" smtClean="0">
                    <a:solidFill>
                      <a:schemeClr val="tx1"/>
                    </a:solidFill>
                    <a:latin typeface="Times New Roman" pitchFamily="18" charset="0"/>
                    <a:ea typeface="+mn-ea"/>
                    <a:cs typeface="Times New Roman" pitchFamily="18" charset="0"/>
                  </a:defRPr>
                </a:lvl5pPr>
                <a:lvl6pPr marL="1627632" indent="-182880" algn="l" rtl="0" eaLnBrk="1" latinLnBrk="0" hangingPunct="1">
                  <a:spcBef>
                    <a:spcPct val="20000"/>
                  </a:spcBef>
                  <a:buClr>
                    <a:schemeClr val="accent6"/>
                  </a:buClr>
                  <a:buSzPct val="100000"/>
                  <a:buFont typeface="Wingdings 2"/>
                  <a:buChar char=""/>
                  <a:defRPr kumimoji="0" sz="2000" kern="1200">
                    <a:solidFill>
                      <a:schemeClr val="tx1"/>
                    </a:solidFill>
                    <a:latin typeface="+mn-lt"/>
                    <a:ea typeface="+mn-ea"/>
                    <a:cs typeface="+mn-cs"/>
                  </a:defRPr>
                </a:lvl6pPr>
                <a:lvl7pPr marL="1828800" indent="-182880" algn="l" rtl="0" eaLnBrk="1" latinLnBrk="0" hangingPunct="1">
                  <a:spcBef>
                    <a:spcPct val="20000"/>
                  </a:spcBef>
                  <a:buClr>
                    <a:schemeClr val="accent1"/>
                  </a:buClr>
                  <a:buSzPct val="100000"/>
                  <a:buFont typeface="Wingdings 2"/>
                  <a:buChar char=""/>
                  <a:defRPr kumimoji="0" sz="1800" kern="1200">
                    <a:solidFill>
                      <a:schemeClr val="tx1"/>
                    </a:solidFill>
                    <a:latin typeface="+mn-lt"/>
                    <a:ea typeface="+mn-ea"/>
                    <a:cs typeface="+mn-cs"/>
                  </a:defRPr>
                </a:lvl7pPr>
                <a:lvl8pPr marL="2029968" indent="-182880" algn="l" rtl="0" eaLnBrk="1" latinLnBrk="0" hangingPunct="1">
                  <a:spcBef>
                    <a:spcPct val="20000"/>
                  </a:spcBef>
                  <a:buClr>
                    <a:schemeClr val="accent2"/>
                  </a:buClr>
                  <a:buFont typeface="Wingdings 2" pitchFamily="18" charset="2"/>
                  <a:buChar char=""/>
                  <a:defRPr kumimoji="0" sz="1800" kern="1200">
                    <a:solidFill>
                      <a:schemeClr val="tx1"/>
                    </a:solidFill>
                    <a:latin typeface="+mn-lt"/>
                    <a:ea typeface="+mn-ea"/>
                    <a:cs typeface="+mn-cs"/>
                  </a:defRPr>
                </a:lvl8pPr>
                <a:lvl9pPr marL="2231136" indent="-182880" algn="l" rtl="0" eaLnBrk="1" latinLnBrk="0" hangingPunct="1">
                  <a:spcBef>
                    <a:spcPct val="20000"/>
                  </a:spcBef>
                  <a:buClr>
                    <a:schemeClr val="accent3"/>
                  </a:buClr>
                  <a:buFont typeface="Wingdings 2" pitchFamily="18" charset="2"/>
                  <a:buChar char=""/>
                  <a:defRPr kumimoji="0" sz="1800" kern="1200" baseline="0">
                    <a:solidFill>
                      <a:schemeClr val="tx1"/>
                    </a:solidFill>
                    <a:latin typeface="+mn-lt"/>
                    <a:ea typeface="+mn-ea"/>
                    <a:cs typeface="+mn-cs"/>
                  </a:defRPr>
                </a:lvl9pPr>
                <a:extLst/>
              </a:lstStyle>
              <a:p>
                <a:pPr>
                  <a:lnSpc>
                    <a:spcPct val="150000"/>
                  </a:lnSpc>
                </a:pPr>
                <a:r>
                  <a:rPr lang="zh-CN" altLang="en-US" sz="2800" b="1" dirty="0"/>
                  <a:t>非自治系统的</a:t>
                </a:r>
                <a:r>
                  <a:rPr lang="en-US" altLang="zh-CN" sz="2800" b="1" dirty="0"/>
                  <a:t>Lyapunov</a:t>
                </a:r>
                <a:r>
                  <a:rPr lang="zh-CN" altLang="en-US" sz="2800" b="1" dirty="0"/>
                  <a:t>理论：</a:t>
                </a:r>
                <a:br>
                  <a:rPr lang="en-US" altLang="zh-CN" sz="2800" b="1" dirty="0"/>
                </a:br>
                <a:r>
                  <a:rPr lang="en-US" altLang="zh-CN" sz="2800" b="1" dirty="0"/>
                  <a:t>    </a:t>
                </a:r>
                <a:r>
                  <a:rPr lang="zh-CN" altLang="en-US" sz="2800" b="1" dirty="0"/>
                  <a:t>借助比较函数形成对</a:t>
                </a:r>
                <a:r>
                  <a:rPr lang="en-US" altLang="zh-CN" sz="2800" b="1" dirty="0"/>
                  <a:t>Lyapunov</a:t>
                </a:r>
                <a:r>
                  <a:rPr lang="zh-CN" altLang="en-US" sz="2800" b="1" dirty="0"/>
                  <a:t>函数的约束。</a:t>
                </a:r>
                <a:endParaRPr lang="en-US" altLang="zh-CN" sz="2800" b="1" dirty="0"/>
              </a:p>
              <a:p>
                <a:pPr>
                  <a:lnSpc>
                    <a:spcPct val="150000"/>
                  </a:lnSpc>
                </a:pPr>
                <a:endParaRPr lang="en-US" altLang="zh-CN" sz="2800" b="1" dirty="0"/>
              </a:p>
              <a:p>
                <a:pPr>
                  <a:lnSpc>
                    <a:spcPct val="150000"/>
                  </a:lnSpc>
                </a:pPr>
                <a:r>
                  <a:rPr lang="zh-CN" altLang="en-US" sz="2800" b="1" dirty="0"/>
                  <a:t>为保证 </a:t>
                </a:r>
                <a:r>
                  <a:rPr lang="en-US" altLang="zh-CN" sz="2800" i="1" dirty="0">
                    <a:solidFill>
                      <a:srgbClr val="FFFF00"/>
                    </a:solidFill>
                  </a:rPr>
                  <a:t>V </a:t>
                </a:r>
                <a:r>
                  <a:rPr lang="zh-CN" altLang="en-US" sz="2800" b="1" dirty="0">
                    <a:solidFill>
                      <a:srgbClr val="FFFF00"/>
                    </a:solidFill>
                  </a:rPr>
                  <a:t>函数正定</a:t>
                </a:r>
                <a:r>
                  <a:rPr lang="zh-CN" altLang="en-US" sz="2800" b="1" dirty="0"/>
                  <a:t>，需要</a:t>
                </a:r>
                <a:r>
                  <a:rPr lang="zh-CN" altLang="en-US" sz="2800" b="1" dirty="0">
                    <a:solidFill>
                      <a:srgbClr val="FFFF00"/>
                    </a:solidFill>
                  </a:rPr>
                  <a:t>正定函数托举 </a:t>
                </a:r>
                <a:r>
                  <a:rPr lang="en-US" altLang="zh-CN" sz="2800" i="1" dirty="0">
                    <a:solidFill>
                      <a:srgbClr val="FFFF00"/>
                    </a:solidFill>
                  </a:rPr>
                  <a:t>V </a:t>
                </a:r>
                <a:r>
                  <a:rPr lang="zh-CN" altLang="en-US" sz="2800" b="1" dirty="0">
                    <a:solidFill>
                      <a:srgbClr val="FFFF00"/>
                    </a:solidFill>
                  </a:rPr>
                  <a:t>函数</a:t>
                </a:r>
                <a:endParaRPr lang="en-US" altLang="zh-CN" sz="2800" b="1" dirty="0">
                  <a:solidFill>
                    <a:srgbClr val="FFFF00"/>
                  </a:solidFill>
                </a:endParaRPr>
              </a:p>
              <a:p>
                <a:pPr>
                  <a:lnSpc>
                    <a:spcPct val="150000"/>
                  </a:lnSpc>
                </a:pPr>
                <a:r>
                  <a:rPr lang="zh-CN" altLang="en-US" sz="2800" b="1" dirty="0"/>
                  <a:t>为保证 </a:t>
                </a:r>
                <a:r>
                  <a:rPr lang="en-US" altLang="zh-CN" sz="2800" i="1" dirty="0">
                    <a:solidFill>
                      <a:srgbClr val="FFFF00"/>
                    </a:solidFill>
                  </a:rPr>
                  <a:t>V</a:t>
                </a:r>
                <a:r>
                  <a:rPr lang="en-US" altLang="zh-CN" sz="2800" b="1" dirty="0">
                    <a:solidFill>
                      <a:srgbClr val="FFFF00"/>
                    </a:solidFill>
                  </a:rPr>
                  <a:t> </a:t>
                </a:r>
                <a:r>
                  <a:rPr lang="zh-CN" altLang="en-US" sz="2800" b="1" dirty="0">
                    <a:solidFill>
                      <a:srgbClr val="FFFF00"/>
                    </a:solidFill>
                  </a:rPr>
                  <a:t>函数渐减</a:t>
                </a:r>
                <a:r>
                  <a:rPr lang="zh-CN" altLang="en-US" sz="2800" b="1" dirty="0"/>
                  <a:t>，需要</a:t>
                </a:r>
                <a:r>
                  <a:rPr lang="zh-CN" altLang="en-US" sz="2800" b="1" dirty="0">
                    <a:solidFill>
                      <a:srgbClr val="FFFF00"/>
                    </a:solidFill>
                  </a:rPr>
                  <a:t>正定函数压制 </a:t>
                </a:r>
                <a:r>
                  <a:rPr lang="en-US" altLang="zh-CN" sz="2800" i="1" dirty="0">
                    <a:solidFill>
                      <a:srgbClr val="FFFF00"/>
                    </a:solidFill>
                  </a:rPr>
                  <a:t>V</a:t>
                </a:r>
                <a:r>
                  <a:rPr lang="en-US" altLang="zh-CN" sz="2800" b="1" dirty="0">
                    <a:solidFill>
                      <a:srgbClr val="FFFF00"/>
                    </a:solidFill>
                  </a:rPr>
                  <a:t> </a:t>
                </a:r>
                <a:r>
                  <a:rPr lang="zh-CN" altLang="en-US" sz="2800" b="1" dirty="0">
                    <a:solidFill>
                      <a:srgbClr val="FFFF00"/>
                    </a:solidFill>
                  </a:rPr>
                  <a:t>函数</a:t>
                </a:r>
                <a:endParaRPr lang="en-US" altLang="zh-CN" sz="2800" b="1" dirty="0">
                  <a:solidFill>
                    <a:srgbClr val="FFFF00"/>
                  </a:solidFill>
                </a:endParaRPr>
              </a:p>
              <a:p>
                <a:pPr>
                  <a:lnSpc>
                    <a:spcPct val="150000"/>
                  </a:lnSpc>
                </a:pPr>
                <a:r>
                  <a:rPr lang="zh-CN" altLang="en-US" sz="2800" b="1" dirty="0"/>
                  <a:t>为保证 </a:t>
                </a:r>
                <a14:m>
                  <m:oMath xmlns:m="http://schemas.openxmlformats.org/officeDocument/2006/math">
                    <m:acc>
                      <m:accPr>
                        <m:chr m:val="̇"/>
                        <m:ctrlPr>
                          <a:rPr lang="zh-CN" altLang="en-US" sz="2800" i="1" smtClean="0">
                            <a:solidFill>
                              <a:srgbClr val="FFFF00"/>
                            </a:solidFill>
                            <a:latin typeface="Cambria Math" panose="02040503050406030204" pitchFamily="18" charset="0"/>
                          </a:rPr>
                        </m:ctrlPr>
                      </m:accPr>
                      <m:e>
                        <m:r>
                          <a:rPr lang="zh-CN" altLang="en-US" sz="2800" i="1">
                            <a:solidFill>
                              <a:srgbClr val="FFFF00"/>
                            </a:solidFill>
                            <a:latin typeface="Cambria Math" panose="02040503050406030204" pitchFamily="18" charset="0"/>
                          </a:rPr>
                          <m:t>𝑉</m:t>
                        </m:r>
                      </m:e>
                    </m:acc>
                  </m:oMath>
                </a14:m>
                <a:r>
                  <a:rPr lang="zh-CN" altLang="en-US" sz="2800" b="1" dirty="0">
                    <a:solidFill>
                      <a:srgbClr val="FFFF00"/>
                    </a:solidFill>
                  </a:rPr>
                  <a:t> 函数负定</a:t>
                </a:r>
                <a:r>
                  <a:rPr lang="zh-CN" altLang="en-US" sz="2800" b="1" dirty="0"/>
                  <a:t>，需要</a:t>
                </a:r>
                <a:r>
                  <a:rPr lang="zh-CN" altLang="en-US" sz="2800" b="1" dirty="0">
                    <a:solidFill>
                      <a:srgbClr val="FFFF00"/>
                    </a:solidFill>
                  </a:rPr>
                  <a:t>正定函数构造 </a:t>
                </a:r>
                <a14:m>
                  <m:oMath xmlns:m="http://schemas.openxmlformats.org/officeDocument/2006/math">
                    <m:acc>
                      <m:accPr>
                        <m:chr m:val="̇"/>
                        <m:ctrlPr>
                          <a:rPr lang="zh-CN" altLang="en-US" sz="2800" i="1">
                            <a:solidFill>
                              <a:srgbClr val="FFFF00"/>
                            </a:solidFill>
                            <a:latin typeface="Cambria Math" panose="02040503050406030204" pitchFamily="18" charset="0"/>
                          </a:rPr>
                        </m:ctrlPr>
                      </m:accPr>
                      <m:e>
                        <m:r>
                          <a:rPr lang="zh-CN" altLang="en-US" sz="2800" i="1">
                            <a:solidFill>
                              <a:srgbClr val="FFFF00"/>
                            </a:solidFill>
                            <a:latin typeface="Cambria Math" panose="02040503050406030204" pitchFamily="18" charset="0"/>
                          </a:rPr>
                          <m:t>𝑉</m:t>
                        </m:r>
                      </m:e>
                    </m:acc>
                  </m:oMath>
                </a14:m>
                <a:r>
                  <a:rPr lang="zh-CN" altLang="en-US" sz="2800" b="1" dirty="0">
                    <a:solidFill>
                      <a:srgbClr val="FFFF00"/>
                    </a:solidFill>
                  </a:rPr>
                  <a:t> 上界</a:t>
                </a:r>
                <a:endParaRPr lang="en-US" altLang="zh-CN" sz="2800" b="1" dirty="0">
                  <a:solidFill>
                    <a:srgbClr val="FFFF00"/>
                  </a:solidFill>
                </a:endParaRPr>
              </a:p>
              <a:p>
                <a:pPr>
                  <a:lnSpc>
                    <a:spcPct val="150000"/>
                  </a:lnSpc>
                </a:pPr>
                <a:endParaRPr lang="en-US" altLang="zh-CN" sz="2800" b="1" dirty="0">
                  <a:solidFill>
                    <a:srgbClr val="FFFF00"/>
                  </a:solidFill>
                </a:endParaRPr>
              </a:p>
              <a:p>
                <a:pPr>
                  <a:lnSpc>
                    <a:spcPct val="150000"/>
                  </a:lnSpc>
                </a:pPr>
                <a:r>
                  <a:rPr lang="zh-CN" altLang="en-US" sz="2800" b="1" dirty="0"/>
                  <a:t>使用比较函数描述的稳定性定理形式简约</a:t>
                </a:r>
                <a:endParaRPr lang="en-US" altLang="zh-CN" sz="2800" b="1" dirty="0"/>
              </a:p>
            </p:txBody>
          </p:sp>
        </mc:Choice>
        <mc:Fallback xmlns="">
          <p:sp>
            <p:nvSpPr>
              <p:cNvPr id="14" name="内容占位符 2"/>
              <p:cNvSpPr txBox="1">
                <a:spLocks noRot="1" noChangeAspect="1" noMove="1" noResize="1" noEditPoints="1" noAdjustHandles="1" noChangeArrowheads="1" noChangeShapeType="1" noTextEdit="1"/>
              </p:cNvSpPr>
              <p:nvPr/>
            </p:nvSpPr>
            <p:spPr>
              <a:xfrm>
                <a:off x="395536" y="1052735"/>
                <a:ext cx="8382000" cy="5328593"/>
              </a:xfrm>
              <a:prstGeom prst="rect">
                <a:avLst/>
              </a:prstGeom>
              <a:blipFill>
                <a:blip r:embed="rId4"/>
                <a:stretch>
                  <a:fillRect b="-1030"/>
                </a:stretch>
              </a:blipFill>
            </p:spPr>
            <p:txBody>
              <a:bodyPr/>
              <a:lstStyle/>
              <a:p>
                <a:r>
                  <a:rPr lang="zh-CN" altLang="en-US">
                    <a:noFill/>
                  </a:rPr>
                  <a:t> </a:t>
                </a:r>
              </a:p>
            </p:txBody>
          </p:sp>
        </mc:Fallback>
      </mc:AlternateContent>
      <p:sp>
        <p:nvSpPr>
          <p:cNvPr id="9" name="日期占位符 3"/>
          <p:cNvSpPr txBox="1">
            <a:spLocks/>
          </p:cNvSpPr>
          <p:nvPr/>
        </p:nvSpPr>
        <p:spPr>
          <a:xfrm>
            <a:off x="457200" y="6476999"/>
            <a:ext cx="2133600" cy="274320"/>
          </a:xfrm>
          <a:prstGeom prst="rect">
            <a:avLst/>
          </a:prstGeom>
        </p:spPr>
        <p:txBody>
          <a:bodyPr vert="horz" lIns="109728" rIns="45720" bIns="0" rtlCol="0" anchor="b"/>
          <a:lstStyle>
            <a:defPPr>
              <a:defRPr lang="zh-CN"/>
            </a:defPPr>
            <a:lvl1pPr marL="0" algn="l" defTabSz="914400" rtl="0" eaLnBrk="1" latinLnBrk="0" hangingPunct="1">
              <a:defRPr kumimoji="0" sz="1800" kern="1200">
                <a:solidFill>
                  <a:srgbClr val="FF0000"/>
                </a:solidFill>
                <a:latin typeface="Times New Roman" pitchFamily="18" charset="0"/>
                <a:ea typeface="+mn-ea"/>
                <a:cs typeface="Times New Roman" pitchFamily="18"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dirty="0"/>
          </a:p>
        </p:txBody>
      </p:sp>
    </p:spTree>
    <p:custDataLst>
      <p:tags r:id="rId1"/>
    </p:custDataLst>
    <p:extLst>
      <p:ext uri="{BB962C8B-B14F-4D97-AF65-F5344CB8AC3E}">
        <p14:creationId xmlns:p14="http://schemas.microsoft.com/office/powerpoint/2010/main" val="142436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pPr algn="ctr"/>
            <a:r>
              <a:rPr lang="zh-CN" altLang="en-US" dirty="0"/>
              <a:t>第四讲</a:t>
            </a:r>
          </a:p>
        </p:txBody>
      </p:sp>
      <p:sp>
        <p:nvSpPr>
          <p:cNvPr id="5" name="灯片编号占位符 4"/>
          <p:cNvSpPr>
            <a:spLocks noGrp="1"/>
          </p:cNvSpPr>
          <p:nvPr>
            <p:ph type="sldNum" sz="quarter" idx="12"/>
          </p:nvPr>
        </p:nvSpPr>
        <p:spPr/>
        <p:txBody>
          <a:bodyPr/>
          <a:lstStyle/>
          <a:p>
            <a:fld id="{58C210BB-F110-452C-89E7-9EA0A8D47DCE}" type="slidenum">
              <a:rPr lang="zh-CN" altLang="en-US" smtClean="0"/>
              <a:pPr/>
              <a:t>40</a:t>
            </a:fld>
            <a:endParaRPr lang="zh-CN" altLang="en-US" dirty="0"/>
          </a:p>
        </p:txBody>
      </p:sp>
      <p:sp>
        <p:nvSpPr>
          <p:cNvPr id="26" name="内容占位符 2">
            <a:extLst>
              <a:ext uri="{FF2B5EF4-FFF2-40B4-BE49-F238E27FC236}">
                <a16:creationId xmlns:a16="http://schemas.microsoft.com/office/drawing/2014/main" id="{C956924C-445C-4097-B601-992DE600B0B6}"/>
              </a:ext>
            </a:extLst>
          </p:cNvPr>
          <p:cNvSpPr txBox="1">
            <a:spLocks/>
          </p:cNvSpPr>
          <p:nvPr/>
        </p:nvSpPr>
        <p:spPr>
          <a:xfrm>
            <a:off x="633028" y="1700808"/>
            <a:ext cx="7877944" cy="4320480"/>
          </a:xfrm>
          <a:prstGeom prst="rect">
            <a:avLst/>
          </a:prstGeom>
        </p:spPr>
        <p:txBody>
          <a:bodyPr vert="horz" lIns="54864" tIns="91440" rtlCol="0">
            <a:normAutofit/>
          </a:bodyPr>
          <a:lstStyle>
            <a:lvl1pPr marL="438912" indent="-320040" algn="l" rtl="0" eaLnBrk="1" latinLnBrk="0" hangingPunct="1">
              <a:spcBef>
                <a:spcPts val="0"/>
              </a:spcBef>
              <a:buClr>
                <a:schemeClr val="accent1"/>
              </a:buClr>
              <a:buSzPct val="80000"/>
              <a:buFont typeface="Wingdings 2"/>
              <a:buChar char=""/>
              <a:defRPr kumimoji="0" sz="3200" kern="1200">
                <a:solidFill>
                  <a:schemeClr val="bg1"/>
                </a:solidFill>
                <a:latin typeface="Times New Roman" pitchFamily="18" charset="0"/>
                <a:ea typeface="+mn-ea"/>
                <a:cs typeface="Times New Roman" pitchFamily="18" charset="0"/>
              </a:defRPr>
            </a:lvl1pPr>
            <a:lvl2pPr marL="731520" indent="-274320" algn="l" rtl="0" eaLnBrk="1" latinLnBrk="0" hangingPunct="1">
              <a:spcBef>
                <a:spcPct val="20000"/>
              </a:spcBef>
              <a:buClr>
                <a:schemeClr val="accent2"/>
              </a:buClr>
              <a:buSzPct val="90000"/>
              <a:buFont typeface="Wingdings"/>
              <a:buChar char=""/>
              <a:defRPr kumimoji="0" sz="2800" kern="1200">
                <a:solidFill>
                  <a:schemeClr val="bg1"/>
                </a:solidFill>
                <a:latin typeface="Times New Roman" pitchFamily="18" charset="0"/>
                <a:ea typeface="+mn-ea"/>
                <a:cs typeface="Times New Roman" pitchFamily="18" charset="0"/>
              </a:defRPr>
            </a:lvl2pPr>
            <a:lvl3pPr marL="996696" indent="-228600" algn="l" rtl="0" eaLnBrk="1" latinLnBrk="0" hangingPunct="1">
              <a:spcBef>
                <a:spcPct val="20000"/>
              </a:spcBef>
              <a:buClr>
                <a:schemeClr val="accent3"/>
              </a:buClr>
              <a:buFont typeface="Arial"/>
              <a:buChar char="▪"/>
              <a:defRPr kumimoji="0" sz="2400" kern="1200">
                <a:solidFill>
                  <a:schemeClr val="bg1"/>
                </a:solidFill>
                <a:latin typeface="Times New Roman" pitchFamily="18" charset="0"/>
                <a:ea typeface="+mn-ea"/>
                <a:cs typeface="Times New Roman" pitchFamily="18" charset="0"/>
              </a:defRPr>
            </a:lvl3pPr>
            <a:lvl4pPr marL="1216152" indent="-182880" algn="l" rtl="0" eaLnBrk="1" latinLnBrk="0" hangingPunct="1">
              <a:spcBef>
                <a:spcPct val="20000"/>
              </a:spcBef>
              <a:buClr>
                <a:schemeClr val="accent4"/>
              </a:buClr>
              <a:buFont typeface="Arial"/>
              <a:buChar char="▪"/>
              <a:defRPr kumimoji="0" sz="2000" kern="1200">
                <a:solidFill>
                  <a:schemeClr val="bg1"/>
                </a:solidFill>
                <a:latin typeface="Times New Roman" pitchFamily="18" charset="0"/>
                <a:ea typeface="+mn-ea"/>
                <a:cs typeface="Times New Roman" pitchFamily="18" charset="0"/>
              </a:defRPr>
            </a:lvl4pPr>
            <a:lvl5pPr marL="1426464" indent="-182880" algn="l" rtl="0" eaLnBrk="1" latinLnBrk="0" hangingPunct="1">
              <a:spcBef>
                <a:spcPct val="20000"/>
              </a:spcBef>
              <a:buClr>
                <a:schemeClr val="accent5"/>
              </a:buClr>
              <a:buFont typeface="Wingdings 3"/>
              <a:buChar char=""/>
              <a:defRPr kumimoji="0" lang="en-US" sz="2000" kern="1200" smtClean="0">
                <a:solidFill>
                  <a:schemeClr val="tx1"/>
                </a:solidFill>
                <a:latin typeface="Times New Roman" pitchFamily="18" charset="0"/>
                <a:ea typeface="+mn-ea"/>
                <a:cs typeface="Times New Roman" pitchFamily="18" charset="0"/>
              </a:defRPr>
            </a:lvl5pPr>
            <a:lvl6pPr marL="1627632" indent="-182880" algn="l" rtl="0" eaLnBrk="1" latinLnBrk="0" hangingPunct="1">
              <a:spcBef>
                <a:spcPct val="20000"/>
              </a:spcBef>
              <a:buClr>
                <a:schemeClr val="accent6"/>
              </a:buClr>
              <a:buSzPct val="100000"/>
              <a:buFont typeface="Wingdings 2"/>
              <a:buChar char=""/>
              <a:defRPr kumimoji="0" sz="2000" kern="1200">
                <a:solidFill>
                  <a:schemeClr val="tx1"/>
                </a:solidFill>
                <a:latin typeface="+mn-lt"/>
                <a:ea typeface="+mn-ea"/>
                <a:cs typeface="+mn-cs"/>
              </a:defRPr>
            </a:lvl6pPr>
            <a:lvl7pPr marL="1828800" indent="-182880" algn="l" rtl="0" eaLnBrk="1" latinLnBrk="0" hangingPunct="1">
              <a:spcBef>
                <a:spcPct val="20000"/>
              </a:spcBef>
              <a:buClr>
                <a:schemeClr val="accent1"/>
              </a:buClr>
              <a:buSzPct val="100000"/>
              <a:buFont typeface="Wingdings 2"/>
              <a:buChar char=""/>
              <a:defRPr kumimoji="0" sz="1800" kern="1200">
                <a:solidFill>
                  <a:schemeClr val="tx1"/>
                </a:solidFill>
                <a:latin typeface="+mn-lt"/>
                <a:ea typeface="+mn-ea"/>
                <a:cs typeface="+mn-cs"/>
              </a:defRPr>
            </a:lvl7pPr>
            <a:lvl8pPr marL="2029968" indent="-182880" algn="l" rtl="0" eaLnBrk="1" latinLnBrk="0" hangingPunct="1">
              <a:spcBef>
                <a:spcPct val="20000"/>
              </a:spcBef>
              <a:buClr>
                <a:schemeClr val="accent2"/>
              </a:buClr>
              <a:buFont typeface="Wingdings 2" pitchFamily="18" charset="2"/>
              <a:buChar char=""/>
              <a:defRPr kumimoji="0" sz="1800" kern="1200">
                <a:solidFill>
                  <a:schemeClr val="tx1"/>
                </a:solidFill>
                <a:latin typeface="+mn-lt"/>
                <a:ea typeface="+mn-ea"/>
                <a:cs typeface="+mn-cs"/>
              </a:defRPr>
            </a:lvl8pPr>
            <a:lvl9pPr marL="2231136" indent="-182880" algn="l" rtl="0" eaLnBrk="1" latinLnBrk="0" hangingPunct="1">
              <a:spcBef>
                <a:spcPct val="20000"/>
              </a:spcBef>
              <a:buClr>
                <a:schemeClr val="accent3"/>
              </a:buClr>
              <a:buFont typeface="Wingdings 2" pitchFamily="18" charset="2"/>
              <a:buChar char=""/>
              <a:defRPr kumimoji="0" sz="1800" kern="1200" baseline="0">
                <a:solidFill>
                  <a:schemeClr val="tx1"/>
                </a:solidFill>
                <a:latin typeface="+mn-lt"/>
                <a:ea typeface="+mn-ea"/>
                <a:cs typeface="+mn-cs"/>
              </a:defRPr>
            </a:lvl9pPr>
            <a:extLst/>
          </a:lstStyle>
          <a:p>
            <a:pPr marL="633222" indent="-514350">
              <a:lnSpc>
                <a:spcPct val="150000"/>
              </a:lnSpc>
              <a:buClr>
                <a:schemeClr val="tx1">
                  <a:lumMod val="50000"/>
                  <a:lumOff val="50000"/>
                </a:schemeClr>
              </a:buClr>
              <a:buSzPct val="100000"/>
              <a:buFont typeface="+mj-lt"/>
              <a:buAutoNum type="arabicPeriod"/>
            </a:pPr>
            <a:r>
              <a:rPr lang="zh-CN" altLang="en-US" sz="4000" b="1" dirty="0">
                <a:solidFill>
                  <a:schemeClr val="tx1">
                    <a:lumMod val="50000"/>
                    <a:lumOff val="50000"/>
                  </a:schemeClr>
                </a:solidFill>
              </a:rPr>
              <a:t>非自治系统的稳定性定义</a:t>
            </a:r>
            <a:endParaRPr lang="en-US" altLang="zh-CN" sz="4000" b="1" dirty="0">
              <a:solidFill>
                <a:schemeClr val="tx1">
                  <a:lumMod val="50000"/>
                  <a:lumOff val="50000"/>
                </a:schemeClr>
              </a:solidFill>
            </a:endParaRPr>
          </a:p>
          <a:p>
            <a:pPr marL="633222" indent="-514350">
              <a:lnSpc>
                <a:spcPct val="150000"/>
              </a:lnSpc>
              <a:buClr>
                <a:schemeClr val="tx1">
                  <a:lumMod val="50000"/>
                  <a:lumOff val="50000"/>
                </a:schemeClr>
              </a:buClr>
              <a:buSzPct val="100000"/>
              <a:buFont typeface="+mj-lt"/>
              <a:buAutoNum type="arabicPeriod"/>
            </a:pPr>
            <a:r>
              <a:rPr lang="zh-CN" altLang="en-US" sz="4000" b="1" dirty="0">
                <a:solidFill>
                  <a:schemeClr val="tx1">
                    <a:lumMod val="50000"/>
                    <a:lumOff val="50000"/>
                  </a:schemeClr>
                </a:solidFill>
              </a:rPr>
              <a:t>比较函数与稳定性</a:t>
            </a:r>
            <a:endParaRPr lang="en-US" altLang="zh-CN" sz="4000" b="1" dirty="0">
              <a:solidFill>
                <a:schemeClr val="tx1">
                  <a:lumMod val="50000"/>
                  <a:lumOff val="50000"/>
                </a:schemeClr>
              </a:solidFill>
            </a:endParaRPr>
          </a:p>
          <a:p>
            <a:pPr marL="633222" indent="-514350">
              <a:lnSpc>
                <a:spcPct val="150000"/>
              </a:lnSpc>
              <a:buClr>
                <a:schemeClr val="tx1">
                  <a:lumMod val="50000"/>
                  <a:lumOff val="50000"/>
                </a:schemeClr>
              </a:buClr>
              <a:buSzPct val="100000"/>
              <a:buFont typeface="+mj-lt"/>
              <a:buAutoNum type="arabicPeriod"/>
            </a:pPr>
            <a:r>
              <a:rPr lang="zh-CN" altLang="en-US" sz="4000" b="1" dirty="0">
                <a:solidFill>
                  <a:schemeClr val="tx1">
                    <a:lumMod val="50000"/>
                    <a:lumOff val="50000"/>
                  </a:schemeClr>
                </a:solidFill>
              </a:rPr>
              <a:t>非自治系统的</a:t>
            </a:r>
            <a:r>
              <a:rPr lang="en-US" altLang="zh-CN" sz="4000" b="1" dirty="0">
                <a:solidFill>
                  <a:schemeClr val="tx1">
                    <a:lumMod val="50000"/>
                    <a:lumOff val="50000"/>
                  </a:schemeClr>
                </a:solidFill>
              </a:rPr>
              <a:t>Lyapunov</a:t>
            </a:r>
            <a:r>
              <a:rPr lang="zh-CN" altLang="en-US" sz="4000" b="1" dirty="0">
                <a:solidFill>
                  <a:schemeClr val="tx1">
                    <a:lumMod val="50000"/>
                    <a:lumOff val="50000"/>
                  </a:schemeClr>
                </a:solidFill>
              </a:rPr>
              <a:t>理论</a:t>
            </a:r>
            <a:endParaRPr lang="en-US" altLang="zh-CN" sz="4000" b="1" dirty="0">
              <a:solidFill>
                <a:schemeClr val="tx1">
                  <a:lumMod val="50000"/>
                  <a:lumOff val="50000"/>
                </a:schemeClr>
              </a:solidFill>
            </a:endParaRPr>
          </a:p>
          <a:p>
            <a:pPr marL="633222" indent="-514350">
              <a:lnSpc>
                <a:spcPct val="150000"/>
              </a:lnSpc>
              <a:buClr>
                <a:srgbClr val="FFC000"/>
              </a:buClr>
              <a:buSzPct val="100000"/>
              <a:buFont typeface="+mj-lt"/>
              <a:buAutoNum type="arabicPeriod"/>
            </a:pPr>
            <a:r>
              <a:rPr lang="en-US" altLang="zh-CN" sz="4000" b="1" dirty="0">
                <a:solidFill>
                  <a:srgbClr val="FFC000"/>
                </a:solidFill>
              </a:rPr>
              <a:t>Lyapunov</a:t>
            </a:r>
            <a:r>
              <a:rPr lang="zh-CN" altLang="en-US" sz="4000" b="1" dirty="0">
                <a:solidFill>
                  <a:srgbClr val="FFC000"/>
                </a:solidFill>
              </a:rPr>
              <a:t>逆定理</a:t>
            </a:r>
            <a:endParaRPr lang="en-US" altLang="zh-CN" sz="4000" b="1" dirty="0">
              <a:solidFill>
                <a:srgbClr val="FFC000"/>
              </a:solidFill>
            </a:endParaRPr>
          </a:p>
        </p:txBody>
      </p:sp>
      <p:sp>
        <p:nvSpPr>
          <p:cNvPr id="6" name="日期占位符 3"/>
          <p:cNvSpPr txBox="1">
            <a:spLocks/>
          </p:cNvSpPr>
          <p:nvPr/>
        </p:nvSpPr>
        <p:spPr>
          <a:xfrm>
            <a:off x="457200" y="6476999"/>
            <a:ext cx="2133600" cy="274320"/>
          </a:xfrm>
          <a:prstGeom prst="rect">
            <a:avLst/>
          </a:prstGeom>
        </p:spPr>
        <p:txBody>
          <a:bodyPr vert="horz" lIns="109728" rIns="45720" bIns="0" rtlCol="0" anchor="b"/>
          <a:lstStyle>
            <a:defPPr>
              <a:defRPr lang="zh-CN"/>
            </a:defPPr>
            <a:lvl1pPr marL="0" algn="l" defTabSz="914400" rtl="0" eaLnBrk="1" latinLnBrk="0" hangingPunct="1">
              <a:defRPr kumimoji="0" sz="1800" kern="1200">
                <a:solidFill>
                  <a:srgbClr val="FF0000"/>
                </a:solidFill>
                <a:latin typeface="Times New Roman" pitchFamily="18" charset="0"/>
                <a:ea typeface="+mn-ea"/>
                <a:cs typeface="Times New Roman" pitchFamily="18"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dirty="0"/>
          </a:p>
        </p:txBody>
      </p:sp>
    </p:spTree>
    <p:extLst>
      <p:ext uri="{BB962C8B-B14F-4D97-AF65-F5344CB8AC3E}">
        <p14:creationId xmlns:p14="http://schemas.microsoft.com/office/powerpoint/2010/main" val="268342501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en-US" altLang="zh-CN" dirty="0" err="1"/>
              <a:t>Lyapunov</a:t>
            </a:r>
            <a:r>
              <a:rPr lang="en-US" altLang="zh-CN" dirty="0"/>
              <a:t> converse theorems</a:t>
            </a:r>
            <a:endParaRPr lang="zh-CN" altLang="en-US" dirty="0"/>
          </a:p>
        </p:txBody>
      </p:sp>
      <p:sp>
        <p:nvSpPr>
          <p:cNvPr id="7" name="灯片编号占位符 6"/>
          <p:cNvSpPr>
            <a:spLocks noGrp="1"/>
          </p:cNvSpPr>
          <p:nvPr>
            <p:ph type="sldNum" sz="quarter" idx="12"/>
          </p:nvPr>
        </p:nvSpPr>
        <p:spPr/>
        <p:txBody>
          <a:bodyPr/>
          <a:lstStyle/>
          <a:p>
            <a:fld id="{58C210BB-F110-452C-89E7-9EA0A8D47DCE}" type="slidenum">
              <a:rPr lang="zh-CN" altLang="en-US" smtClean="0"/>
              <a:pPr/>
              <a:t>41</a:t>
            </a:fld>
            <a:endParaRPr lang="zh-CN" altLang="en-US" dirty="0"/>
          </a:p>
        </p:txBody>
      </p:sp>
      <p:sp>
        <p:nvSpPr>
          <p:cNvPr id="20" name="内容占位符 2"/>
          <p:cNvSpPr txBox="1">
            <a:spLocks/>
          </p:cNvSpPr>
          <p:nvPr/>
        </p:nvSpPr>
        <p:spPr>
          <a:xfrm>
            <a:off x="4053408" y="4293096"/>
            <a:ext cx="1037184" cy="648072"/>
          </a:xfrm>
          <a:prstGeom prst="rect">
            <a:avLst/>
          </a:prstGeom>
        </p:spPr>
        <p:txBody>
          <a:bodyPr vert="horz" lIns="54864" tIns="91440" rtlCol="0">
            <a:normAutofit/>
          </a:bodyPr>
          <a:lstStyle>
            <a:lvl1pPr marL="438912" indent="-320040" algn="l" rtl="0" eaLnBrk="1" latinLnBrk="0" hangingPunct="1">
              <a:spcBef>
                <a:spcPts val="0"/>
              </a:spcBef>
              <a:buClr>
                <a:schemeClr val="accent1"/>
              </a:buClr>
              <a:buSzPct val="80000"/>
              <a:buFont typeface="Wingdings 2"/>
              <a:buChar char=""/>
              <a:defRPr kumimoji="0" sz="3200" kern="1200">
                <a:solidFill>
                  <a:schemeClr val="bg1"/>
                </a:solidFill>
                <a:latin typeface="Times New Roman" pitchFamily="18" charset="0"/>
                <a:ea typeface="+mn-ea"/>
                <a:cs typeface="Times New Roman" pitchFamily="18" charset="0"/>
              </a:defRPr>
            </a:lvl1pPr>
            <a:lvl2pPr marL="731520" indent="-274320" algn="l" rtl="0" eaLnBrk="1" latinLnBrk="0" hangingPunct="1">
              <a:spcBef>
                <a:spcPct val="20000"/>
              </a:spcBef>
              <a:buClr>
                <a:schemeClr val="accent2"/>
              </a:buClr>
              <a:buSzPct val="90000"/>
              <a:buFont typeface="Wingdings"/>
              <a:buChar char=""/>
              <a:defRPr kumimoji="0" sz="2800" kern="1200">
                <a:solidFill>
                  <a:schemeClr val="bg1"/>
                </a:solidFill>
                <a:latin typeface="Times New Roman" pitchFamily="18" charset="0"/>
                <a:ea typeface="+mn-ea"/>
                <a:cs typeface="Times New Roman" pitchFamily="18" charset="0"/>
              </a:defRPr>
            </a:lvl2pPr>
            <a:lvl3pPr marL="996696" indent="-228600" algn="l" rtl="0" eaLnBrk="1" latinLnBrk="0" hangingPunct="1">
              <a:spcBef>
                <a:spcPct val="20000"/>
              </a:spcBef>
              <a:buClr>
                <a:schemeClr val="accent3"/>
              </a:buClr>
              <a:buFont typeface="Arial"/>
              <a:buChar char="▪"/>
              <a:defRPr kumimoji="0" sz="2400" kern="1200">
                <a:solidFill>
                  <a:schemeClr val="bg1"/>
                </a:solidFill>
                <a:latin typeface="Times New Roman" pitchFamily="18" charset="0"/>
                <a:ea typeface="+mn-ea"/>
                <a:cs typeface="Times New Roman" pitchFamily="18" charset="0"/>
              </a:defRPr>
            </a:lvl3pPr>
            <a:lvl4pPr marL="1216152" indent="-182880" algn="l" rtl="0" eaLnBrk="1" latinLnBrk="0" hangingPunct="1">
              <a:spcBef>
                <a:spcPct val="20000"/>
              </a:spcBef>
              <a:buClr>
                <a:schemeClr val="accent4"/>
              </a:buClr>
              <a:buFont typeface="Arial"/>
              <a:buChar char="▪"/>
              <a:defRPr kumimoji="0" sz="2000" kern="1200">
                <a:solidFill>
                  <a:schemeClr val="bg1"/>
                </a:solidFill>
                <a:latin typeface="Times New Roman" pitchFamily="18" charset="0"/>
                <a:ea typeface="+mn-ea"/>
                <a:cs typeface="Times New Roman" pitchFamily="18" charset="0"/>
              </a:defRPr>
            </a:lvl4pPr>
            <a:lvl5pPr marL="1426464" indent="-182880" algn="l" rtl="0" eaLnBrk="1" latinLnBrk="0" hangingPunct="1">
              <a:spcBef>
                <a:spcPct val="20000"/>
              </a:spcBef>
              <a:buClr>
                <a:schemeClr val="accent5"/>
              </a:buClr>
              <a:buFont typeface="Wingdings 3"/>
              <a:buChar char=""/>
              <a:defRPr kumimoji="0" lang="en-US" sz="2000" kern="1200" smtClean="0">
                <a:solidFill>
                  <a:schemeClr val="tx1"/>
                </a:solidFill>
                <a:latin typeface="Times New Roman" pitchFamily="18" charset="0"/>
                <a:ea typeface="+mn-ea"/>
                <a:cs typeface="Times New Roman" pitchFamily="18" charset="0"/>
              </a:defRPr>
            </a:lvl5pPr>
            <a:lvl6pPr marL="1627632" indent="-182880" algn="l" rtl="0" eaLnBrk="1" latinLnBrk="0" hangingPunct="1">
              <a:spcBef>
                <a:spcPct val="20000"/>
              </a:spcBef>
              <a:buClr>
                <a:schemeClr val="accent6"/>
              </a:buClr>
              <a:buSzPct val="100000"/>
              <a:buFont typeface="Wingdings 2"/>
              <a:buChar char=""/>
              <a:defRPr kumimoji="0" sz="2000" kern="1200">
                <a:solidFill>
                  <a:schemeClr val="tx1"/>
                </a:solidFill>
                <a:latin typeface="+mn-lt"/>
                <a:ea typeface="+mn-ea"/>
                <a:cs typeface="+mn-cs"/>
              </a:defRPr>
            </a:lvl6pPr>
            <a:lvl7pPr marL="1828800" indent="-182880" algn="l" rtl="0" eaLnBrk="1" latinLnBrk="0" hangingPunct="1">
              <a:spcBef>
                <a:spcPct val="20000"/>
              </a:spcBef>
              <a:buClr>
                <a:schemeClr val="accent1"/>
              </a:buClr>
              <a:buSzPct val="100000"/>
              <a:buFont typeface="Wingdings 2"/>
              <a:buChar char=""/>
              <a:defRPr kumimoji="0" sz="1800" kern="1200">
                <a:solidFill>
                  <a:schemeClr val="tx1"/>
                </a:solidFill>
                <a:latin typeface="+mn-lt"/>
                <a:ea typeface="+mn-ea"/>
                <a:cs typeface="+mn-cs"/>
              </a:defRPr>
            </a:lvl7pPr>
            <a:lvl8pPr marL="2029968" indent="-182880" algn="l" rtl="0" eaLnBrk="1" latinLnBrk="0" hangingPunct="1">
              <a:spcBef>
                <a:spcPct val="20000"/>
              </a:spcBef>
              <a:buClr>
                <a:schemeClr val="accent2"/>
              </a:buClr>
              <a:buFont typeface="Wingdings 2" pitchFamily="18" charset="2"/>
              <a:buChar char=""/>
              <a:defRPr kumimoji="0" sz="1800" kern="1200">
                <a:solidFill>
                  <a:schemeClr val="tx1"/>
                </a:solidFill>
                <a:latin typeface="+mn-lt"/>
                <a:ea typeface="+mn-ea"/>
                <a:cs typeface="+mn-cs"/>
              </a:defRPr>
            </a:lvl8pPr>
            <a:lvl9pPr marL="2231136" indent="-182880" algn="l" rtl="0" eaLnBrk="1" latinLnBrk="0" hangingPunct="1">
              <a:spcBef>
                <a:spcPct val="20000"/>
              </a:spcBef>
              <a:buClr>
                <a:schemeClr val="accent3"/>
              </a:buClr>
              <a:buFont typeface="Wingdings 2" pitchFamily="18" charset="2"/>
              <a:buChar char=""/>
              <a:defRPr kumimoji="0" sz="1800" kern="1200" baseline="0">
                <a:solidFill>
                  <a:schemeClr val="tx1"/>
                </a:solidFill>
                <a:latin typeface="+mn-lt"/>
                <a:ea typeface="+mn-ea"/>
                <a:cs typeface="+mn-cs"/>
              </a:defRPr>
            </a:lvl9pPr>
            <a:extLst/>
          </a:lstStyle>
          <a:p>
            <a:pPr marL="118872" indent="0">
              <a:lnSpc>
                <a:spcPts val="4000"/>
              </a:lnSpc>
              <a:buNone/>
            </a:pPr>
            <a:r>
              <a:rPr lang="zh-CN" altLang="en-US" sz="2800" b="1" dirty="0"/>
              <a:t>存在</a:t>
            </a:r>
            <a:endParaRPr lang="en-US" altLang="zh-CN" sz="2800" b="1" dirty="0"/>
          </a:p>
        </p:txBody>
      </p:sp>
      <p:sp>
        <p:nvSpPr>
          <p:cNvPr id="23" name="内容占位符 2"/>
          <p:cNvSpPr txBox="1">
            <a:spLocks/>
          </p:cNvSpPr>
          <p:nvPr/>
        </p:nvSpPr>
        <p:spPr>
          <a:xfrm>
            <a:off x="438472" y="1052736"/>
            <a:ext cx="8382000" cy="1368152"/>
          </a:xfrm>
          <a:prstGeom prst="rect">
            <a:avLst/>
          </a:prstGeom>
        </p:spPr>
        <p:txBody>
          <a:bodyPr vert="horz" lIns="54864" tIns="91440" rtlCol="0">
            <a:normAutofit/>
          </a:bodyPr>
          <a:lstStyle>
            <a:lvl1pPr marL="438912" indent="-320040" algn="l" rtl="0" eaLnBrk="1" latinLnBrk="0" hangingPunct="1">
              <a:spcBef>
                <a:spcPts val="0"/>
              </a:spcBef>
              <a:buClr>
                <a:schemeClr val="accent1"/>
              </a:buClr>
              <a:buSzPct val="80000"/>
              <a:buFont typeface="Wingdings 2"/>
              <a:buChar char=""/>
              <a:defRPr kumimoji="0" sz="3200" kern="1200">
                <a:solidFill>
                  <a:schemeClr val="bg1"/>
                </a:solidFill>
                <a:latin typeface="Times New Roman" pitchFamily="18" charset="0"/>
                <a:ea typeface="+mn-ea"/>
                <a:cs typeface="Times New Roman" pitchFamily="18" charset="0"/>
              </a:defRPr>
            </a:lvl1pPr>
            <a:lvl2pPr marL="731520" indent="-274320" algn="l" rtl="0" eaLnBrk="1" latinLnBrk="0" hangingPunct="1">
              <a:spcBef>
                <a:spcPct val="20000"/>
              </a:spcBef>
              <a:buClr>
                <a:schemeClr val="accent2"/>
              </a:buClr>
              <a:buSzPct val="90000"/>
              <a:buFont typeface="Wingdings"/>
              <a:buChar char=""/>
              <a:defRPr kumimoji="0" sz="2800" kern="1200">
                <a:solidFill>
                  <a:schemeClr val="bg1"/>
                </a:solidFill>
                <a:latin typeface="Times New Roman" pitchFamily="18" charset="0"/>
                <a:ea typeface="+mn-ea"/>
                <a:cs typeface="Times New Roman" pitchFamily="18" charset="0"/>
              </a:defRPr>
            </a:lvl2pPr>
            <a:lvl3pPr marL="996696" indent="-228600" algn="l" rtl="0" eaLnBrk="1" latinLnBrk="0" hangingPunct="1">
              <a:spcBef>
                <a:spcPct val="20000"/>
              </a:spcBef>
              <a:buClr>
                <a:schemeClr val="accent3"/>
              </a:buClr>
              <a:buFont typeface="Arial"/>
              <a:buChar char="▪"/>
              <a:defRPr kumimoji="0" sz="2400" kern="1200">
                <a:solidFill>
                  <a:schemeClr val="bg1"/>
                </a:solidFill>
                <a:latin typeface="Times New Roman" pitchFamily="18" charset="0"/>
                <a:ea typeface="+mn-ea"/>
                <a:cs typeface="Times New Roman" pitchFamily="18" charset="0"/>
              </a:defRPr>
            </a:lvl3pPr>
            <a:lvl4pPr marL="1216152" indent="-182880" algn="l" rtl="0" eaLnBrk="1" latinLnBrk="0" hangingPunct="1">
              <a:spcBef>
                <a:spcPct val="20000"/>
              </a:spcBef>
              <a:buClr>
                <a:schemeClr val="accent4"/>
              </a:buClr>
              <a:buFont typeface="Arial"/>
              <a:buChar char="▪"/>
              <a:defRPr kumimoji="0" sz="2000" kern="1200">
                <a:solidFill>
                  <a:schemeClr val="bg1"/>
                </a:solidFill>
                <a:latin typeface="Times New Roman" pitchFamily="18" charset="0"/>
                <a:ea typeface="+mn-ea"/>
                <a:cs typeface="Times New Roman" pitchFamily="18" charset="0"/>
              </a:defRPr>
            </a:lvl4pPr>
            <a:lvl5pPr marL="1426464" indent="-182880" algn="l" rtl="0" eaLnBrk="1" latinLnBrk="0" hangingPunct="1">
              <a:spcBef>
                <a:spcPct val="20000"/>
              </a:spcBef>
              <a:buClr>
                <a:schemeClr val="accent5"/>
              </a:buClr>
              <a:buFont typeface="Wingdings 3"/>
              <a:buChar char=""/>
              <a:defRPr kumimoji="0" lang="en-US" sz="2000" kern="1200" smtClean="0">
                <a:solidFill>
                  <a:schemeClr val="tx1"/>
                </a:solidFill>
                <a:latin typeface="Times New Roman" pitchFamily="18" charset="0"/>
                <a:ea typeface="+mn-ea"/>
                <a:cs typeface="Times New Roman" pitchFamily="18" charset="0"/>
              </a:defRPr>
            </a:lvl5pPr>
            <a:lvl6pPr marL="1627632" indent="-182880" algn="l" rtl="0" eaLnBrk="1" latinLnBrk="0" hangingPunct="1">
              <a:spcBef>
                <a:spcPct val="20000"/>
              </a:spcBef>
              <a:buClr>
                <a:schemeClr val="accent6"/>
              </a:buClr>
              <a:buSzPct val="100000"/>
              <a:buFont typeface="Wingdings 2"/>
              <a:buChar char=""/>
              <a:defRPr kumimoji="0" sz="2000" kern="1200">
                <a:solidFill>
                  <a:schemeClr val="tx1"/>
                </a:solidFill>
                <a:latin typeface="+mn-lt"/>
                <a:ea typeface="+mn-ea"/>
                <a:cs typeface="+mn-cs"/>
              </a:defRPr>
            </a:lvl6pPr>
            <a:lvl7pPr marL="1828800" indent="-182880" algn="l" rtl="0" eaLnBrk="1" latinLnBrk="0" hangingPunct="1">
              <a:spcBef>
                <a:spcPct val="20000"/>
              </a:spcBef>
              <a:buClr>
                <a:schemeClr val="accent1"/>
              </a:buClr>
              <a:buSzPct val="100000"/>
              <a:buFont typeface="Wingdings 2"/>
              <a:buChar char=""/>
              <a:defRPr kumimoji="0" sz="1800" kern="1200">
                <a:solidFill>
                  <a:schemeClr val="tx1"/>
                </a:solidFill>
                <a:latin typeface="+mn-lt"/>
                <a:ea typeface="+mn-ea"/>
                <a:cs typeface="+mn-cs"/>
              </a:defRPr>
            </a:lvl7pPr>
            <a:lvl8pPr marL="2029968" indent="-182880" algn="l" rtl="0" eaLnBrk="1" latinLnBrk="0" hangingPunct="1">
              <a:spcBef>
                <a:spcPct val="20000"/>
              </a:spcBef>
              <a:buClr>
                <a:schemeClr val="accent2"/>
              </a:buClr>
              <a:buFont typeface="Wingdings 2" pitchFamily="18" charset="2"/>
              <a:buChar char=""/>
              <a:defRPr kumimoji="0" sz="1800" kern="1200">
                <a:solidFill>
                  <a:schemeClr val="tx1"/>
                </a:solidFill>
                <a:latin typeface="+mn-lt"/>
                <a:ea typeface="+mn-ea"/>
                <a:cs typeface="+mn-cs"/>
              </a:defRPr>
            </a:lvl8pPr>
            <a:lvl9pPr marL="2231136" indent="-182880" algn="l" rtl="0" eaLnBrk="1" latinLnBrk="0" hangingPunct="1">
              <a:spcBef>
                <a:spcPct val="20000"/>
              </a:spcBef>
              <a:buClr>
                <a:schemeClr val="accent3"/>
              </a:buClr>
              <a:buFont typeface="Wingdings 2" pitchFamily="18" charset="2"/>
              <a:buChar char=""/>
              <a:defRPr kumimoji="0" sz="1800" kern="1200" baseline="0">
                <a:solidFill>
                  <a:schemeClr val="tx1"/>
                </a:solidFill>
                <a:latin typeface="+mn-lt"/>
                <a:ea typeface="+mn-ea"/>
                <a:cs typeface="+mn-cs"/>
              </a:defRPr>
            </a:lvl9pPr>
            <a:extLst/>
          </a:lstStyle>
          <a:p>
            <a:pPr>
              <a:lnSpc>
                <a:spcPts val="4000"/>
              </a:lnSpc>
            </a:pPr>
            <a:r>
              <a:rPr lang="zh-CN" altLang="en-US" sz="2800" b="1" dirty="0"/>
              <a:t>正问题：已知系统存在</a:t>
            </a:r>
            <a:r>
              <a:rPr lang="en-US" altLang="zh-CN" sz="2800" b="1" dirty="0"/>
              <a:t>Lyapunov</a:t>
            </a:r>
            <a:r>
              <a:rPr lang="zh-CN" altLang="en-US" sz="2800" b="1" dirty="0"/>
              <a:t>函数，能否判定系统的稳定性？</a:t>
            </a:r>
            <a:endParaRPr lang="en-US" altLang="zh-CN" sz="2800" b="1" dirty="0"/>
          </a:p>
        </p:txBody>
      </p:sp>
      <p:sp>
        <p:nvSpPr>
          <p:cNvPr id="24" name="内容占位符 2"/>
          <p:cNvSpPr txBox="1">
            <a:spLocks/>
          </p:cNvSpPr>
          <p:nvPr/>
        </p:nvSpPr>
        <p:spPr>
          <a:xfrm>
            <a:off x="438472" y="2708920"/>
            <a:ext cx="8382000" cy="1944216"/>
          </a:xfrm>
          <a:prstGeom prst="rect">
            <a:avLst/>
          </a:prstGeom>
        </p:spPr>
        <p:txBody>
          <a:bodyPr vert="horz" lIns="54864" tIns="91440" rtlCol="0">
            <a:normAutofit/>
          </a:bodyPr>
          <a:lstStyle>
            <a:lvl1pPr marL="438912" indent="-320040" algn="l" rtl="0" eaLnBrk="1" latinLnBrk="0" hangingPunct="1">
              <a:spcBef>
                <a:spcPts val="0"/>
              </a:spcBef>
              <a:buClr>
                <a:schemeClr val="accent1"/>
              </a:buClr>
              <a:buSzPct val="80000"/>
              <a:buFont typeface="Wingdings 2"/>
              <a:buChar char=""/>
              <a:defRPr kumimoji="0" sz="3200" kern="1200">
                <a:solidFill>
                  <a:schemeClr val="bg1"/>
                </a:solidFill>
                <a:latin typeface="Times New Roman" pitchFamily="18" charset="0"/>
                <a:ea typeface="+mn-ea"/>
                <a:cs typeface="Times New Roman" pitchFamily="18" charset="0"/>
              </a:defRPr>
            </a:lvl1pPr>
            <a:lvl2pPr marL="731520" indent="-274320" algn="l" rtl="0" eaLnBrk="1" latinLnBrk="0" hangingPunct="1">
              <a:spcBef>
                <a:spcPct val="20000"/>
              </a:spcBef>
              <a:buClr>
                <a:schemeClr val="accent2"/>
              </a:buClr>
              <a:buSzPct val="90000"/>
              <a:buFont typeface="Wingdings"/>
              <a:buChar char=""/>
              <a:defRPr kumimoji="0" sz="2800" kern="1200">
                <a:solidFill>
                  <a:schemeClr val="bg1"/>
                </a:solidFill>
                <a:latin typeface="Times New Roman" pitchFamily="18" charset="0"/>
                <a:ea typeface="+mn-ea"/>
                <a:cs typeface="Times New Roman" pitchFamily="18" charset="0"/>
              </a:defRPr>
            </a:lvl2pPr>
            <a:lvl3pPr marL="996696" indent="-228600" algn="l" rtl="0" eaLnBrk="1" latinLnBrk="0" hangingPunct="1">
              <a:spcBef>
                <a:spcPct val="20000"/>
              </a:spcBef>
              <a:buClr>
                <a:schemeClr val="accent3"/>
              </a:buClr>
              <a:buFont typeface="Arial"/>
              <a:buChar char="▪"/>
              <a:defRPr kumimoji="0" sz="2400" kern="1200">
                <a:solidFill>
                  <a:schemeClr val="bg1"/>
                </a:solidFill>
                <a:latin typeface="Times New Roman" pitchFamily="18" charset="0"/>
                <a:ea typeface="+mn-ea"/>
                <a:cs typeface="Times New Roman" pitchFamily="18" charset="0"/>
              </a:defRPr>
            </a:lvl3pPr>
            <a:lvl4pPr marL="1216152" indent="-182880" algn="l" rtl="0" eaLnBrk="1" latinLnBrk="0" hangingPunct="1">
              <a:spcBef>
                <a:spcPct val="20000"/>
              </a:spcBef>
              <a:buClr>
                <a:schemeClr val="accent4"/>
              </a:buClr>
              <a:buFont typeface="Arial"/>
              <a:buChar char="▪"/>
              <a:defRPr kumimoji="0" sz="2000" kern="1200">
                <a:solidFill>
                  <a:schemeClr val="bg1"/>
                </a:solidFill>
                <a:latin typeface="Times New Roman" pitchFamily="18" charset="0"/>
                <a:ea typeface="+mn-ea"/>
                <a:cs typeface="Times New Roman" pitchFamily="18" charset="0"/>
              </a:defRPr>
            </a:lvl4pPr>
            <a:lvl5pPr marL="1426464" indent="-182880" algn="l" rtl="0" eaLnBrk="1" latinLnBrk="0" hangingPunct="1">
              <a:spcBef>
                <a:spcPct val="20000"/>
              </a:spcBef>
              <a:buClr>
                <a:schemeClr val="accent5"/>
              </a:buClr>
              <a:buFont typeface="Wingdings 3"/>
              <a:buChar char=""/>
              <a:defRPr kumimoji="0" lang="en-US" sz="2000" kern="1200" smtClean="0">
                <a:solidFill>
                  <a:schemeClr val="tx1"/>
                </a:solidFill>
                <a:latin typeface="Times New Roman" pitchFamily="18" charset="0"/>
                <a:ea typeface="+mn-ea"/>
                <a:cs typeface="Times New Roman" pitchFamily="18" charset="0"/>
              </a:defRPr>
            </a:lvl5pPr>
            <a:lvl6pPr marL="1627632" indent="-182880" algn="l" rtl="0" eaLnBrk="1" latinLnBrk="0" hangingPunct="1">
              <a:spcBef>
                <a:spcPct val="20000"/>
              </a:spcBef>
              <a:buClr>
                <a:schemeClr val="accent6"/>
              </a:buClr>
              <a:buSzPct val="100000"/>
              <a:buFont typeface="Wingdings 2"/>
              <a:buChar char=""/>
              <a:defRPr kumimoji="0" sz="2000" kern="1200">
                <a:solidFill>
                  <a:schemeClr val="tx1"/>
                </a:solidFill>
                <a:latin typeface="+mn-lt"/>
                <a:ea typeface="+mn-ea"/>
                <a:cs typeface="+mn-cs"/>
              </a:defRPr>
            </a:lvl6pPr>
            <a:lvl7pPr marL="1828800" indent="-182880" algn="l" rtl="0" eaLnBrk="1" latinLnBrk="0" hangingPunct="1">
              <a:spcBef>
                <a:spcPct val="20000"/>
              </a:spcBef>
              <a:buClr>
                <a:schemeClr val="accent1"/>
              </a:buClr>
              <a:buSzPct val="100000"/>
              <a:buFont typeface="Wingdings 2"/>
              <a:buChar char=""/>
              <a:defRPr kumimoji="0" sz="1800" kern="1200">
                <a:solidFill>
                  <a:schemeClr val="tx1"/>
                </a:solidFill>
                <a:latin typeface="+mn-lt"/>
                <a:ea typeface="+mn-ea"/>
                <a:cs typeface="+mn-cs"/>
              </a:defRPr>
            </a:lvl7pPr>
            <a:lvl8pPr marL="2029968" indent="-182880" algn="l" rtl="0" eaLnBrk="1" latinLnBrk="0" hangingPunct="1">
              <a:spcBef>
                <a:spcPct val="20000"/>
              </a:spcBef>
              <a:buClr>
                <a:schemeClr val="accent2"/>
              </a:buClr>
              <a:buFont typeface="Wingdings 2" pitchFamily="18" charset="2"/>
              <a:buChar char=""/>
              <a:defRPr kumimoji="0" sz="1800" kern="1200">
                <a:solidFill>
                  <a:schemeClr val="tx1"/>
                </a:solidFill>
                <a:latin typeface="+mn-lt"/>
                <a:ea typeface="+mn-ea"/>
                <a:cs typeface="+mn-cs"/>
              </a:defRPr>
            </a:lvl8pPr>
            <a:lvl9pPr marL="2231136" indent="-182880" algn="l" rtl="0" eaLnBrk="1" latinLnBrk="0" hangingPunct="1">
              <a:spcBef>
                <a:spcPct val="20000"/>
              </a:spcBef>
              <a:buClr>
                <a:schemeClr val="accent3"/>
              </a:buClr>
              <a:buFont typeface="Wingdings 2" pitchFamily="18" charset="2"/>
              <a:buChar char=""/>
              <a:defRPr kumimoji="0" sz="1800" kern="1200" baseline="0">
                <a:solidFill>
                  <a:schemeClr val="tx1"/>
                </a:solidFill>
                <a:latin typeface="+mn-lt"/>
                <a:ea typeface="+mn-ea"/>
                <a:cs typeface="+mn-cs"/>
              </a:defRPr>
            </a:lvl9pPr>
            <a:extLst/>
          </a:lstStyle>
          <a:p>
            <a:pPr>
              <a:lnSpc>
                <a:spcPts val="4000"/>
              </a:lnSpc>
            </a:pPr>
            <a:r>
              <a:rPr lang="zh-CN" altLang="en-US" sz="2800" b="1" dirty="0"/>
              <a:t>逆问题：已知系统（一致）稳定（渐进稳定、指数稳定），</a:t>
            </a:r>
            <a:r>
              <a:rPr lang="zh-CN" altLang="en-US" sz="2800" b="1" dirty="0">
                <a:solidFill>
                  <a:srgbClr val="FFFF00"/>
                </a:solidFill>
              </a:rPr>
              <a:t>是否存在满足</a:t>
            </a:r>
            <a:r>
              <a:rPr lang="en-US" altLang="zh-CN" sz="2800" b="1" dirty="0" err="1">
                <a:solidFill>
                  <a:srgbClr val="FFFF00"/>
                </a:solidFill>
              </a:rPr>
              <a:t>Lyapunov</a:t>
            </a:r>
            <a:r>
              <a:rPr lang="zh-CN" altLang="en-US" sz="2800" b="1" dirty="0">
                <a:solidFill>
                  <a:srgbClr val="FFFF00"/>
                </a:solidFill>
              </a:rPr>
              <a:t>稳定性判定定理的</a:t>
            </a:r>
            <a:r>
              <a:rPr lang="en-US" altLang="zh-CN" sz="2800" b="1" dirty="0" err="1">
                <a:solidFill>
                  <a:srgbClr val="FFFF00"/>
                </a:solidFill>
              </a:rPr>
              <a:t>Lyapunov</a:t>
            </a:r>
            <a:r>
              <a:rPr lang="zh-CN" altLang="en-US" sz="2800" b="1" dirty="0">
                <a:solidFill>
                  <a:srgbClr val="FFFF00"/>
                </a:solidFill>
              </a:rPr>
              <a:t>函数？</a:t>
            </a:r>
            <a:endParaRPr lang="en-US" altLang="zh-CN" sz="2800" b="1" dirty="0">
              <a:solidFill>
                <a:srgbClr val="FFFF00"/>
              </a:solidFill>
            </a:endParaRPr>
          </a:p>
        </p:txBody>
      </p:sp>
      <p:sp>
        <p:nvSpPr>
          <p:cNvPr id="31" name="内容占位符 2"/>
          <p:cNvSpPr txBox="1">
            <a:spLocks/>
          </p:cNvSpPr>
          <p:nvPr/>
        </p:nvSpPr>
        <p:spPr>
          <a:xfrm>
            <a:off x="438472" y="5013176"/>
            <a:ext cx="8382000" cy="792088"/>
          </a:xfrm>
          <a:prstGeom prst="rect">
            <a:avLst/>
          </a:prstGeom>
        </p:spPr>
        <p:txBody>
          <a:bodyPr vert="horz" lIns="54864" tIns="91440" rtlCol="0">
            <a:normAutofit/>
          </a:bodyPr>
          <a:lstStyle>
            <a:lvl1pPr marL="438912" indent="-320040" algn="l" rtl="0" eaLnBrk="1" latinLnBrk="0" hangingPunct="1">
              <a:spcBef>
                <a:spcPts val="0"/>
              </a:spcBef>
              <a:buClr>
                <a:schemeClr val="accent1"/>
              </a:buClr>
              <a:buSzPct val="80000"/>
              <a:buFont typeface="Wingdings 2"/>
              <a:buChar char=""/>
              <a:defRPr kumimoji="0" sz="3200" kern="1200">
                <a:solidFill>
                  <a:schemeClr val="bg1"/>
                </a:solidFill>
                <a:latin typeface="Times New Roman" pitchFamily="18" charset="0"/>
                <a:ea typeface="+mn-ea"/>
                <a:cs typeface="Times New Roman" pitchFamily="18" charset="0"/>
              </a:defRPr>
            </a:lvl1pPr>
            <a:lvl2pPr marL="731520" indent="-274320" algn="l" rtl="0" eaLnBrk="1" latinLnBrk="0" hangingPunct="1">
              <a:spcBef>
                <a:spcPct val="20000"/>
              </a:spcBef>
              <a:buClr>
                <a:schemeClr val="accent2"/>
              </a:buClr>
              <a:buSzPct val="90000"/>
              <a:buFont typeface="Wingdings"/>
              <a:buChar char=""/>
              <a:defRPr kumimoji="0" sz="2800" kern="1200">
                <a:solidFill>
                  <a:schemeClr val="bg1"/>
                </a:solidFill>
                <a:latin typeface="Times New Roman" pitchFamily="18" charset="0"/>
                <a:ea typeface="+mn-ea"/>
                <a:cs typeface="Times New Roman" pitchFamily="18" charset="0"/>
              </a:defRPr>
            </a:lvl2pPr>
            <a:lvl3pPr marL="996696" indent="-228600" algn="l" rtl="0" eaLnBrk="1" latinLnBrk="0" hangingPunct="1">
              <a:spcBef>
                <a:spcPct val="20000"/>
              </a:spcBef>
              <a:buClr>
                <a:schemeClr val="accent3"/>
              </a:buClr>
              <a:buFont typeface="Arial"/>
              <a:buChar char="▪"/>
              <a:defRPr kumimoji="0" sz="2400" kern="1200">
                <a:solidFill>
                  <a:schemeClr val="bg1"/>
                </a:solidFill>
                <a:latin typeface="Times New Roman" pitchFamily="18" charset="0"/>
                <a:ea typeface="+mn-ea"/>
                <a:cs typeface="Times New Roman" pitchFamily="18" charset="0"/>
              </a:defRPr>
            </a:lvl3pPr>
            <a:lvl4pPr marL="1216152" indent="-182880" algn="l" rtl="0" eaLnBrk="1" latinLnBrk="0" hangingPunct="1">
              <a:spcBef>
                <a:spcPct val="20000"/>
              </a:spcBef>
              <a:buClr>
                <a:schemeClr val="accent4"/>
              </a:buClr>
              <a:buFont typeface="Arial"/>
              <a:buChar char="▪"/>
              <a:defRPr kumimoji="0" sz="2000" kern="1200">
                <a:solidFill>
                  <a:schemeClr val="bg1"/>
                </a:solidFill>
                <a:latin typeface="Times New Roman" pitchFamily="18" charset="0"/>
                <a:ea typeface="+mn-ea"/>
                <a:cs typeface="Times New Roman" pitchFamily="18" charset="0"/>
              </a:defRPr>
            </a:lvl4pPr>
            <a:lvl5pPr marL="1426464" indent="-182880" algn="l" rtl="0" eaLnBrk="1" latinLnBrk="0" hangingPunct="1">
              <a:spcBef>
                <a:spcPct val="20000"/>
              </a:spcBef>
              <a:buClr>
                <a:schemeClr val="accent5"/>
              </a:buClr>
              <a:buFont typeface="Wingdings 3"/>
              <a:buChar char=""/>
              <a:defRPr kumimoji="0" lang="en-US" sz="2000" kern="1200" smtClean="0">
                <a:solidFill>
                  <a:schemeClr val="tx1"/>
                </a:solidFill>
                <a:latin typeface="Times New Roman" pitchFamily="18" charset="0"/>
                <a:ea typeface="+mn-ea"/>
                <a:cs typeface="Times New Roman" pitchFamily="18" charset="0"/>
              </a:defRPr>
            </a:lvl5pPr>
            <a:lvl6pPr marL="1627632" indent="-182880" algn="l" rtl="0" eaLnBrk="1" latinLnBrk="0" hangingPunct="1">
              <a:spcBef>
                <a:spcPct val="20000"/>
              </a:spcBef>
              <a:buClr>
                <a:schemeClr val="accent6"/>
              </a:buClr>
              <a:buSzPct val="100000"/>
              <a:buFont typeface="Wingdings 2"/>
              <a:buChar char=""/>
              <a:defRPr kumimoji="0" sz="2000" kern="1200">
                <a:solidFill>
                  <a:schemeClr val="tx1"/>
                </a:solidFill>
                <a:latin typeface="+mn-lt"/>
                <a:ea typeface="+mn-ea"/>
                <a:cs typeface="+mn-cs"/>
              </a:defRPr>
            </a:lvl6pPr>
            <a:lvl7pPr marL="1828800" indent="-182880" algn="l" rtl="0" eaLnBrk="1" latinLnBrk="0" hangingPunct="1">
              <a:spcBef>
                <a:spcPct val="20000"/>
              </a:spcBef>
              <a:buClr>
                <a:schemeClr val="accent1"/>
              </a:buClr>
              <a:buSzPct val="100000"/>
              <a:buFont typeface="Wingdings 2"/>
              <a:buChar char=""/>
              <a:defRPr kumimoji="0" sz="1800" kern="1200">
                <a:solidFill>
                  <a:schemeClr val="tx1"/>
                </a:solidFill>
                <a:latin typeface="+mn-lt"/>
                <a:ea typeface="+mn-ea"/>
                <a:cs typeface="+mn-cs"/>
              </a:defRPr>
            </a:lvl7pPr>
            <a:lvl8pPr marL="2029968" indent="-182880" algn="l" rtl="0" eaLnBrk="1" latinLnBrk="0" hangingPunct="1">
              <a:spcBef>
                <a:spcPct val="20000"/>
              </a:spcBef>
              <a:buClr>
                <a:schemeClr val="accent2"/>
              </a:buClr>
              <a:buFont typeface="Wingdings 2" pitchFamily="18" charset="2"/>
              <a:buChar char=""/>
              <a:defRPr kumimoji="0" sz="1800" kern="1200">
                <a:solidFill>
                  <a:schemeClr val="tx1"/>
                </a:solidFill>
                <a:latin typeface="+mn-lt"/>
                <a:ea typeface="+mn-ea"/>
                <a:cs typeface="+mn-cs"/>
              </a:defRPr>
            </a:lvl8pPr>
            <a:lvl9pPr marL="2231136" indent="-182880" algn="l" rtl="0" eaLnBrk="1" latinLnBrk="0" hangingPunct="1">
              <a:spcBef>
                <a:spcPct val="20000"/>
              </a:spcBef>
              <a:buClr>
                <a:schemeClr val="accent3"/>
              </a:buClr>
              <a:buFont typeface="Wingdings 2" pitchFamily="18" charset="2"/>
              <a:buChar char=""/>
              <a:defRPr kumimoji="0" sz="1800" kern="1200" baseline="0">
                <a:solidFill>
                  <a:schemeClr val="tx1"/>
                </a:solidFill>
                <a:latin typeface="+mn-lt"/>
                <a:ea typeface="+mn-ea"/>
                <a:cs typeface="+mn-cs"/>
              </a:defRPr>
            </a:lvl9pPr>
            <a:extLst/>
          </a:lstStyle>
          <a:p>
            <a:pPr>
              <a:lnSpc>
                <a:spcPts val="4000"/>
              </a:lnSpc>
            </a:pPr>
            <a:r>
              <a:rPr lang="zh-CN" altLang="en-US" sz="2800" b="1" dirty="0"/>
              <a:t>怎么构造备选</a:t>
            </a:r>
            <a:r>
              <a:rPr lang="en-US" altLang="zh-CN" sz="2800" b="1" dirty="0"/>
              <a:t>Lyapunov</a:t>
            </a:r>
            <a:r>
              <a:rPr lang="zh-CN" altLang="en-US" sz="2800" b="1" dirty="0"/>
              <a:t>函数 </a:t>
            </a:r>
            <a:r>
              <a:rPr lang="en-US" altLang="zh-CN" sz="2800" i="1" dirty="0"/>
              <a:t>V </a:t>
            </a:r>
            <a:r>
              <a:rPr lang="zh-CN" altLang="en-US" sz="2800" b="1" dirty="0"/>
              <a:t>？</a:t>
            </a:r>
            <a:endParaRPr lang="en-US" altLang="zh-CN" sz="2800" b="1" dirty="0"/>
          </a:p>
        </p:txBody>
      </p:sp>
      <p:sp>
        <p:nvSpPr>
          <p:cNvPr id="33" name="内容占位符 2"/>
          <p:cNvSpPr txBox="1">
            <a:spLocks/>
          </p:cNvSpPr>
          <p:nvPr/>
        </p:nvSpPr>
        <p:spPr>
          <a:xfrm>
            <a:off x="1918438" y="5733256"/>
            <a:ext cx="5307124" cy="648072"/>
          </a:xfrm>
          <a:prstGeom prst="rect">
            <a:avLst/>
          </a:prstGeom>
        </p:spPr>
        <p:txBody>
          <a:bodyPr vert="horz" lIns="54864" tIns="91440" rtlCol="0">
            <a:normAutofit/>
          </a:bodyPr>
          <a:lstStyle>
            <a:lvl1pPr marL="438912" indent="-320040" algn="l" rtl="0" eaLnBrk="1" latinLnBrk="0" hangingPunct="1">
              <a:spcBef>
                <a:spcPts val="0"/>
              </a:spcBef>
              <a:buClr>
                <a:schemeClr val="accent1"/>
              </a:buClr>
              <a:buSzPct val="80000"/>
              <a:buFont typeface="Wingdings 2"/>
              <a:buChar char=""/>
              <a:defRPr kumimoji="0" sz="3200" kern="1200">
                <a:solidFill>
                  <a:schemeClr val="bg1"/>
                </a:solidFill>
                <a:latin typeface="Times New Roman" pitchFamily="18" charset="0"/>
                <a:ea typeface="+mn-ea"/>
                <a:cs typeface="Times New Roman" pitchFamily="18" charset="0"/>
              </a:defRPr>
            </a:lvl1pPr>
            <a:lvl2pPr marL="731520" indent="-274320" algn="l" rtl="0" eaLnBrk="1" latinLnBrk="0" hangingPunct="1">
              <a:spcBef>
                <a:spcPct val="20000"/>
              </a:spcBef>
              <a:buClr>
                <a:schemeClr val="accent2"/>
              </a:buClr>
              <a:buSzPct val="90000"/>
              <a:buFont typeface="Wingdings"/>
              <a:buChar char=""/>
              <a:defRPr kumimoji="0" sz="2800" kern="1200">
                <a:solidFill>
                  <a:schemeClr val="bg1"/>
                </a:solidFill>
                <a:latin typeface="Times New Roman" pitchFamily="18" charset="0"/>
                <a:ea typeface="+mn-ea"/>
                <a:cs typeface="Times New Roman" pitchFamily="18" charset="0"/>
              </a:defRPr>
            </a:lvl2pPr>
            <a:lvl3pPr marL="996696" indent="-228600" algn="l" rtl="0" eaLnBrk="1" latinLnBrk="0" hangingPunct="1">
              <a:spcBef>
                <a:spcPct val="20000"/>
              </a:spcBef>
              <a:buClr>
                <a:schemeClr val="accent3"/>
              </a:buClr>
              <a:buFont typeface="Arial"/>
              <a:buChar char="▪"/>
              <a:defRPr kumimoji="0" sz="2400" kern="1200">
                <a:solidFill>
                  <a:schemeClr val="bg1"/>
                </a:solidFill>
                <a:latin typeface="Times New Roman" pitchFamily="18" charset="0"/>
                <a:ea typeface="+mn-ea"/>
                <a:cs typeface="Times New Roman" pitchFamily="18" charset="0"/>
              </a:defRPr>
            </a:lvl3pPr>
            <a:lvl4pPr marL="1216152" indent="-182880" algn="l" rtl="0" eaLnBrk="1" latinLnBrk="0" hangingPunct="1">
              <a:spcBef>
                <a:spcPct val="20000"/>
              </a:spcBef>
              <a:buClr>
                <a:schemeClr val="accent4"/>
              </a:buClr>
              <a:buFont typeface="Arial"/>
              <a:buChar char="▪"/>
              <a:defRPr kumimoji="0" sz="2000" kern="1200">
                <a:solidFill>
                  <a:schemeClr val="bg1"/>
                </a:solidFill>
                <a:latin typeface="Times New Roman" pitchFamily="18" charset="0"/>
                <a:ea typeface="+mn-ea"/>
                <a:cs typeface="Times New Roman" pitchFamily="18" charset="0"/>
              </a:defRPr>
            </a:lvl4pPr>
            <a:lvl5pPr marL="1426464" indent="-182880" algn="l" rtl="0" eaLnBrk="1" latinLnBrk="0" hangingPunct="1">
              <a:spcBef>
                <a:spcPct val="20000"/>
              </a:spcBef>
              <a:buClr>
                <a:schemeClr val="accent5"/>
              </a:buClr>
              <a:buFont typeface="Wingdings 3"/>
              <a:buChar char=""/>
              <a:defRPr kumimoji="0" lang="en-US" sz="2000" kern="1200" smtClean="0">
                <a:solidFill>
                  <a:schemeClr val="tx1"/>
                </a:solidFill>
                <a:latin typeface="Times New Roman" pitchFamily="18" charset="0"/>
                <a:ea typeface="+mn-ea"/>
                <a:cs typeface="Times New Roman" pitchFamily="18" charset="0"/>
              </a:defRPr>
            </a:lvl5pPr>
            <a:lvl6pPr marL="1627632" indent="-182880" algn="l" rtl="0" eaLnBrk="1" latinLnBrk="0" hangingPunct="1">
              <a:spcBef>
                <a:spcPct val="20000"/>
              </a:spcBef>
              <a:buClr>
                <a:schemeClr val="accent6"/>
              </a:buClr>
              <a:buSzPct val="100000"/>
              <a:buFont typeface="Wingdings 2"/>
              <a:buChar char=""/>
              <a:defRPr kumimoji="0" sz="2000" kern="1200">
                <a:solidFill>
                  <a:schemeClr val="tx1"/>
                </a:solidFill>
                <a:latin typeface="+mn-lt"/>
                <a:ea typeface="+mn-ea"/>
                <a:cs typeface="+mn-cs"/>
              </a:defRPr>
            </a:lvl6pPr>
            <a:lvl7pPr marL="1828800" indent="-182880" algn="l" rtl="0" eaLnBrk="1" latinLnBrk="0" hangingPunct="1">
              <a:spcBef>
                <a:spcPct val="20000"/>
              </a:spcBef>
              <a:buClr>
                <a:schemeClr val="accent1"/>
              </a:buClr>
              <a:buSzPct val="100000"/>
              <a:buFont typeface="Wingdings 2"/>
              <a:buChar char=""/>
              <a:defRPr kumimoji="0" sz="1800" kern="1200">
                <a:solidFill>
                  <a:schemeClr val="tx1"/>
                </a:solidFill>
                <a:latin typeface="+mn-lt"/>
                <a:ea typeface="+mn-ea"/>
                <a:cs typeface="+mn-cs"/>
              </a:defRPr>
            </a:lvl7pPr>
            <a:lvl8pPr marL="2029968" indent="-182880" algn="l" rtl="0" eaLnBrk="1" latinLnBrk="0" hangingPunct="1">
              <a:spcBef>
                <a:spcPct val="20000"/>
              </a:spcBef>
              <a:buClr>
                <a:schemeClr val="accent2"/>
              </a:buClr>
              <a:buFont typeface="Wingdings 2" pitchFamily="18" charset="2"/>
              <a:buChar char=""/>
              <a:defRPr kumimoji="0" sz="1800" kern="1200">
                <a:solidFill>
                  <a:schemeClr val="tx1"/>
                </a:solidFill>
                <a:latin typeface="+mn-lt"/>
                <a:ea typeface="+mn-ea"/>
                <a:cs typeface="+mn-cs"/>
              </a:defRPr>
            </a:lvl8pPr>
            <a:lvl9pPr marL="2231136" indent="-182880" algn="l" rtl="0" eaLnBrk="1" latinLnBrk="0" hangingPunct="1">
              <a:spcBef>
                <a:spcPct val="20000"/>
              </a:spcBef>
              <a:buClr>
                <a:schemeClr val="accent3"/>
              </a:buClr>
              <a:buFont typeface="Wingdings 2" pitchFamily="18" charset="2"/>
              <a:buChar char=""/>
              <a:defRPr kumimoji="0" sz="1800" kern="1200" baseline="0">
                <a:solidFill>
                  <a:schemeClr val="tx1"/>
                </a:solidFill>
                <a:latin typeface="+mn-lt"/>
                <a:ea typeface="+mn-ea"/>
                <a:cs typeface="+mn-cs"/>
              </a:defRPr>
            </a:lvl9pPr>
            <a:extLst/>
          </a:lstStyle>
          <a:p>
            <a:pPr marL="118872" indent="0">
              <a:lnSpc>
                <a:spcPts val="4000"/>
              </a:lnSpc>
              <a:buNone/>
            </a:pPr>
            <a:r>
              <a:rPr lang="zh-CN" altLang="en-US" sz="2800" b="1" dirty="0"/>
              <a:t>除了线性情况，还没有通用方法</a:t>
            </a:r>
            <a:endParaRPr lang="en-US" altLang="zh-CN" sz="2800" b="1" dirty="0"/>
          </a:p>
        </p:txBody>
      </p:sp>
      <p:sp>
        <p:nvSpPr>
          <p:cNvPr id="10" name="日期占位符 3"/>
          <p:cNvSpPr txBox="1">
            <a:spLocks/>
          </p:cNvSpPr>
          <p:nvPr/>
        </p:nvSpPr>
        <p:spPr>
          <a:xfrm>
            <a:off x="457200" y="6476999"/>
            <a:ext cx="2133600" cy="274320"/>
          </a:xfrm>
          <a:prstGeom prst="rect">
            <a:avLst/>
          </a:prstGeom>
        </p:spPr>
        <p:txBody>
          <a:bodyPr vert="horz" lIns="109728" rIns="45720" bIns="0" rtlCol="0" anchor="b"/>
          <a:lstStyle>
            <a:defPPr>
              <a:defRPr lang="zh-CN"/>
            </a:defPPr>
            <a:lvl1pPr marL="0" algn="l" defTabSz="914400" rtl="0" eaLnBrk="1" latinLnBrk="0" hangingPunct="1">
              <a:defRPr kumimoji="0" sz="1800" kern="1200">
                <a:solidFill>
                  <a:srgbClr val="FF0000"/>
                </a:solidFill>
                <a:latin typeface="Times New Roman" pitchFamily="18" charset="0"/>
                <a:ea typeface="+mn-ea"/>
                <a:cs typeface="Times New Roman" pitchFamily="18"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dirty="0"/>
          </a:p>
        </p:txBody>
      </p:sp>
      <p:sp>
        <p:nvSpPr>
          <p:cNvPr id="3" name="内容占位符 2">
            <a:extLst>
              <a:ext uri="{FF2B5EF4-FFF2-40B4-BE49-F238E27FC236}">
                <a16:creationId xmlns:a16="http://schemas.microsoft.com/office/drawing/2014/main" id="{43185C1D-B2B0-8C49-B9D4-08B93FF9217C}"/>
              </a:ext>
            </a:extLst>
          </p:cNvPr>
          <p:cNvSpPr txBox="1">
            <a:spLocks/>
          </p:cNvSpPr>
          <p:nvPr/>
        </p:nvSpPr>
        <p:spPr>
          <a:xfrm>
            <a:off x="4028138" y="2060848"/>
            <a:ext cx="1087724" cy="648072"/>
          </a:xfrm>
          <a:prstGeom prst="rect">
            <a:avLst/>
          </a:prstGeom>
        </p:spPr>
        <p:txBody>
          <a:bodyPr vert="horz" lIns="54864" tIns="91440" rtlCol="0">
            <a:normAutofit/>
          </a:bodyPr>
          <a:lstStyle>
            <a:lvl1pPr marL="438912" indent="-320040" algn="l" rtl="0" eaLnBrk="1" latinLnBrk="0" hangingPunct="1">
              <a:spcBef>
                <a:spcPts val="0"/>
              </a:spcBef>
              <a:buClr>
                <a:schemeClr val="accent1"/>
              </a:buClr>
              <a:buSzPct val="80000"/>
              <a:buFont typeface="Wingdings 2"/>
              <a:buChar char=""/>
              <a:defRPr kumimoji="0" sz="3200" kern="1200">
                <a:solidFill>
                  <a:schemeClr val="bg1"/>
                </a:solidFill>
                <a:latin typeface="Times New Roman" pitchFamily="18" charset="0"/>
                <a:ea typeface="+mn-ea"/>
                <a:cs typeface="Times New Roman" pitchFamily="18" charset="0"/>
              </a:defRPr>
            </a:lvl1pPr>
            <a:lvl2pPr marL="731520" indent="-274320" algn="l" rtl="0" eaLnBrk="1" latinLnBrk="0" hangingPunct="1">
              <a:spcBef>
                <a:spcPct val="20000"/>
              </a:spcBef>
              <a:buClr>
                <a:schemeClr val="accent2"/>
              </a:buClr>
              <a:buSzPct val="90000"/>
              <a:buFont typeface="Wingdings"/>
              <a:buChar char=""/>
              <a:defRPr kumimoji="0" sz="2800" kern="1200">
                <a:solidFill>
                  <a:schemeClr val="bg1"/>
                </a:solidFill>
                <a:latin typeface="Times New Roman" pitchFamily="18" charset="0"/>
                <a:ea typeface="+mn-ea"/>
                <a:cs typeface="Times New Roman" pitchFamily="18" charset="0"/>
              </a:defRPr>
            </a:lvl2pPr>
            <a:lvl3pPr marL="996696" indent="-228600" algn="l" rtl="0" eaLnBrk="1" latinLnBrk="0" hangingPunct="1">
              <a:spcBef>
                <a:spcPct val="20000"/>
              </a:spcBef>
              <a:buClr>
                <a:schemeClr val="accent3"/>
              </a:buClr>
              <a:buFont typeface="Arial"/>
              <a:buChar char="▪"/>
              <a:defRPr kumimoji="0" sz="2400" kern="1200">
                <a:solidFill>
                  <a:schemeClr val="bg1"/>
                </a:solidFill>
                <a:latin typeface="Times New Roman" pitchFamily="18" charset="0"/>
                <a:ea typeface="+mn-ea"/>
                <a:cs typeface="Times New Roman" pitchFamily="18" charset="0"/>
              </a:defRPr>
            </a:lvl3pPr>
            <a:lvl4pPr marL="1216152" indent="-182880" algn="l" rtl="0" eaLnBrk="1" latinLnBrk="0" hangingPunct="1">
              <a:spcBef>
                <a:spcPct val="20000"/>
              </a:spcBef>
              <a:buClr>
                <a:schemeClr val="accent4"/>
              </a:buClr>
              <a:buFont typeface="Arial"/>
              <a:buChar char="▪"/>
              <a:defRPr kumimoji="0" sz="2000" kern="1200">
                <a:solidFill>
                  <a:schemeClr val="bg1"/>
                </a:solidFill>
                <a:latin typeface="Times New Roman" pitchFamily="18" charset="0"/>
                <a:ea typeface="+mn-ea"/>
                <a:cs typeface="Times New Roman" pitchFamily="18" charset="0"/>
              </a:defRPr>
            </a:lvl4pPr>
            <a:lvl5pPr marL="1426464" indent="-182880" algn="l" rtl="0" eaLnBrk="1" latinLnBrk="0" hangingPunct="1">
              <a:spcBef>
                <a:spcPct val="20000"/>
              </a:spcBef>
              <a:buClr>
                <a:schemeClr val="accent5"/>
              </a:buClr>
              <a:buFont typeface="Wingdings 3"/>
              <a:buChar char=""/>
              <a:defRPr kumimoji="0" lang="en-US" sz="2000" kern="1200" smtClean="0">
                <a:solidFill>
                  <a:schemeClr val="tx1"/>
                </a:solidFill>
                <a:latin typeface="Times New Roman" pitchFamily="18" charset="0"/>
                <a:ea typeface="+mn-ea"/>
                <a:cs typeface="Times New Roman" pitchFamily="18" charset="0"/>
              </a:defRPr>
            </a:lvl5pPr>
            <a:lvl6pPr marL="1627632" indent="-182880" algn="l" rtl="0" eaLnBrk="1" latinLnBrk="0" hangingPunct="1">
              <a:spcBef>
                <a:spcPct val="20000"/>
              </a:spcBef>
              <a:buClr>
                <a:schemeClr val="accent6"/>
              </a:buClr>
              <a:buSzPct val="100000"/>
              <a:buFont typeface="Wingdings 2"/>
              <a:buChar char=""/>
              <a:defRPr kumimoji="0" sz="2000" kern="1200">
                <a:solidFill>
                  <a:schemeClr val="tx1"/>
                </a:solidFill>
                <a:latin typeface="+mn-lt"/>
                <a:ea typeface="+mn-ea"/>
                <a:cs typeface="+mn-cs"/>
              </a:defRPr>
            </a:lvl6pPr>
            <a:lvl7pPr marL="1828800" indent="-182880" algn="l" rtl="0" eaLnBrk="1" latinLnBrk="0" hangingPunct="1">
              <a:spcBef>
                <a:spcPct val="20000"/>
              </a:spcBef>
              <a:buClr>
                <a:schemeClr val="accent1"/>
              </a:buClr>
              <a:buSzPct val="100000"/>
              <a:buFont typeface="Wingdings 2"/>
              <a:buChar char=""/>
              <a:defRPr kumimoji="0" sz="1800" kern="1200">
                <a:solidFill>
                  <a:schemeClr val="tx1"/>
                </a:solidFill>
                <a:latin typeface="+mn-lt"/>
                <a:ea typeface="+mn-ea"/>
                <a:cs typeface="+mn-cs"/>
              </a:defRPr>
            </a:lvl7pPr>
            <a:lvl8pPr marL="2029968" indent="-182880" algn="l" rtl="0" eaLnBrk="1" latinLnBrk="0" hangingPunct="1">
              <a:spcBef>
                <a:spcPct val="20000"/>
              </a:spcBef>
              <a:buClr>
                <a:schemeClr val="accent2"/>
              </a:buClr>
              <a:buFont typeface="Wingdings 2" pitchFamily="18" charset="2"/>
              <a:buChar char=""/>
              <a:defRPr kumimoji="0" sz="1800" kern="1200">
                <a:solidFill>
                  <a:schemeClr val="tx1"/>
                </a:solidFill>
                <a:latin typeface="+mn-lt"/>
                <a:ea typeface="+mn-ea"/>
                <a:cs typeface="+mn-cs"/>
              </a:defRPr>
            </a:lvl8pPr>
            <a:lvl9pPr marL="2231136" indent="-182880" algn="l" rtl="0" eaLnBrk="1" latinLnBrk="0" hangingPunct="1">
              <a:spcBef>
                <a:spcPct val="20000"/>
              </a:spcBef>
              <a:buClr>
                <a:schemeClr val="accent3"/>
              </a:buClr>
              <a:buFont typeface="Wingdings 2" pitchFamily="18" charset="2"/>
              <a:buChar char=""/>
              <a:defRPr kumimoji="0" sz="1800" kern="1200" baseline="0">
                <a:solidFill>
                  <a:schemeClr val="tx1"/>
                </a:solidFill>
                <a:latin typeface="+mn-lt"/>
                <a:ea typeface="+mn-ea"/>
                <a:cs typeface="+mn-cs"/>
              </a:defRPr>
            </a:lvl9pPr>
            <a:extLst/>
          </a:lstStyle>
          <a:p>
            <a:pPr marL="118872" indent="0">
              <a:lnSpc>
                <a:spcPts val="4000"/>
              </a:lnSpc>
              <a:buNone/>
            </a:pPr>
            <a:r>
              <a:rPr lang="zh-CN" altLang="en-US" sz="2800" b="1" dirty="0"/>
              <a:t>可以</a:t>
            </a:r>
            <a:endParaRPr lang="en-US" altLang="zh-CN" sz="2800" b="1" dirty="0"/>
          </a:p>
        </p:txBody>
      </p:sp>
    </p:spTree>
    <p:custDataLst>
      <p:tags r:id="rId1"/>
    </p:custDataLst>
    <p:extLst>
      <p:ext uri="{BB962C8B-B14F-4D97-AF65-F5344CB8AC3E}">
        <p14:creationId xmlns:p14="http://schemas.microsoft.com/office/powerpoint/2010/main" val="1682349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down)">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4"/>
                                        </p:tgtEl>
                                        <p:attrNameLst>
                                          <p:attrName>style.visibility</p:attrName>
                                        </p:attrNameLst>
                                      </p:cBhvr>
                                      <p:to>
                                        <p:strVal val="visible"/>
                                      </p:to>
                                    </p:set>
                                    <p:animEffect transition="in" filter="wipe(left)">
                                      <p:cBhvr>
                                        <p:cTn id="12" dur="500"/>
                                        <p:tgtEl>
                                          <p:spTgt spid="24"/>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20"/>
                                        </p:tgtEl>
                                        <p:attrNameLst>
                                          <p:attrName>style.visibility</p:attrName>
                                        </p:attrNameLst>
                                      </p:cBhvr>
                                      <p:to>
                                        <p:strVal val="visible"/>
                                      </p:to>
                                    </p:set>
                                    <p:animEffect transition="in" filter="wipe(down)">
                                      <p:cBhvr>
                                        <p:cTn id="17" dur="500"/>
                                        <p:tgtEl>
                                          <p:spTgt spid="20"/>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grpId="0" nodeType="clickEffect">
                                  <p:stCondLst>
                                    <p:cond delay="0"/>
                                  </p:stCondLst>
                                  <p:childTnLst>
                                    <p:set>
                                      <p:cBhvr>
                                        <p:cTn id="21" dur="1" fill="hold">
                                          <p:stCondLst>
                                            <p:cond delay="0"/>
                                          </p:stCondLst>
                                        </p:cTn>
                                        <p:tgtEl>
                                          <p:spTgt spid="31"/>
                                        </p:tgtEl>
                                        <p:attrNameLst>
                                          <p:attrName>style.visibility</p:attrName>
                                        </p:attrNameLst>
                                      </p:cBhvr>
                                      <p:to>
                                        <p:strVal val="visible"/>
                                      </p:to>
                                    </p:set>
                                    <p:animEffect transition="in" filter="wipe(down)">
                                      <p:cBhvr>
                                        <p:cTn id="22" dur="500"/>
                                        <p:tgtEl>
                                          <p:spTgt spid="31"/>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grpId="0" nodeType="clickEffect">
                                  <p:stCondLst>
                                    <p:cond delay="0"/>
                                  </p:stCondLst>
                                  <p:childTnLst>
                                    <p:set>
                                      <p:cBhvr>
                                        <p:cTn id="26" dur="1" fill="hold">
                                          <p:stCondLst>
                                            <p:cond delay="0"/>
                                          </p:stCondLst>
                                        </p:cTn>
                                        <p:tgtEl>
                                          <p:spTgt spid="33"/>
                                        </p:tgtEl>
                                        <p:attrNameLst>
                                          <p:attrName>style.visibility</p:attrName>
                                        </p:attrNameLst>
                                      </p:cBhvr>
                                      <p:to>
                                        <p:strVal val="visible"/>
                                      </p:to>
                                    </p:set>
                                    <p:animEffect transition="in" filter="wipe(down)">
                                      <p:cBhvr>
                                        <p:cTn id="27" dur="500"/>
                                        <p:tgtEl>
                                          <p:spTgt spid="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p:bldP spid="24" grpId="0"/>
      <p:bldP spid="31" grpId="0"/>
      <p:bldP spid="33" grpId="0"/>
      <p:bldP spid="3" grpId="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zh-CN" altLang="en-US" dirty="0"/>
              <a:t>一致渐进稳定的逆定理</a:t>
            </a:r>
          </a:p>
        </p:txBody>
      </p:sp>
      <p:sp>
        <p:nvSpPr>
          <p:cNvPr id="7" name="灯片编号占位符 6"/>
          <p:cNvSpPr>
            <a:spLocks noGrp="1"/>
          </p:cNvSpPr>
          <p:nvPr>
            <p:ph type="sldNum" sz="quarter" idx="12"/>
          </p:nvPr>
        </p:nvSpPr>
        <p:spPr/>
        <p:txBody>
          <a:bodyPr/>
          <a:lstStyle/>
          <a:p>
            <a:fld id="{58C210BB-F110-452C-89E7-9EA0A8D47DCE}" type="slidenum">
              <a:rPr lang="zh-CN" altLang="en-US" smtClean="0"/>
              <a:pPr/>
              <a:t>42</a:t>
            </a:fld>
            <a:endParaRPr lang="zh-CN" altLang="en-US" dirty="0"/>
          </a:p>
        </p:txBody>
      </p:sp>
      <mc:AlternateContent xmlns:mc="http://schemas.openxmlformats.org/markup-compatibility/2006" xmlns:a14="http://schemas.microsoft.com/office/drawing/2010/main">
        <mc:Choice Requires="a14">
          <p:sp>
            <p:nvSpPr>
              <p:cNvPr id="20" name="内容占位符 2"/>
              <p:cNvSpPr txBox="1">
                <a:spLocks/>
              </p:cNvSpPr>
              <p:nvPr/>
            </p:nvSpPr>
            <p:spPr>
              <a:xfrm>
                <a:off x="438472" y="1196752"/>
                <a:ext cx="8382000" cy="2448272"/>
              </a:xfrm>
              <a:prstGeom prst="rect">
                <a:avLst/>
              </a:prstGeom>
            </p:spPr>
            <p:txBody>
              <a:bodyPr vert="horz" lIns="54864" tIns="91440" rtlCol="0">
                <a:normAutofit/>
              </a:bodyPr>
              <a:lstStyle>
                <a:lvl1pPr marL="438912" indent="-320040" algn="l" rtl="0" eaLnBrk="1" latinLnBrk="0" hangingPunct="1">
                  <a:spcBef>
                    <a:spcPts val="0"/>
                  </a:spcBef>
                  <a:buClr>
                    <a:schemeClr val="accent1"/>
                  </a:buClr>
                  <a:buSzPct val="80000"/>
                  <a:buFont typeface="Wingdings 2"/>
                  <a:buChar char=""/>
                  <a:defRPr kumimoji="0" sz="3200" kern="1200">
                    <a:solidFill>
                      <a:schemeClr val="bg1"/>
                    </a:solidFill>
                    <a:latin typeface="Times New Roman" pitchFamily="18" charset="0"/>
                    <a:ea typeface="+mn-ea"/>
                    <a:cs typeface="Times New Roman" pitchFamily="18" charset="0"/>
                  </a:defRPr>
                </a:lvl1pPr>
                <a:lvl2pPr marL="731520" indent="-274320" algn="l" rtl="0" eaLnBrk="1" latinLnBrk="0" hangingPunct="1">
                  <a:spcBef>
                    <a:spcPct val="20000"/>
                  </a:spcBef>
                  <a:buClr>
                    <a:schemeClr val="accent2"/>
                  </a:buClr>
                  <a:buSzPct val="90000"/>
                  <a:buFont typeface="Wingdings"/>
                  <a:buChar char=""/>
                  <a:defRPr kumimoji="0" sz="2800" kern="1200">
                    <a:solidFill>
                      <a:schemeClr val="bg1"/>
                    </a:solidFill>
                    <a:latin typeface="Times New Roman" pitchFamily="18" charset="0"/>
                    <a:ea typeface="+mn-ea"/>
                    <a:cs typeface="Times New Roman" pitchFamily="18" charset="0"/>
                  </a:defRPr>
                </a:lvl2pPr>
                <a:lvl3pPr marL="996696" indent="-228600" algn="l" rtl="0" eaLnBrk="1" latinLnBrk="0" hangingPunct="1">
                  <a:spcBef>
                    <a:spcPct val="20000"/>
                  </a:spcBef>
                  <a:buClr>
                    <a:schemeClr val="accent3"/>
                  </a:buClr>
                  <a:buFont typeface="Arial"/>
                  <a:buChar char="▪"/>
                  <a:defRPr kumimoji="0" sz="2400" kern="1200">
                    <a:solidFill>
                      <a:schemeClr val="bg1"/>
                    </a:solidFill>
                    <a:latin typeface="Times New Roman" pitchFamily="18" charset="0"/>
                    <a:ea typeface="+mn-ea"/>
                    <a:cs typeface="Times New Roman" pitchFamily="18" charset="0"/>
                  </a:defRPr>
                </a:lvl3pPr>
                <a:lvl4pPr marL="1216152" indent="-182880" algn="l" rtl="0" eaLnBrk="1" latinLnBrk="0" hangingPunct="1">
                  <a:spcBef>
                    <a:spcPct val="20000"/>
                  </a:spcBef>
                  <a:buClr>
                    <a:schemeClr val="accent4"/>
                  </a:buClr>
                  <a:buFont typeface="Arial"/>
                  <a:buChar char="▪"/>
                  <a:defRPr kumimoji="0" sz="2000" kern="1200">
                    <a:solidFill>
                      <a:schemeClr val="bg1"/>
                    </a:solidFill>
                    <a:latin typeface="Times New Roman" pitchFamily="18" charset="0"/>
                    <a:ea typeface="+mn-ea"/>
                    <a:cs typeface="Times New Roman" pitchFamily="18" charset="0"/>
                  </a:defRPr>
                </a:lvl4pPr>
                <a:lvl5pPr marL="1426464" indent="-182880" algn="l" rtl="0" eaLnBrk="1" latinLnBrk="0" hangingPunct="1">
                  <a:spcBef>
                    <a:spcPct val="20000"/>
                  </a:spcBef>
                  <a:buClr>
                    <a:schemeClr val="accent5"/>
                  </a:buClr>
                  <a:buFont typeface="Wingdings 3"/>
                  <a:buChar char=""/>
                  <a:defRPr kumimoji="0" lang="en-US" sz="2000" kern="1200" smtClean="0">
                    <a:solidFill>
                      <a:schemeClr val="tx1"/>
                    </a:solidFill>
                    <a:latin typeface="Times New Roman" pitchFamily="18" charset="0"/>
                    <a:ea typeface="+mn-ea"/>
                    <a:cs typeface="Times New Roman" pitchFamily="18" charset="0"/>
                  </a:defRPr>
                </a:lvl5pPr>
                <a:lvl6pPr marL="1627632" indent="-182880" algn="l" rtl="0" eaLnBrk="1" latinLnBrk="0" hangingPunct="1">
                  <a:spcBef>
                    <a:spcPct val="20000"/>
                  </a:spcBef>
                  <a:buClr>
                    <a:schemeClr val="accent6"/>
                  </a:buClr>
                  <a:buSzPct val="100000"/>
                  <a:buFont typeface="Wingdings 2"/>
                  <a:buChar char=""/>
                  <a:defRPr kumimoji="0" sz="2000" kern="1200">
                    <a:solidFill>
                      <a:schemeClr val="tx1"/>
                    </a:solidFill>
                    <a:latin typeface="+mn-lt"/>
                    <a:ea typeface="+mn-ea"/>
                    <a:cs typeface="+mn-cs"/>
                  </a:defRPr>
                </a:lvl6pPr>
                <a:lvl7pPr marL="1828800" indent="-182880" algn="l" rtl="0" eaLnBrk="1" latinLnBrk="0" hangingPunct="1">
                  <a:spcBef>
                    <a:spcPct val="20000"/>
                  </a:spcBef>
                  <a:buClr>
                    <a:schemeClr val="accent1"/>
                  </a:buClr>
                  <a:buSzPct val="100000"/>
                  <a:buFont typeface="Wingdings 2"/>
                  <a:buChar char=""/>
                  <a:defRPr kumimoji="0" sz="1800" kern="1200">
                    <a:solidFill>
                      <a:schemeClr val="tx1"/>
                    </a:solidFill>
                    <a:latin typeface="+mn-lt"/>
                    <a:ea typeface="+mn-ea"/>
                    <a:cs typeface="+mn-cs"/>
                  </a:defRPr>
                </a:lvl7pPr>
                <a:lvl8pPr marL="2029968" indent="-182880" algn="l" rtl="0" eaLnBrk="1" latinLnBrk="0" hangingPunct="1">
                  <a:spcBef>
                    <a:spcPct val="20000"/>
                  </a:spcBef>
                  <a:buClr>
                    <a:schemeClr val="accent2"/>
                  </a:buClr>
                  <a:buFont typeface="Wingdings 2" pitchFamily="18" charset="2"/>
                  <a:buChar char=""/>
                  <a:defRPr kumimoji="0" sz="1800" kern="1200">
                    <a:solidFill>
                      <a:schemeClr val="tx1"/>
                    </a:solidFill>
                    <a:latin typeface="+mn-lt"/>
                    <a:ea typeface="+mn-ea"/>
                    <a:cs typeface="+mn-cs"/>
                  </a:defRPr>
                </a:lvl8pPr>
                <a:lvl9pPr marL="2231136" indent="-182880" algn="l" rtl="0" eaLnBrk="1" latinLnBrk="0" hangingPunct="1">
                  <a:spcBef>
                    <a:spcPct val="20000"/>
                  </a:spcBef>
                  <a:buClr>
                    <a:schemeClr val="accent3"/>
                  </a:buClr>
                  <a:buFont typeface="Wingdings 2" pitchFamily="18" charset="2"/>
                  <a:buChar char=""/>
                  <a:defRPr kumimoji="0" sz="1800" kern="1200" baseline="0">
                    <a:solidFill>
                      <a:schemeClr val="tx1"/>
                    </a:solidFill>
                    <a:latin typeface="+mn-lt"/>
                    <a:ea typeface="+mn-ea"/>
                    <a:cs typeface="+mn-cs"/>
                  </a:defRPr>
                </a:lvl9pPr>
                <a:extLst/>
              </a:lstStyle>
              <a:p>
                <a:pPr>
                  <a:lnSpc>
                    <a:spcPts val="4000"/>
                  </a:lnSpc>
                </a:pPr>
                <a:r>
                  <a:rPr lang="zh-CN" altLang="en-US" sz="2800" b="1" dirty="0"/>
                  <a:t>考虑系统 </a:t>
                </a:r>
                <a14:m>
                  <m:oMath xmlns:m="http://schemas.openxmlformats.org/officeDocument/2006/math">
                    <m:acc>
                      <m:accPr>
                        <m:chr m:val="̇"/>
                        <m:ctrlPr>
                          <a:rPr lang="zh-CN" altLang="en-US" sz="2800" i="1" smtClean="0">
                            <a:solidFill>
                              <a:schemeClr val="bg1"/>
                            </a:solidFill>
                            <a:latin typeface="Cambria Math" panose="02040503050406030204" pitchFamily="18" charset="0"/>
                          </a:rPr>
                        </m:ctrlPr>
                      </m:accPr>
                      <m:e>
                        <m:r>
                          <a:rPr lang="zh-CN" altLang="en-US" sz="2800" b="1" i="1">
                            <a:solidFill>
                              <a:schemeClr val="bg1"/>
                            </a:solidFill>
                            <a:latin typeface="Cambria Math" panose="02040503050406030204" pitchFamily="18" charset="0"/>
                          </a:rPr>
                          <m:t>𝒙</m:t>
                        </m:r>
                      </m:e>
                    </m:acc>
                    <m:r>
                      <a:rPr lang="zh-CN" altLang="en-US" sz="2800" i="1">
                        <a:solidFill>
                          <a:schemeClr val="bg1"/>
                        </a:solidFill>
                        <a:latin typeface="Cambria Math" panose="02040503050406030204" pitchFamily="18" charset="0"/>
                      </a:rPr>
                      <m:t>=</m:t>
                    </m:r>
                    <m:r>
                      <a:rPr lang="zh-CN" altLang="en-US" sz="2800" b="1" i="1">
                        <a:solidFill>
                          <a:schemeClr val="bg1"/>
                        </a:solidFill>
                        <a:latin typeface="Cambria Math" panose="02040503050406030204" pitchFamily="18" charset="0"/>
                      </a:rPr>
                      <m:t>𝒇</m:t>
                    </m:r>
                    <m:r>
                      <a:rPr lang="zh-CN" altLang="en-US" sz="2800" b="1" i="1">
                        <a:solidFill>
                          <a:schemeClr val="bg1"/>
                        </a:solidFill>
                        <a:latin typeface="Cambria Math" panose="02040503050406030204" pitchFamily="18" charset="0"/>
                      </a:rPr>
                      <m:t>(</m:t>
                    </m:r>
                    <m:r>
                      <a:rPr lang="zh-CN" altLang="en-US" sz="2800" b="1" i="1">
                        <a:solidFill>
                          <a:schemeClr val="bg1"/>
                        </a:solidFill>
                        <a:latin typeface="Cambria Math" panose="02040503050406030204" pitchFamily="18" charset="0"/>
                      </a:rPr>
                      <m:t>𝒙</m:t>
                    </m:r>
                    <m:r>
                      <a:rPr lang="zh-CN" altLang="en-US" sz="2800" i="1">
                        <a:solidFill>
                          <a:schemeClr val="bg1"/>
                        </a:solidFill>
                        <a:latin typeface="Cambria Math" panose="02040503050406030204" pitchFamily="18" charset="0"/>
                      </a:rPr>
                      <m:t>,</m:t>
                    </m:r>
                    <m:r>
                      <a:rPr lang="zh-CN" altLang="en-US" sz="2800" i="1">
                        <a:solidFill>
                          <a:schemeClr val="bg1"/>
                        </a:solidFill>
                        <a:latin typeface="Cambria Math" panose="02040503050406030204" pitchFamily="18" charset="0"/>
                      </a:rPr>
                      <m:t>𝑡</m:t>
                    </m:r>
                    <m:r>
                      <a:rPr lang="zh-CN" altLang="en-US" sz="2800" i="1">
                        <a:solidFill>
                          <a:schemeClr val="bg1"/>
                        </a:solidFill>
                        <a:latin typeface="Cambria Math" panose="02040503050406030204" pitchFamily="18" charset="0"/>
                      </a:rPr>
                      <m:t>) </m:t>
                    </m:r>
                    <m:r>
                      <a:rPr lang="zh-CN" altLang="en-US" sz="2800" b="1" i="0">
                        <a:latin typeface="Cambria Math" panose="02040503050406030204" pitchFamily="18" charset="0"/>
                      </a:rPr>
                      <m:t>的</m:t>
                    </m:r>
                  </m:oMath>
                </a14:m>
                <a:r>
                  <a:rPr lang="zh-CN" altLang="en-US" sz="2800" b="1" dirty="0"/>
                  <a:t>平衡点</a:t>
                </a:r>
                <a14:m>
                  <m:oMath xmlns:m="http://schemas.openxmlformats.org/officeDocument/2006/math">
                    <m:r>
                      <a:rPr lang="zh-CN" altLang="en-US" sz="2800" b="1" i="1" smtClean="0">
                        <a:solidFill>
                          <a:schemeClr val="bg1"/>
                        </a:solidFill>
                        <a:latin typeface="Cambria Math" panose="02040503050406030204" pitchFamily="18" charset="0"/>
                      </a:rPr>
                      <m:t>𝒙</m:t>
                    </m:r>
                    <m:r>
                      <a:rPr lang="zh-CN" altLang="en-US" sz="2800" i="1">
                        <a:solidFill>
                          <a:schemeClr val="bg1"/>
                        </a:solidFill>
                        <a:latin typeface="Cambria Math" panose="02040503050406030204" pitchFamily="18" charset="0"/>
                      </a:rPr>
                      <m:t>=0 </m:t>
                    </m:r>
                  </m:oMath>
                </a14:m>
                <a:r>
                  <a:rPr lang="zh-CN" altLang="en-US" sz="2800" b="1" dirty="0"/>
                  <a:t>。如果    </a:t>
                </a:r>
                <a:endParaRPr lang="en-US" altLang="zh-CN" sz="2800" b="1" dirty="0"/>
              </a:p>
            </p:txBody>
          </p:sp>
        </mc:Choice>
        <mc:Fallback xmlns="">
          <p:sp>
            <p:nvSpPr>
              <p:cNvPr id="20" name="内容占位符 2"/>
              <p:cNvSpPr txBox="1">
                <a:spLocks noRot="1" noChangeAspect="1" noMove="1" noResize="1" noEditPoints="1" noAdjustHandles="1" noChangeArrowheads="1" noChangeShapeType="1" noTextEdit="1"/>
              </p:cNvSpPr>
              <p:nvPr/>
            </p:nvSpPr>
            <p:spPr>
              <a:xfrm>
                <a:off x="438472" y="1196752"/>
                <a:ext cx="8382000" cy="2448272"/>
              </a:xfrm>
              <a:prstGeom prst="rect">
                <a:avLst/>
              </a:prstGeom>
              <a:blipFill>
                <a:blip r:embed="rId3"/>
                <a:stretch>
                  <a:fillRect/>
                </a:stretch>
              </a:blipFill>
            </p:spPr>
            <p:txBody>
              <a:bodyPr/>
              <a:lstStyle/>
              <a:p>
                <a:r>
                  <a:rPr lang="zh-CN" altLang="en-US">
                    <a:noFill/>
                  </a:rPr>
                  <a:t> </a:t>
                </a:r>
              </a:p>
            </p:txBody>
          </p:sp>
        </mc:Fallback>
      </mc:AlternateContent>
      <p:sp>
        <p:nvSpPr>
          <p:cNvPr id="6" name="页脚占位符 5"/>
          <p:cNvSpPr>
            <a:spLocks noGrp="1"/>
          </p:cNvSpPr>
          <p:nvPr>
            <p:ph type="ftr" sz="quarter" idx="11"/>
          </p:nvPr>
        </p:nvSpPr>
        <p:spPr/>
        <p:txBody>
          <a:bodyPr/>
          <a:lstStyle/>
          <a:p>
            <a:endParaRPr lang="zh-CN" altLang="en-US" dirty="0"/>
          </a:p>
        </p:txBody>
      </p:sp>
      <p:grpSp>
        <p:nvGrpSpPr>
          <p:cNvPr id="9" name="组合 8"/>
          <p:cNvGrpSpPr/>
          <p:nvPr/>
        </p:nvGrpSpPr>
        <p:grpSpPr>
          <a:xfrm>
            <a:off x="128766" y="2060848"/>
            <a:ext cx="8886468" cy="2704736"/>
            <a:chOff x="128766" y="1873598"/>
            <a:chExt cx="8886468" cy="2704736"/>
          </a:xfrm>
        </p:grpSpPr>
        <p:grpSp>
          <p:nvGrpSpPr>
            <p:cNvPr id="30" name="组合 29"/>
            <p:cNvGrpSpPr/>
            <p:nvPr/>
          </p:nvGrpSpPr>
          <p:grpSpPr>
            <a:xfrm>
              <a:off x="128766" y="1873598"/>
              <a:ext cx="8886468" cy="2044729"/>
              <a:chOff x="128766" y="4033838"/>
              <a:chExt cx="8886468" cy="2044729"/>
            </a:xfrm>
          </p:grpSpPr>
          <mc:AlternateContent xmlns:mc="http://schemas.openxmlformats.org/markup-compatibility/2006">
            <mc:Choice xmlns:a14="http://schemas.microsoft.com/office/drawing/2010/main" Requires="a14">
              <p:sp>
                <p:nvSpPr>
                  <p:cNvPr id="27" name="内容占位符 2"/>
                  <p:cNvSpPr txBox="1">
                    <a:spLocks/>
                  </p:cNvSpPr>
                  <p:nvPr/>
                </p:nvSpPr>
                <p:spPr>
                  <a:xfrm>
                    <a:off x="438472" y="4033838"/>
                    <a:ext cx="8382000" cy="1987450"/>
                  </a:xfrm>
                  <a:prstGeom prst="rect">
                    <a:avLst/>
                  </a:prstGeom>
                </p:spPr>
                <p:txBody>
                  <a:bodyPr vert="horz" lIns="54864" tIns="91440" rtlCol="0">
                    <a:normAutofit/>
                  </a:bodyPr>
                  <a:lstStyle>
                    <a:lvl1pPr marL="438912" indent="-320040" algn="l" rtl="0" eaLnBrk="1" latinLnBrk="0" hangingPunct="1">
                      <a:spcBef>
                        <a:spcPts val="0"/>
                      </a:spcBef>
                      <a:buClr>
                        <a:schemeClr val="accent1"/>
                      </a:buClr>
                      <a:buSzPct val="80000"/>
                      <a:buFont typeface="Wingdings 2"/>
                      <a:buChar char=""/>
                      <a:defRPr kumimoji="0" sz="3200" kern="1200">
                        <a:solidFill>
                          <a:schemeClr val="bg1"/>
                        </a:solidFill>
                        <a:latin typeface="Times New Roman" pitchFamily="18" charset="0"/>
                        <a:ea typeface="+mn-ea"/>
                        <a:cs typeface="Times New Roman" pitchFamily="18" charset="0"/>
                      </a:defRPr>
                    </a:lvl1pPr>
                    <a:lvl2pPr marL="731520" indent="-274320" algn="l" rtl="0" eaLnBrk="1" latinLnBrk="0" hangingPunct="1">
                      <a:spcBef>
                        <a:spcPct val="20000"/>
                      </a:spcBef>
                      <a:buClr>
                        <a:schemeClr val="accent2"/>
                      </a:buClr>
                      <a:buSzPct val="90000"/>
                      <a:buFont typeface="Wingdings"/>
                      <a:buChar char=""/>
                      <a:defRPr kumimoji="0" sz="2800" kern="1200">
                        <a:solidFill>
                          <a:schemeClr val="bg1"/>
                        </a:solidFill>
                        <a:latin typeface="Times New Roman" pitchFamily="18" charset="0"/>
                        <a:ea typeface="+mn-ea"/>
                        <a:cs typeface="Times New Roman" pitchFamily="18" charset="0"/>
                      </a:defRPr>
                    </a:lvl2pPr>
                    <a:lvl3pPr marL="996696" indent="-228600" algn="l" rtl="0" eaLnBrk="1" latinLnBrk="0" hangingPunct="1">
                      <a:spcBef>
                        <a:spcPct val="20000"/>
                      </a:spcBef>
                      <a:buClr>
                        <a:schemeClr val="accent3"/>
                      </a:buClr>
                      <a:buFont typeface="Arial"/>
                      <a:buChar char="▪"/>
                      <a:defRPr kumimoji="0" sz="2400" kern="1200">
                        <a:solidFill>
                          <a:schemeClr val="bg1"/>
                        </a:solidFill>
                        <a:latin typeface="Times New Roman" pitchFamily="18" charset="0"/>
                        <a:ea typeface="+mn-ea"/>
                        <a:cs typeface="Times New Roman" pitchFamily="18" charset="0"/>
                      </a:defRPr>
                    </a:lvl3pPr>
                    <a:lvl4pPr marL="1216152" indent="-182880" algn="l" rtl="0" eaLnBrk="1" latinLnBrk="0" hangingPunct="1">
                      <a:spcBef>
                        <a:spcPct val="20000"/>
                      </a:spcBef>
                      <a:buClr>
                        <a:schemeClr val="accent4"/>
                      </a:buClr>
                      <a:buFont typeface="Arial"/>
                      <a:buChar char="▪"/>
                      <a:defRPr kumimoji="0" sz="2000" kern="1200">
                        <a:solidFill>
                          <a:schemeClr val="bg1"/>
                        </a:solidFill>
                        <a:latin typeface="Times New Roman" pitchFamily="18" charset="0"/>
                        <a:ea typeface="+mn-ea"/>
                        <a:cs typeface="Times New Roman" pitchFamily="18" charset="0"/>
                      </a:defRPr>
                    </a:lvl4pPr>
                    <a:lvl5pPr marL="1426464" indent="-182880" algn="l" rtl="0" eaLnBrk="1" latinLnBrk="0" hangingPunct="1">
                      <a:spcBef>
                        <a:spcPct val="20000"/>
                      </a:spcBef>
                      <a:buClr>
                        <a:schemeClr val="accent5"/>
                      </a:buClr>
                      <a:buFont typeface="Wingdings 3"/>
                      <a:buChar char=""/>
                      <a:defRPr kumimoji="0" lang="en-US" sz="2000" kern="1200" smtClean="0">
                        <a:solidFill>
                          <a:schemeClr val="tx1"/>
                        </a:solidFill>
                        <a:latin typeface="Times New Roman" pitchFamily="18" charset="0"/>
                        <a:ea typeface="+mn-ea"/>
                        <a:cs typeface="Times New Roman" pitchFamily="18" charset="0"/>
                      </a:defRPr>
                    </a:lvl5pPr>
                    <a:lvl6pPr marL="1627632" indent="-182880" algn="l" rtl="0" eaLnBrk="1" latinLnBrk="0" hangingPunct="1">
                      <a:spcBef>
                        <a:spcPct val="20000"/>
                      </a:spcBef>
                      <a:buClr>
                        <a:schemeClr val="accent6"/>
                      </a:buClr>
                      <a:buSzPct val="100000"/>
                      <a:buFont typeface="Wingdings 2"/>
                      <a:buChar char=""/>
                      <a:defRPr kumimoji="0" sz="2000" kern="1200">
                        <a:solidFill>
                          <a:schemeClr val="tx1"/>
                        </a:solidFill>
                        <a:latin typeface="+mn-lt"/>
                        <a:ea typeface="+mn-ea"/>
                        <a:cs typeface="+mn-cs"/>
                      </a:defRPr>
                    </a:lvl6pPr>
                    <a:lvl7pPr marL="1828800" indent="-182880" algn="l" rtl="0" eaLnBrk="1" latinLnBrk="0" hangingPunct="1">
                      <a:spcBef>
                        <a:spcPct val="20000"/>
                      </a:spcBef>
                      <a:buClr>
                        <a:schemeClr val="accent1"/>
                      </a:buClr>
                      <a:buSzPct val="100000"/>
                      <a:buFont typeface="Wingdings 2"/>
                      <a:buChar char=""/>
                      <a:defRPr kumimoji="0" sz="1800" kern="1200">
                        <a:solidFill>
                          <a:schemeClr val="tx1"/>
                        </a:solidFill>
                        <a:latin typeface="+mn-lt"/>
                        <a:ea typeface="+mn-ea"/>
                        <a:cs typeface="+mn-cs"/>
                      </a:defRPr>
                    </a:lvl7pPr>
                    <a:lvl8pPr marL="2029968" indent="-182880" algn="l" rtl="0" eaLnBrk="1" latinLnBrk="0" hangingPunct="1">
                      <a:spcBef>
                        <a:spcPct val="20000"/>
                      </a:spcBef>
                      <a:buClr>
                        <a:schemeClr val="accent2"/>
                      </a:buClr>
                      <a:buFont typeface="Wingdings 2" pitchFamily="18" charset="2"/>
                      <a:buChar char=""/>
                      <a:defRPr kumimoji="0" sz="1800" kern="1200">
                        <a:solidFill>
                          <a:schemeClr val="tx1"/>
                        </a:solidFill>
                        <a:latin typeface="+mn-lt"/>
                        <a:ea typeface="+mn-ea"/>
                        <a:cs typeface="+mn-cs"/>
                      </a:defRPr>
                    </a:lvl8pPr>
                    <a:lvl9pPr marL="2231136" indent="-182880" algn="l" rtl="0" eaLnBrk="1" latinLnBrk="0" hangingPunct="1">
                      <a:spcBef>
                        <a:spcPct val="20000"/>
                      </a:spcBef>
                      <a:buClr>
                        <a:schemeClr val="accent3"/>
                      </a:buClr>
                      <a:buFont typeface="Wingdings 2" pitchFamily="18" charset="2"/>
                      <a:buChar char=""/>
                      <a:defRPr kumimoji="0" sz="1800" kern="1200" baseline="0">
                        <a:solidFill>
                          <a:schemeClr val="tx1"/>
                        </a:solidFill>
                        <a:latin typeface="+mn-lt"/>
                        <a:ea typeface="+mn-ea"/>
                        <a:cs typeface="+mn-cs"/>
                      </a:defRPr>
                    </a:lvl9pPr>
                    <a:extLst/>
                  </a:lstStyle>
                  <a:p>
                    <a:pPr marL="118872" indent="0">
                      <a:lnSpc>
                        <a:spcPct val="150000"/>
                      </a:lnSpc>
                      <a:buNone/>
                    </a:pPr>
                    <a:r>
                      <a:rPr lang="en-US" altLang="zh-CN" sz="2800" b="1" dirty="0"/>
                      <a:t>(1)</a:t>
                    </a:r>
                    <a:r>
                      <a:rPr lang="zh-CN" altLang="en-US" sz="2800" b="1" dirty="0"/>
                      <a:t>系统局部</a:t>
                    </a:r>
                    <a:r>
                      <a:rPr lang="zh-CN" altLang="en-US" sz="2800" b="1" dirty="0">
                        <a:solidFill>
                          <a:srgbClr val="FFFF00"/>
                        </a:solidFill>
                      </a:rPr>
                      <a:t>一致渐进稳定</a:t>
                    </a:r>
                    <a:r>
                      <a:rPr lang="zh-CN" altLang="en-US" sz="2800" b="1" dirty="0"/>
                      <a:t> ，即</a:t>
                    </a:r>
                    <a:br>
                      <a:rPr lang="en-US" altLang="zh-CN" sz="2800" b="1" dirty="0"/>
                    </a:br>
                    <a:r>
                      <a:rPr lang="zh-CN" altLang="en-US" sz="2800" b="1" dirty="0"/>
                      <a:t>存在一个</a:t>
                    </a:r>
                    <a14:m>
                      <m:oMath xmlns:m="http://schemas.openxmlformats.org/officeDocument/2006/math">
                        <m:r>
                          <a:rPr lang="zh-CN" altLang="en-US" sz="2800" i="1">
                            <a:solidFill>
                              <a:srgbClr val="FFFF00"/>
                            </a:solidFill>
                            <a:latin typeface="Cambria Math" panose="02040503050406030204" pitchFamily="18" charset="0"/>
                          </a:rPr>
                          <m:t>𝒦</m:t>
                        </m:r>
                        <m:r>
                          <a:rPr lang="en-US" altLang="zh-CN" sz="2800" i="1">
                            <a:solidFill>
                              <a:srgbClr val="FFFF00"/>
                            </a:solidFill>
                            <a:latin typeface="Cambria Math" panose="02040503050406030204" pitchFamily="18" charset="0"/>
                          </a:rPr>
                          <m:t>𝐿</m:t>
                        </m:r>
                      </m:oMath>
                    </a14:m>
                    <a:r>
                      <a:rPr lang="zh-CN" altLang="en-US" sz="2800" b="1" dirty="0">
                        <a:solidFill>
                          <a:srgbClr val="FFFF00"/>
                        </a:solidFill>
                      </a:rPr>
                      <a:t>类函数</a:t>
                    </a:r>
                    <a14:m>
                      <m:oMath xmlns:m="http://schemas.openxmlformats.org/officeDocument/2006/math">
                        <m:r>
                          <a:rPr lang="zh-CN" altLang="en-US" sz="2800" i="1">
                            <a:solidFill>
                              <a:srgbClr val="FFFF00"/>
                            </a:solidFill>
                            <a:latin typeface="Cambria Math" panose="02040503050406030204" pitchFamily="18" charset="0"/>
                          </a:rPr>
                          <m:t>𝛽</m:t>
                        </m:r>
                        <m:r>
                          <a:rPr lang="zh-CN" altLang="en-US" sz="2800" i="1">
                            <a:solidFill>
                              <a:srgbClr val="FFFF00"/>
                            </a:solidFill>
                            <a:latin typeface="Cambria Math" panose="02040503050406030204" pitchFamily="18" charset="0"/>
                          </a:rPr>
                          <m:t>(⋅,⋅)</m:t>
                        </m:r>
                      </m:oMath>
                    </a14:m>
                    <a:r>
                      <a:rPr lang="zh-CN" altLang="en-US" sz="2800" b="1" dirty="0"/>
                      <a:t>和一个区域 </a:t>
                    </a:r>
                    <a14:m>
                      <m:oMath xmlns:m="http://schemas.openxmlformats.org/officeDocument/2006/math">
                        <m:sSub>
                          <m:sSubPr>
                            <m:ctrlPr>
                              <a:rPr lang="zh-CN" altLang="en-US" sz="2800" i="1">
                                <a:latin typeface="Cambria Math" panose="02040503050406030204" pitchFamily="18" charset="0"/>
                              </a:rPr>
                            </m:ctrlPr>
                          </m:sSubPr>
                          <m:e>
                            <m:r>
                              <a:rPr lang="zh-CN" altLang="en-US" sz="2800" i="1">
                                <a:latin typeface="Cambria Math" panose="02040503050406030204" pitchFamily="18" charset="0"/>
                              </a:rPr>
                              <m:t>𝐵</m:t>
                            </m:r>
                          </m:e>
                          <m:sub>
                            <m:r>
                              <a:rPr lang="zh-CN" altLang="en-US" sz="2800" i="1">
                                <a:latin typeface="Cambria Math" panose="02040503050406030204" pitchFamily="18" charset="0"/>
                              </a:rPr>
                              <m:t>𝛿</m:t>
                            </m:r>
                          </m:sub>
                        </m:sSub>
                        <m:r>
                          <a:rPr lang="zh-CN" altLang="en-US" sz="2800" i="1">
                            <a:latin typeface="Cambria Math" panose="02040503050406030204" pitchFamily="18" charset="0"/>
                          </a:rPr>
                          <m:t> </m:t>
                        </m:r>
                      </m:oMath>
                    </a14:m>
                    <a:r>
                      <a:rPr lang="zh-CN" altLang="en-US" sz="2800" b="1" dirty="0"/>
                      <a:t>，满足</a:t>
                    </a:r>
                    <a:endParaRPr lang="en-US" altLang="zh-CN" sz="2800" b="1" dirty="0"/>
                  </a:p>
                </p:txBody>
              </p:sp>
            </mc:Choice>
            <mc:Fallback>
              <p:sp>
                <p:nvSpPr>
                  <p:cNvPr id="27" name="内容占位符 2"/>
                  <p:cNvSpPr txBox="1">
                    <a:spLocks noRot="1" noChangeAspect="1" noMove="1" noResize="1" noEditPoints="1" noAdjustHandles="1" noChangeArrowheads="1" noChangeShapeType="1" noTextEdit="1"/>
                  </p:cNvSpPr>
                  <p:nvPr/>
                </p:nvSpPr>
                <p:spPr>
                  <a:xfrm>
                    <a:off x="438472" y="4033838"/>
                    <a:ext cx="8382000" cy="1987450"/>
                  </a:xfrm>
                  <a:prstGeom prst="rect">
                    <a:avLst/>
                  </a:prstGeom>
                  <a:blipFill>
                    <a:blip r:embed="rId4"/>
                    <a:stretch>
                      <a:fillRect l="-582"/>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9" name="对象 28"/>
                  <p:cNvSpPr txBox="1"/>
                  <p:nvPr/>
                </p:nvSpPr>
                <p:spPr bwMode="auto">
                  <a:xfrm>
                    <a:off x="128766" y="5473729"/>
                    <a:ext cx="8886468" cy="604838"/>
                  </a:xfrm>
                  <a:prstGeom prst="rect">
                    <a:avLst/>
                  </a:prstGeom>
                  <a:noFill/>
                  <a:ln>
                    <a:noFill/>
                  </a:ln>
                </p:spPr>
                <p:txBody>
                  <a:bodyPr>
                    <a:normAutofit/>
                  </a:bodyPr>
                  <a:lstStyle/>
                  <a:p>
                    <a:pPr/>
                    <a14:m>
                      <m:oMathPara xmlns:m="http://schemas.openxmlformats.org/officeDocument/2006/math">
                        <m:oMathParaPr>
                          <m:jc m:val="left"/>
                        </m:oMathParaPr>
                        <m:oMath xmlns:m="http://schemas.openxmlformats.org/officeDocument/2006/math">
                          <m:d>
                            <m:dPr>
                              <m:begChr m:val="‖"/>
                              <m:endChr m:val="‖"/>
                              <m:ctrlPr>
                                <a:rPr lang="zh-CN" altLang="en-US" sz="2800" i="1" smtClean="0">
                                  <a:solidFill>
                                    <a:srgbClr val="FFFF00"/>
                                  </a:solidFill>
                                  <a:latin typeface="Cambria Math" panose="02040503050406030204" pitchFamily="18" charset="0"/>
                                </a:rPr>
                              </m:ctrlPr>
                            </m:dPr>
                            <m:e>
                              <m:r>
                                <a:rPr lang="zh-CN" altLang="en-US" sz="2800" b="1" i="1">
                                  <a:solidFill>
                                    <a:srgbClr val="FFFF00"/>
                                  </a:solidFill>
                                  <a:latin typeface="Cambria Math" panose="02040503050406030204" pitchFamily="18" charset="0"/>
                                </a:rPr>
                                <m:t>𝒙</m:t>
                              </m:r>
                              <m:r>
                                <a:rPr lang="zh-CN" altLang="en-US" sz="2800" i="1">
                                  <a:solidFill>
                                    <a:srgbClr val="FFFF00"/>
                                  </a:solidFill>
                                  <a:latin typeface="Cambria Math" panose="02040503050406030204" pitchFamily="18" charset="0"/>
                                </a:rPr>
                                <m:t>(</m:t>
                              </m:r>
                              <m:r>
                                <a:rPr lang="zh-CN" altLang="en-US" sz="2800" i="1">
                                  <a:solidFill>
                                    <a:srgbClr val="FFFF00"/>
                                  </a:solidFill>
                                  <a:latin typeface="Cambria Math" panose="02040503050406030204" pitchFamily="18" charset="0"/>
                                </a:rPr>
                                <m:t>𝑡</m:t>
                              </m:r>
                              <m:r>
                                <a:rPr lang="zh-CN" altLang="en-US" sz="2800" i="0">
                                  <a:solidFill>
                                    <a:srgbClr val="FFFF00"/>
                                  </a:solidFill>
                                  <a:latin typeface="Cambria Math" panose="02040503050406030204" pitchFamily="18" charset="0"/>
                                </a:rPr>
                                <m:t>,</m:t>
                              </m:r>
                              <m:sSub>
                                <m:sSubPr>
                                  <m:ctrlPr>
                                    <a:rPr lang="zh-CN" altLang="en-US" sz="2800" i="1">
                                      <a:solidFill>
                                        <a:srgbClr val="FFFF00"/>
                                      </a:solidFill>
                                      <a:latin typeface="Cambria Math" panose="02040503050406030204" pitchFamily="18" charset="0"/>
                                    </a:rPr>
                                  </m:ctrlPr>
                                </m:sSubPr>
                                <m:e>
                                  <m:r>
                                    <a:rPr lang="zh-CN" altLang="en-US" sz="2800" i="1">
                                      <a:solidFill>
                                        <a:srgbClr val="FFFF00"/>
                                      </a:solidFill>
                                      <a:latin typeface="Cambria Math" panose="02040503050406030204" pitchFamily="18" charset="0"/>
                                    </a:rPr>
                                    <m:t>𝑡</m:t>
                                  </m:r>
                                </m:e>
                                <m:sub>
                                  <m:r>
                                    <a:rPr lang="zh-CN" altLang="en-US" sz="2800" i="1">
                                      <a:solidFill>
                                        <a:srgbClr val="FFFF00"/>
                                      </a:solidFill>
                                      <a:latin typeface="Cambria Math" panose="02040503050406030204" pitchFamily="18" charset="0"/>
                                    </a:rPr>
                                    <m:t>0</m:t>
                                  </m:r>
                                </m:sub>
                              </m:sSub>
                              <m:r>
                                <a:rPr lang="zh-CN" altLang="en-US" sz="2800" i="1">
                                  <a:solidFill>
                                    <a:srgbClr val="FFFF00"/>
                                  </a:solidFill>
                                  <a:latin typeface="Cambria Math" panose="02040503050406030204" pitchFamily="18" charset="0"/>
                                </a:rPr>
                                <m:t>,</m:t>
                              </m:r>
                              <m:sSub>
                                <m:sSubPr>
                                  <m:ctrlPr>
                                    <a:rPr lang="zh-CN" altLang="en-US" sz="2800" i="1">
                                      <a:solidFill>
                                        <a:srgbClr val="FFFF00"/>
                                      </a:solidFill>
                                      <a:latin typeface="Cambria Math" panose="02040503050406030204" pitchFamily="18" charset="0"/>
                                    </a:rPr>
                                  </m:ctrlPr>
                                </m:sSubPr>
                                <m:e>
                                  <m:r>
                                    <a:rPr lang="zh-CN" altLang="en-US" sz="2800" b="1" i="1">
                                      <a:solidFill>
                                        <a:srgbClr val="FFFF00"/>
                                      </a:solidFill>
                                      <a:latin typeface="Cambria Math" panose="02040503050406030204" pitchFamily="18" charset="0"/>
                                    </a:rPr>
                                    <m:t>𝒙</m:t>
                                  </m:r>
                                </m:e>
                                <m:sub>
                                  <m:r>
                                    <a:rPr lang="zh-CN" altLang="en-US" sz="2800" i="1">
                                      <a:solidFill>
                                        <a:srgbClr val="FFFF00"/>
                                      </a:solidFill>
                                      <a:latin typeface="Cambria Math" panose="02040503050406030204" pitchFamily="18" charset="0"/>
                                    </a:rPr>
                                    <m:t>0</m:t>
                                  </m:r>
                                </m:sub>
                              </m:sSub>
                              <m:r>
                                <a:rPr lang="zh-CN" altLang="en-US" sz="2800" i="1">
                                  <a:solidFill>
                                    <a:srgbClr val="FFFF00"/>
                                  </a:solidFill>
                                  <a:latin typeface="Cambria Math" panose="02040503050406030204" pitchFamily="18" charset="0"/>
                                </a:rPr>
                                <m:t>)</m:t>
                              </m:r>
                            </m:e>
                          </m:d>
                          <m:r>
                            <a:rPr lang="zh-CN" altLang="en-US" sz="2800" i="1">
                              <a:solidFill>
                                <a:srgbClr val="FFFF00"/>
                              </a:solidFill>
                              <a:latin typeface="Cambria Math" panose="02040503050406030204" pitchFamily="18" charset="0"/>
                            </a:rPr>
                            <m:t>&lt;</m:t>
                          </m:r>
                          <m:r>
                            <a:rPr lang="zh-CN" altLang="en-US" sz="2800" i="1">
                              <a:solidFill>
                                <a:srgbClr val="FFFF00"/>
                              </a:solidFill>
                              <a:latin typeface="Cambria Math" panose="02040503050406030204" pitchFamily="18" charset="0"/>
                            </a:rPr>
                            <m:t>𝛽</m:t>
                          </m:r>
                          <m:r>
                            <a:rPr lang="zh-CN" altLang="en-US" sz="2800" i="1">
                              <a:solidFill>
                                <a:srgbClr val="FFFF00"/>
                              </a:solidFill>
                              <a:latin typeface="Cambria Math" panose="02040503050406030204" pitchFamily="18" charset="0"/>
                            </a:rPr>
                            <m:t>(</m:t>
                          </m:r>
                          <m:d>
                            <m:dPr>
                              <m:begChr m:val="‖"/>
                              <m:endChr m:val="‖"/>
                              <m:ctrlPr>
                                <a:rPr lang="zh-CN" altLang="en-US" sz="2800" i="1">
                                  <a:solidFill>
                                    <a:srgbClr val="FFFF00"/>
                                  </a:solidFill>
                                  <a:latin typeface="Cambria Math" panose="02040503050406030204" pitchFamily="18" charset="0"/>
                                </a:rPr>
                              </m:ctrlPr>
                            </m:dPr>
                            <m:e>
                              <m:r>
                                <a:rPr lang="zh-CN" altLang="en-US" sz="2800" b="1" i="1">
                                  <a:solidFill>
                                    <a:srgbClr val="FFFF00"/>
                                  </a:solidFill>
                                  <a:latin typeface="Cambria Math" panose="02040503050406030204" pitchFamily="18" charset="0"/>
                                </a:rPr>
                                <m:t>𝒙</m:t>
                              </m:r>
                              <m:r>
                                <a:rPr lang="zh-CN" altLang="en-US" sz="2800" i="1">
                                  <a:solidFill>
                                    <a:srgbClr val="FFFF00"/>
                                  </a:solidFill>
                                  <a:latin typeface="Cambria Math" panose="02040503050406030204" pitchFamily="18" charset="0"/>
                                </a:rPr>
                                <m:t>(</m:t>
                              </m:r>
                              <m:sSub>
                                <m:sSubPr>
                                  <m:ctrlPr>
                                    <a:rPr lang="zh-CN" altLang="en-US" sz="2800" i="1">
                                      <a:solidFill>
                                        <a:srgbClr val="FFFF00"/>
                                      </a:solidFill>
                                      <a:latin typeface="Cambria Math" panose="02040503050406030204" pitchFamily="18" charset="0"/>
                                    </a:rPr>
                                  </m:ctrlPr>
                                </m:sSubPr>
                                <m:e>
                                  <m:r>
                                    <a:rPr lang="zh-CN" altLang="en-US" sz="2800" i="1">
                                      <a:solidFill>
                                        <a:srgbClr val="FFFF00"/>
                                      </a:solidFill>
                                      <a:latin typeface="Cambria Math" panose="02040503050406030204" pitchFamily="18" charset="0"/>
                                    </a:rPr>
                                    <m:t>𝑡</m:t>
                                  </m:r>
                                </m:e>
                                <m:sub>
                                  <m:r>
                                    <a:rPr lang="zh-CN" altLang="en-US" sz="2800" i="1">
                                      <a:solidFill>
                                        <a:srgbClr val="FFFF00"/>
                                      </a:solidFill>
                                      <a:latin typeface="Cambria Math" panose="02040503050406030204" pitchFamily="18" charset="0"/>
                                    </a:rPr>
                                    <m:t>0</m:t>
                                  </m:r>
                                </m:sub>
                              </m:sSub>
                              <m:r>
                                <a:rPr lang="zh-CN" altLang="en-US" sz="2800" i="1">
                                  <a:solidFill>
                                    <a:srgbClr val="FFFF00"/>
                                  </a:solidFill>
                                  <a:latin typeface="Cambria Math" panose="02040503050406030204" pitchFamily="18" charset="0"/>
                                </a:rPr>
                                <m:t>)</m:t>
                              </m:r>
                            </m:e>
                          </m:d>
                          <m:r>
                            <a:rPr lang="zh-CN" altLang="en-US" sz="2800" i="1">
                              <a:solidFill>
                                <a:srgbClr val="FFFF00"/>
                              </a:solidFill>
                              <a:latin typeface="Cambria Math" panose="02040503050406030204" pitchFamily="18" charset="0"/>
                            </a:rPr>
                            <m:t>,</m:t>
                          </m:r>
                          <m:r>
                            <a:rPr lang="zh-CN" altLang="en-US" sz="2800" i="1">
                              <a:solidFill>
                                <a:srgbClr val="FFFF00"/>
                              </a:solidFill>
                              <a:latin typeface="Cambria Math" panose="02040503050406030204" pitchFamily="18" charset="0"/>
                            </a:rPr>
                            <m:t>𝑡</m:t>
                          </m:r>
                          <m:r>
                            <a:rPr lang="zh-CN" altLang="en-US" sz="2800" i="1">
                              <a:solidFill>
                                <a:srgbClr val="FFFF00"/>
                              </a:solidFill>
                              <a:latin typeface="Cambria Math" panose="02040503050406030204" pitchFamily="18" charset="0"/>
                            </a:rPr>
                            <m:t>−</m:t>
                          </m:r>
                          <m:sSub>
                            <m:sSubPr>
                              <m:ctrlPr>
                                <a:rPr lang="zh-CN" altLang="en-US" sz="2800" i="1">
                                  <a:solidFill>
                                    <a:srgbClr val="FFFF00"/>
                                  </a:solidFill>
                                  <a:latin typeface="Cambria Math" panose="02040503050406030204" pitchFamily="18" charset="0"/>
                                </a:rPr>
                              </m:ctrlPr>
                            </m:sSubPr>
                            <m:e>
                              <m:r>
                                <a:rPr lang="zh-CN" altLang="en-US" sz="2800" i="1">
                                  <a:solidFill>
                                    <a:srgbClr val="FFFF00"/>
                                  </a:solidFill>
                                  <a:latin typeface="Cambria Math" panose="02040503050406030204" pitchFamily="18" charset="0"/>
                                </a:rPr>
                                <m:t>𝑡</m:t>
                              </m:r>
                            </m:e>
                            <m:sub>
                              <m:r>
                                <a:rPr lang="zh-CN" altLang="en-US" sz="2800" i="1">
                                  <a:solidFill>
                                    <a:srgbClr val="FFFF00"/>
                                  </a:solidFill>
                                  <a:latin typeface="Cambria Math" panose="02040503050406030204" pitchFamily="18" charset="0"/>
                                </a:rPr>
                                <m:t>0</m:t>
                              </m:r>
                            </m:sub>
                          </m:sSub>
                          <m:r>
                            <a:rPr lang="zh-CN" altLang="en-US" sz="2800" i="1">
                              <a:solidFill>
                                <a:srgbClr val="FFFF00"/>
                              </a:solidFill>
                              <a:latin typeface="Cambria Math" panose="02040503050406030204" pitchFamily="18" charset="0"/>
                            </a:rPr>
                            <m:t>)</m:t>
                          </m:r>
                          <m:r>
                            <a:rPr lang="zh-CN" altLang="en-US" sz="2800" i="1">
                              <a:solidFill>
                                <a:schemeClr val="bg1"/>
                              </a:solidFill>
                              <a:latin typeface="Cambria Math" panose="02040503050406030204" pitchFamily="18" charset="0"/>
                            </a:rPr>
                            <m:t>,​ ​∀</m:t>
                          </m:r>
                          <m:r>
                            <a:rPr lang="zh-CN" altLang="en-US" sz="2800" i="1">
                              <a:solidFill>
                                <a:schemeClr val="bg1"/>
                              </a:solidFill>
                              <a:latin typeface="Cambria Math" panose="02040503050406030204" pitchFamily="18" charset="0"/>
                            </a:rPr>
                            <m:t>𝑡</m:t>
                          </m:r>
                          <m:r>
                            <a:rPr lang="zh-CN" altLang="en-US" sz="2800" i="1">
                              <a:solidFill>
                                <a:schemeClr val="bg1"/>
                              </a:solidFill>
                              <a:latin typeface="Cambria Math" panose="02040503050406030204" pitchFamily="18" charset="0"/>
                            </a:rPr>
                            <m:t>≥</m:t>
                          </m:r>
                          <m:sSub>
                            <m:sSubPr>
                              <m:ctrlPr>
                                <a:rPr lang="zh-CN" altLang="en-US" sz="2800" i="1">
                                  <a:solidFill>
                                    <a:schemeClr val="bg1"/>
                                  </a:solidFill>
                                  <a:latin typeface="Cambria Math" panose="02040503050406030204" pitchFamily="18" charset="0"/>
                                </a:rPr>
                              </m:ctrlPr>
                            </m:sSubPr>
                            <m:e>
                              <m:r>
                                <a:rPr lang="zh-CN" altLang="en-US" sz="2800" i="1">
                                  <a:solidFill>
                                    <a:schemeClr val="bg1"/>
                                  </a:solidFill>
                                  <a:latin typeface="Cambria Math" panose="02040503050406030204" pitchFamily="18" charset="0"/>
                                </a:rPr>
                                <m:t>𝑡</m:t>
                              </m:r>
                            </m:e>
                            <m:sub>
                              <m:r>
                                <a:rPr lang="zh-CN" altLang="en-US" sz="2800" i="1">
                                  <a:solidFill>
                                    <a:schemeClr val="bg1"/>
                                  </a:solidFill>
                                  <a:latin typeface="Cambria Math" panose="02040503050406030204" pitchFamily="18" charset="0"/>
                                </a:rPr>
                                <m:t>0</m:t>
                              </m:r>
                            </m:sub>
                          </m:sSub>
                          <m:r>
                            <a:rPr lang="zh-CN" altLang="en-US" sz="2800" i="1">
                              <a:solidFill>
                                <a:schemeClr val="bg1"/>
                              </a:solidFill>
                              <a:latin typeface="Cambria Math" panose="02040503050406030204" pitchFamily="18" charset="0"/>
                            </a:rPr>
                            <m:t>, ∀</m:t>
                          </m:r>
                          <m:r>
                            <a:rPr lang="zh-CN" altLang="en-US" sz="2800" b="1" i="1">
                              <a:solidFill>
                                <a:schemeClr val="bg1"/>
                              </a:solidFill>
                              <a:latin typeface="Cambria Math" panose="02040503050406030204" pitchFamily="18" charset="0"/>
                            </a:rPr>
                            <m:t>𝒙</m:t>
                          </m:r>
                          <m:r>
                            <a:rPr lang="zh-CN" altLang="en-US" sz="2800" i="1">
                              <a:solidFill>
                                <a:schemeClr val="bg1"/>
                              </a:solidFill>
                              <a:latin typeface="Cambria Math" panose="02040503050406030204" pitchFamily="18" charset="0"/>
                            </a:rPr>
                            <m:t>(</m:t>
                          </m:r>
                          <m:sSub>
                            <m:sSubPr>
                              <m:ctrlPr>
                                <a:rPr lang="zh-CN" altLang="en-US" sz="2800" i="1">
                                  <a:solidFill>
                                    <a:schemeClr val="bg1"/>
                                  </a:solidFill>
                                  <a:latin typeface="Cambria Math" panose="02040503050406030204" pitchFamily="18" charset="0"/>
                                </a:rPr>
                              </m:ctrlPr>
                            </m:sSubPr>
                            <m:e>
                              <m:r>
                                <a:rPr lang="zh-CN" altLang="en-US" sz="2800" i="1">
                                  <a:solidFill>
                                    <a:schemeClr val="bg1"/>
                                  </a:solidFill>
                                  <a:latin typeface="Cambria Math" panose="02040503050406030204" pitchFamily="18" charset="0"/>
                                </a:rPr>
                                <m:t>𝑡</m:t>
                              </m:r>
                            </m:e>
                            <m:sub>
                              <m:r>
                                <a:rPr lang="zh-CN" altLang="en-US" sz="2800" i="1">
                                  <a:solidFill>
                                    <a:schemeClr val="bg1"/>
                                  </a:solidFill>
                                  <a:latin typeface="Cambria Math" panose="02040503050406030204" pitchFamily="18" charset="0"/>
                                </a:rPr>
                                <m:t>0</m:t>
                              </m:r>
                            </m:sub>
                          </m:sSub>
                          <m:r>
                            <a:rPr lang="zh-CN" altLang="en-US" sz="2800" i="1">
                              <a:solidFill>
                                <a:schemeClr val="bg1"/>
                              </a:solidFill>
                              <a:latin typeface="Cambria Math" panose="02040503050406030204" pitchFamily="18" charset="0"/>
                            </a:rPr>
                            <m:t>)∈</m:t>
                          </m:r>
                          <m:sSub>
                            <m:sSubPr>
                              <m:ctrlPr>
                                <a:rPr lang="zh-CN" altLang="en-US" sz="2800" i="1">
                                  <a:solidFill>
                                    <a:schemeClr val="bg1"/>
                                  </a:solidFill>
                                  <a:latin typeface="Cambria Math" panose="02040503050406030204" pitchFamily="18" charset="0"/>
                                </a:rPr>
                              </m:ctrlPr>
                            </m:sSubPr>
                            <m:e>
                              <m:r>
                                <a:rPr lang="zh-CN" altLang="en-US" sz="2800" i="1">
                                  <a:solidFill>
                                    <a:schemeClr val="bg1"/>
                                  </a:solidFill>
                                  <a:latin typeface="Cambria Math" panose="02040503050406030204" pitchFamily="18" charset="0"/>
                                </a:rPr>
                                <m:t>𝐵</m:t>
                              </m:r>
                            </m:e>
                            <m:sub>
                              <m:r>
                                <a:rPr lang="zh-CN" altLang="en-US" sz="2800" i="1">
                                  <a:solidFill>
                                    <a:schemeClr val="bg1"/>
                                  </a:solidFill>
                                  <a:latin typeface="Cambria Math" panose="02040503050406030204" pitchFamily="18" charset="0"/>
                                </a:rPr>
                                <m:t>𝛿</m:t>
                              </m:r>
                            </m:sub>
                          </m:sSub>
                        </m:oMath>
                      </m:oMathPara>
                    </a14:m>
                    <a:endParaRPr lang="zh-CN" altLang="en-US" sz="2800" dirty="0"/>
                  </a:p>
                </p:txBody>
              </p:sp>
            </mc:Choice>
            <mc:Fallback xmlns="">
              <p:sp>
                <p:nvSpPr>
                  <p:cNvPr id="29" name="对象 28"/>
                  <p:cNvSpPr txBox="1">
                    <a:spLocks noRot="1" noChangeAspect="1" noMove="1" noResize="1" noEditPoints="1" noAdjustHandles="1" noChangeArrowheads="1" noChangeShapeType="1" noTextEdit="1"/>
                  </p:cNvSpPr>
                  <p:nvPr/>
                </p:nvSpPr>
                <p:spPr bwMode="auto">
                  <a:xfrm>
                    <a:off x="128766" y="5473729"/>
                    <a:ext cx="8886468" cy="604838"/>
                  </a:xfrm>
                  <a:prstGeom prst="rect">
                    <a:avLst/>
                  </a:prstGeom>
                  <a:blipFill>
                    <a:blip r:embed="rId5"/>
                    <a:stretch>
                      <a:fillRect/>
                    </a:stretch>
                  </a:blipFill>
                  <a:ln>
                    <a:noFill/>
                  </a:ln>
                </p:spPr>
                <p:txBody>
                  <a:bodyPr/>
                  <a:lstStyle/>
                  <a:p>
                    <a:r>
                      <a:rPr lang="zh-CN" altLang="en-US">
                        <a:noFill/>
                      </a:rPr>
                      <a:t> </a:t>
                    </a:r>
                  </a:p>
                </p:txBody>
              </p:sp>
            </mc:Fallback>
          </mc:AlternateContent>
        </p:grpSp>
        <mc:AlternateContent xmlns:mc="http://schemas.openxmlformats.org/markup-compatibility/2006" xmlns:a14="http://schemas.microsoft.com/office/drawing/2010/main">
          <mc:Choice Requires="a14">
            <p:sp>
              <p:nvSpPr>
                <p:cNvPr id="21" name="对象 20"/>
                <p:cNvSpPr txBox="1"/>
                <p:nvPr/>
              </p:nvSpPr>
              <p:spPr bwMode="auto">
                <a:xfrm>
                  <a:off x="3924300" y="3973496"/>
                  <a:ext cx="4896172" cy="604838"/>
                </a:xfrm>
                <a:prstGeom prst="rect">
                  <a:avLst/>
                </a:prstGeom>
                <a:noFill/>
                <a:ln>
                  <a:noFill/>
                </a:ln>
              </p:spPr>
              <p:txBody>
                <a:bodyPr>
                  <a:normAutofit/>
                </a:bodyPr>
                <a:lstStyle/>
                <a:p>
                  <a:pPr/>
                  <a14:m>
                    <m:oMathPara xmlns:m="http://schemas.openxmlformats.org/officeDocument/2006/math">
                      <m:oMathParaPr>
                        <m:jc m:val="left"/>
                      </m:oMathParaPr>
                      <m:oMath xmlns:m="http://schemas.openxmlformats.org/officeDocument/2006/math">
                        <m:sSub>
                          <m:sSubPr>
                            <m:ctrlPr>
                              <a:rPr lang="zh-CN" altLang="en-US" sz="2800" i="1" smtClean="0">
                                <a:solidFill>
                                  <a:schemeClr val="bg1"/>
                                </a:solidFill>
                                <a:latin typeface="Cambria Math" panose="02040503050406030204" pitchFamily="18" charset="0"/>
                              </a:rPr>
                            </m:ctrlPr>
                          </m:sSubPr>
                          <m:e>
                            <m:r>
                              <a:rPr lang="zh-CN" altLang="en-US" sz="2800" i="1">
                                <a:solidFill>
                                  <a:schemeClr val="bg1"/>
                                </a:solidFill>
                                <a:latin typeface="Cambria Math" panose="02040503050406030204" pitchFamily="18" charset="0"/>
                              </a:rPr>
                              <m:t>𝐵</m:t>
                            </m:r>
                          </m:e>
                          <m:sub>
                            <m:r>
                              <a:rPr lang="zh-CN" altLang="en-US" sz="2800" i="1">
                                <a:solidFill>
                                  <a:schemeClr val="bg1"/>
                                </a:solidFill>
                                <a:latin typeface="Cambria Math" panose="02040503050406030204" pitchFamily="18" charset="0"/>
                              </a:rPr>
                              <m:t>𝛿</m:t>
                            </m:r>
                          </m:sub>
                        </m:sSub>
                        <m:r>
                          <a:rPr lang="zh-CN" altLang="en-US" sz="2800" i="1">
                            <a:solidFill>
                              <a:schemeClr val="bg1"/>
                            </a:solidFill>
                            <a:latin typeface="Cambria Math" panose="02040503050406030204" pitchFamily="18" charset="0"/>
                          </a:rPr>
                          <m:t>={</m:t>
                        </m:r>
                        <m:r>
                          <a:rPr lang="zh-CN" altLang="en-US" sz="2800" b="1" i="1">
                            <a:solidFill>
                              <a:schemeClr val="bg1"/>
                            </a:solidFill>
                            <a:latin typeface="Cambria Math" panose="02040503050406030204" pitchFamily="18" charset="0"/>
                          </a:rPr>
                          <m:t>𝒙</m:t>
                        </m:r>
                        <m:r>
                          <a:rPr lang="zh-CN" altLang="en-US" sz="2800" i="1">
                            <a:solidFill>
                              <a:schemeClr val="bg1"/>
                            </a:solidFill>
                            <a:latin typeface="Cambria Math" panose="02040503050406030204" pitchFamily="18" charset="0"/>
                          </a:rPr>
                          <m:t>∈</m:t>
                        </m:r>
                        <m:sSup>
                          <m:sSupPr>
                            <m:ctrlPr>
                              <a:rPr lang="zh-CN" altLang="en-US" sz="2800" i="1">
                                <a:solidFill>
                                  <a:schemeClr val="bg1"/>
                                </a:solidFill>
                                <a:latin typeface="Cambria Math" panose="02040503050406030204" pitchFamily="18" charset="0"/>
                              </a:rPr>
                            </m:ctrlPr>
                          </m:sSupPr>
                          <m:e>
                            <m:r>
                              <a:rPr lang="zh-CN" altLang="en-US" sz="2800" i="1">
                                <a:solidFill>
                                  <a:schemeClr val="bg1"/>
                                </a:solidFill>
                                <a:latin typeface="Cambria Math" panose="02040503050406030204" pitchFamily="18" charset="0"/>
                              </a:rPr>
                              <m:t>ℝ</m:t>
                            </m:r>
                          </m:e>
                          <m:sup>
                            <m:r>
                              <a:rPr lang="zh-CN" altLang="en-US" sz="2800" i="1">
                                <a:solidFill>
                                  <a:schemeClr val="bg1"/>
                                </a:solidFill>
                                <a:latin typeface="Cambria Math" panose="02040503050406030204" pitchFamily="18" charset="0"/>
                              </a:rPr>
                              <m:t>𝑛</m:t>
                            </m:r>
                          </m:sup>
                        </m:sSup>
                        <m:r>
                          <a:rPr lang="zh-CN" altLang="en-US" sz="2800" i="1">
                            <a:solidFill>
                              <a:schemeClr val="bg1"/>
                            </a:solidFill>
                            <a:latin typeface="Cambria Math" panose="02040503050406030204" pitchFamily="18" charset="0"/>
                          </a:rPr>
                          <m:t>:</m:t>
                        </m:r>
                        <m:d>
                          <m:dPr>
                            <m:begChr m:val="‖"/>
                            <m:endChr m:val="‖"/>
                            <m:ctrlPr>
                              <a:rPr lang="zh-CN" altLang="en-US" sz="2800" b="1" i="1">
                                <a:solidFill>
                                  <a:schemeClr val="bg1"/>
                                </a:solidFill>
                                <a:latin typeface="Cambria Math" panose="02040503050406030204" pitchFamily="18" charset="0"/>
                              </a:rPr>
                            </m:ctrlPr>
                          </m:dPr>
                          <m:e>
                            <m:r>
                              <a:rPr lang="zh-CN" altLang="en-US" sz="2800" b="1" i="1">
                                <a:solidFill>
                                  <a:schemeClr val="bg1"/>
                                </a:solidFill>
                                <a:latin typeface="Cambria Math" panose="02040503050406030204" pitchFamily="18" charset="0"/>
                              </a:rPr>
                              <m:t>𝒙</m:t>
                            </m:r>
                          </m:e>
                        </m:d>
                        <m:r>
                          <a:rPr lang="zh-CN" altLang="en-US" sz="2800" i="1">
                            <a:solidFill>
                              <a:schemeClr val="bg1"/>
                            </a:solidFill>
                            <a:latin typeface="Cambria Math" panose="02040503050406030204" pitchFamily="18" charset="0"/>
                          </a:rPr>
                          <m:t>&lt;</m:t>
                        </m:r>
                        <m:r>
                          <a:rPr lang="zh-CN" altLang="en-US" sz="2800" i="1">
                            <a:solidFill>
                              <a:schemeClr val="bg1"/>
                            </a:solidFill>
                            <a:latin typeface="Cambria Math" panose="02040503050406030204" pitchFamily="18" charset="0"/>
                          </a:rPr>
                          <m:t>𝛿</m:t>
                        </m:r>
                        <m:r>
                          <a:rPr lang="zh-CN" altLang="en-US" sz="2800" i="1">
                            <a:solidFill>
                              <a:schemeClr val="bg1"/>
                            </a:solidFill>
                            <a:latin typeface="Cambria Math" panose="02040503050406030204" pitchFamily="18" charset="0"/>
                          </a:rPr>
                          <m:t>},​​​</m:t>
                        </m:r>
                        <m:r>
                          <a:rPr lang="zh-CN" altLang="en-US" sz="2800" i="1">
                            <a:solidFill>
                              <a:schemeClr val="bg1"/>
                            </a:solidFill>
                            <a:latin typeface="Cambria Math" panose="02040503050406030204" pitchFamily="18" charset="0"/>
                          </a:rPr>
                          <m:t>𝛿</m:t>
                        </m:r>
                        <m:r>
                          <a:rPr lang="zh-CN" altLang="en-US" sz="2800" i="1">
                            <a:solidFill>
                              <a:schemeClr val="bg1"/>
                            </a:solidFill>
                            <a:latin typeface="Cambria Math" panose="02040503050406030204" pitchFamily="18" charset="0"/>
                          </a:rPr>
                          <m:t>&gt;0</m:t>
                        </m:r>
                      </m:oMath>
                    </m:oMathPara>
                  </a14:m>
                  <a:endParaRPr lang="zh-CN" altLang="en-US" sz="2800" dirty="0">
                    <a:solidFill>
                      <a:schemeClr val="bg1"/>
                    </a:solidFill>
                  </a:endParaRPr>
                </a:p>
              </p:txBody>
            </p:sp>
          </mc:Choice>
          <mc:Fallback xmlns="">
            <p:sp>
              <p:nvSpPr>
                <p:cNvPr id="21" name="对象 20"/>
                <p:cNvSpPr txBox="1">
                  <a:spLocks noRot="1" noChangeAspect="1" noMove="1" noResize="1" noEditPoints="1" noAdjustHandles="1" noChangeArrowheads="1" noChangeShapeType="1" noTextEdit="1"/>
                </p:cNvSpPr>
                <p:nvPr/>
              </p:nvSpPr>
              <p:spPr bwMode="auto">
                <a:xfrm>
                  <a:off x="3924300" y="3973496"/>
                  <a:ext cx="4896172" cy="604838"/>
                </a:xfrm>
                <a:prstGeom prst="rect">
                  <a:avLst/>
                </a:prstGeom>
                <a:blipFill>
                  <a:blip r:embed="rId6"/>
                  <a:stretch>
                    <a:fillRect/>
                  </a:stretch>
                </a:blipFill>
                <a:ln>
                  <a:noFill/>
                </a:ln>
              </p:spPr>
              <p:txBody>
                <a:bodyPr/>
                <a:lstStyle/>
                <a:p>
                  <a:r>
                    <a:rPr lang="zh-CN" altLang="en-US">
                      <a:noFill/>
                    </a:rPr>
                    <a:t> </a:t>
                  </a:r>
                </a:p>
              </p:txBody>
            </p:sp>
          </mc:Fallback>
        </mc:AlternateContent>
      </p:grpSp>
      <mc:AlternateContent xmlns:mc="http://schemas.openxmlformats.org/markup-compatibility/2006" xmlns:a14="http://schemas.microsoft.com/office/drawing/2010/main">
        <mc:Choice Requires="a14">
          <p:sp>
            <p:nvSpPr>
              <p:cNvPr id="33" name="内容占位符 2"/>
              <p:cNvSpPr txBox="1">
                <a:spLocks/>
              </p:cNvSpPr>
              <p:nvPr/>
            </p:nvSpPr>
            <p:spPr>
              <a:xfrm>
                <a:off x="458445" y="4765584"/>
                <a:ext cx="8382000" cy="1395147"/>
              </a:xfrm>
              <a:prstGeom prst="rect">
                <a:avLst/>
              </a:prstGeom>
            </p:spPr>
            <p:txBody>
              <a:bodyPr vert="horz" lIns="54864" tIns="91440" rtlCol="0">
                <a:normAutofit/>
              </a:bodyPr>
              <a:lstStyle>
                <a:lvl1pPr marL="438912" indent="-320040" algn="l" rtl="0" eaLnBrk="1" latinLnBrk="0" hangingPunct="1">
                  <a:spcBef>
                    <a:spcPts val="0"/>
                  </a:spcBef>
                  <a:buClr>
                    <a:schemeClr val="accent1"/>
                  </a:buClr>
                  <a:buSzPct val="80000"/>
                  <a:buFont typeface="Wingdings 2"/>
                  <a:buChar char=""/>
                  <a:defRPr kumimoji="0" sz="3200" kern="1200">
                    <a:solidFill>
                      <a:schemeClr val="bg1"/>
                    </a:solidFill>
                    <a:latin typeface="Times New Roman" pitchFamily="18" charset="0"/>
                    <a:ea typeface="+mn-ea"/>
                    <a:cs typeface="Times New Roman" pitchFamily="18" charset="0"/>
                  </a:defRPr>
                </a:lvl1pPr>
                <a:lvl2pPr marL="731520" indent="-274320" algn="l" rtl="0" eaLnBrk="1" latinLnBrk="0" hangingPunct="1">
                  <a:spcBef>
                    <a:spcPct val="20000"/>
                  </a:spcBef>
                  <a:buClr>
                    <a:schemeClr val="accent2"/>
                  </a:buClr>
                  <a:buSzPct val="90000"/>
                  <a:buFont typeface="Wingdings"/>
                  <a:buChar char=""/>
                  <a:defRPr kumimoji="0" sz="2800" kern="1200">
                    <a:solidFill>
                      <a:schemeClr val="bg1"/>
                    </a:solidFill>
                    <a:latin typeface="Times New Roman" pitchFamily="18" charset="0"/>
                    <a:ea typeface="+mn-ea"/>
                    <a:cs typeface="Times New Roman" pitchFamily="18" charset="0"/>
                  </a:defRPr>
                </a:lvl2pPr>
                <a:lvl3pPr marL="996696" indent="-228600" algn="l" rtl="0" eaLnBrk="1" latinLnBrk="0" hangingPunct="1">
                  <a:spcBef>
                    <a:spcPct val="20000"/>
                  </a:spcBef>
                  <a:buClr>
                    <a:schemeClr val="accent3"/>
                  </a:buClr>
                  <a:buFont typeface="Arial"/>
                  <a:buChar char="▪"/>
                  <a:defRPr kumimoji="0" sz="2400" kern="1200">
                    <a:solidFill>
                      <a:schemeClr val="bg1"/>
                    </a:solidFill>
                    <a:latin typeface="Times New Roman" pitchFamily="18" charset="0"/>
                    <a:ea typeface="+mn-ea"/>
                    <a:cs typeface="Times New Roman" pitchFamily="18" charset="0"/>
                  </a:defRPr>
                </a:lvl3pPr>
                <a:lvl4pPr marL="1216152" indent="-182880" algn="l" rtl="0" eaLnBrk="1" latinLnBrk="0" hangingPunct="1">
                  <a:spcBef>
                    <a:spcPct val="20000"/>
                  </a:spcBef>
                  <a:buClr>
                    <a:schemeClr val="accent4"/>
                  </a:buClr>
                  <a:buFont typeface="Arial"/>
                  <a:buChar char="▪"/>
                  <a:defRPr kumimoji="0" sz="2000" kern="1200">
                    <a:solidFill>
                      <a:schemeClr val="bg1"/>
                    </a:solidFill>
                    <a:latin typeface="Times New Roman" pitchFamily="18" charset="0"/>
                    <a:ea typeface="+mn-ea"/>
                    <a:cs typeface="Times New Roman" pitchFamily="18" charset="0"/>
                  </a:defRPr>
                </a:lvl4pPr>
                <a:lvl5pPr marL="1426464" indent="-182880" algn="l" rtl="0" eaLnBrk="1" latinLnBrk="0" hangingPunct="1">
                  <a:spcBef>
                    <a:spcPct val="20000"/>
                  </a:spcBef>
                  <a:buClr>
                    <a:schemeClr val="accent5"/>
                  </a:buClr>
                  <a:buFont typeface="Wingdings 3"/>
                  <a:buChar char=""/>
                  <a:defRPr kumimoji="0" lang="en-US" sz="2000" kern="1200" smtClean="0">
                    <a:solidFill>
                      <a:schemeClr val="tx1"/>
                    </a:solidFill>
                    <a:latin typeface="Times New Roman" pitchFamily="18" charset="0"/>
                    <a:ea typeface="+mn-ea"/>
                    <a:cs typeface="Times New Roman" pitchFamily="18" charset="0"/>
                  </a:defRPr>
                </a:lvl5pPr>
                <a:lvl6pPr marL="1627632" indent="-182880" algn="l" rtl="0" eaLnBrk="1" latinLnBrk="0" hangingPunct="1">
                  <a:spcBef>
                    <a:spcPct val="20000"/>
                  </a:spcBef>
                  <a:buClr>
                    <a:schemeClr val="accent6"/>
                  </a:buClr>
                  <a:buSzPct val="100000"/>
                  <a:buFont typeface="Wingdings 2"/>
                  <a:buChar char=""/>
                  <a:defRPr kumimoji="0" sz="2000" kern="1200">
                    <a:solidFill>
                      <a:schemeClr val="tx1"/>
                    </a:solidFill>
                    <a:latin typeface="+mn-lt"/>
                    <a:ea typeface="+mn-ea"/>
                    <a:cs typeface="+mn-cs"/>
                  </a:defRPr>
                </a:lvl6pPr>
                <a:lvl7pPr marL="1828800" indent="-182880" algn="l" rtl="0" eaLnBrk="1" latinLnBrk="0" hangingPunct="1">
                  <a:spcBef>
                    <a:spcPct val="20000"/>
                  </a:spcBef>
                  <a:buClr>
                    <a:schemeClr val="accent1"/>
                  </a:buClr>
                  <a:buSzPct val="100000"/>
                  <a:buFont typeface="Wingdings 2"/>
                  <a:buChar char=""/>
                  <a:defRPr kumimoji="0" sz="1800" kern="1200">
                    <a:solidFill>
                      <a:schemeClr val="tx1"/>
                    </a:solidFill>
                    <a:latin typeface="+mn-lt"/>
                    <a:ea typeface="+mn-ea"/>
                    <a:cs typeface="+mn-cs"/>
                  </a:defRPr>
                </a:lvl7pPr>
                <a:lvl8pPr marL="2029968" indent="-182880" algn="l" rtl="0" eaLnBrk="1" latinLnBrk="0" hangingPunct="1">
                  <a:spcBef>
                    <a:spcPct val="20000"/>
                  </a:spcBef>
                  <a:buClr>
                    <a:schemeClr val="accent2"/>
                  </a:buClr>
                  <a:buFont typeface="Wingdings 2" pitchFamily="18" charset="2"/>
                  <a:buChar char=""/>
                  <a:defRPr kumimoji="0" sz="1800" kern="1200">
                    <a:solidFill>
                      <a:schemeClr val="tx1"/>
                    </a:solidFill>
                    <a:latin typeface="+mn-lt"/>
                    <a:ea typeface="+mn-ea"/>
                    <a:cs typeface="+mn-cs"/>
                  </a:defRPr>
                </a:lvl8pPr>
                <a:lvl9pPr marL="2231136" indent="-182880" algn="l" rtl="0" eaLnBrk="1" latinLnBrk="0" hangingPunct="1">
                  <a:spcBef>
                    <a:spcPct val="20000"/>
                  </a:spcBef>
                  <a:buClr>
                    <a:schemeClr val="accent3"/>
                  </a:buClr>
                  <a:buFont typeface="Wingdings 2" pitchFamily="18" charset="2"/>
                  <a:buChar char=""/>
                  <a:defRPr kumimoji="0" sz="1800" kern="1200" baseline="0">
                    <a:solidFill>
                      <a:schemeClr val="tx1"/>
                    </a:solidFill>
                    <a:latin typeface="+mn-lt"/>
                    <a:ea typeface="+mn-ea"/>
                    <a:cs typeface="+mn-cs"/>
                  </a:defRPr>
                </a:lvl9pPr>
                <a:extLst/>
              </a:lstStyle>
              <a:p>
                <a:pPr marL="118872" indent="0">
                  <a:lnSpc>
                    <a:spcPct val="150000"/>
                  </a:lnSpc>
                  <a:buNone/>
                </a:pPr>
                <a:r>
                  <a:rPr lang="en-US" altLang="zh-CN" sz="2800" b="1" dirty="0"/>
                  <a:t>(2) </a:t>
                </a:r>
                <a14:m>
                  <m:oMath xmlns:m="http://schemas.openxmlformats.org/officeDocument/2006/math">
                    <m:r>
                      <a:rPr lang="zh-CN" altLang="en-US" sz="2800" b="1" i="1" smtClean="0">
                        <a:solidFill>
                          <a:schemeClr val="bg1"/>
                        </a:solidFill>
                        <a:latin typeface="Cambria Math" panose="02040503050406030204" pitchFamily="18" charset="0"/>
                      </a:rPr>
                      <m:t>𝒇</m:t>
                    </m:r>
                    <m:r>
                      <a:rPr lang="zh-CN" altLang="en-US" sz="2800" i="1">
                        <a:solidFill>
                          <a:schemeClr val="bg1"/>
                        </a:solidFill>
                        <a:latin typeface="Cambria Math" panose="02040503050406030204" pitchFamily="18" charset="0"/>
                      </a:rPr>
                      <m:t>(</m:t>
                    </m:r>
                    <m:r>
                      <a:rPr lang="zh-CN" altLang="en-US" sz="2800" b="1" i="1">
                        <a:solidFill>
                          <a:schemeClr val="bg1"/>
                        </a:solidFill>
                        <a:latin typeface="Cambria Math" panose="02040503050406030204" pitchFamily="18" charset="0"/>
                      </a:rPr>
                      <m:t>𝒙</m:t>
                    </m:r>
                    <m:r>
                      <a:rPr lang="zh-CN" altLang="en-US" sz="2800" i="1">
                        <a:solidFill>
                          <a:schemeClr val="bg1"/>
                        </a:solidFill>
                        <a:latin typeface="Cambria Math" panose="02040503050406030204" pitchFamily="18" charset="0"/>
                      </a:rPr>
                      <m:t>,</m:t>
                    </m:r>
                    <m:r>
                      <a:rPr lang="zh-CN" altLang="en-US" sz="2800" i="1">
                        <a:solidFill>
                          <a:schemeClr val="bg1"/>
                        </a:solidFill>
                        <a:latin typeface="Cambria Math" panose="02040503050406030204" pitchFamily="18" charset="0"/>
                      </a:rPr>
                      <m:t>𝑡</m:t>
                    </m:r>
                    <m:r>
                      <a:rPr lang="zh-CN" altLang="en-US" sz="2800" i="1">
                        <a:solidFill>
                          <a:schemeClr val="bg1"/>
                        </a:solidFill>
                        <a:latin typeface="Cambria Math" panose="02040503050406030204" pitchFamily="18" charset="0"/>
                      </a:rPr>
                      <m:t>)</m:t>
                    </m:r>
                  </m:oMath>
                </a14:m>
                <a:r>
                  <a:rPr lang="zh-CN" altLang="en-US" sz="2800" b="1" dirty="0">
                    <a:solidFill>
                      <a:schemeClr val="bg1"/>
                    </a:solidFill>
                  </a:rPr>
                  <a:t>在 </a:t>
                </a:r>
                <a14:m>
                  <m:oMath xmlns:m="http://schemas.openxmlformats.org/officeDocument/2006/math">
                    <m:sSub>
                      <m:sSubPr>
                        <m:ctrlPr>
                          <a:rPr lang="zh-CN" altLang="en-US" sz="2800" i="1" smtClean="0">
                            <a:solidFill>
                              <a:schemeClr val="bg1"/>
                            </a:solidFill>
                            <a:latin typeface="Cambria Math" panose="02040503050406030204" pitchFamily="18" charset="0"/>
                          </a:rPr>
                        </m:ctrlPr>
                      </m:sSubPr>
                      <m:e>
                        <m:r>
                          <a:rPr lang="zh-CN" altLang="en-US" sz="2800" i="1">
                            <a:solidFill>
                              <a:schemeClr val="bg1"/>
                            </a:solidFill>
                            <a:latin typeface="Cambria Math" panose="02040503050406030204" pitchFamily="18" charset="0"/>
                          </a:rPr>
                          <m:t>𝐵</m:t>
                        </m:r>
                      </m:e>
                      <m:sub>
                        <m:r>
                          <a:rPr lang="zh-CN" altLang="en-US" sz="2800" i="1">
                            <a:solidFill>
                              <a:schemeClr val="bg1"/>
                            </a:solidFill>
                            <a:latin typeface="Cambria Math" panose="02040503050406030204" pitchFamily="18" charset="0"/>
                          </a:rPr>
                          <m:t>𝛿</m:t>
                        </m:r>
                      </m:sub>
                    </m:sSub>
                    <m:r>
                      <a:rPr lang="zh-CN" altLang="en-US" sz="2800" i="1">
                        <a:solidFill>
                          <a:schemeClr val="bg1"/>
                        </a:solidFill>
                        <a:latin typeface="Cambria Math" panose="02040503050406030204" pitchFamily="18" charset="0"/>
                      </a:rPr>
                      <m:t>×[0,  ∞)</m:t>
                    </m:r>
                  </m:oMath>
                </a14:m>
                <a:r>
                  <a:rPr lang="zh-CN" altLang="en-US" sz="2800" b="1" dirty="0"/>
                  <a:t>连续可微</a:t>
                </a:r>
                <a:r>
                  <a:rPr lang="en-US" altLang="zh-CN" sz="2800" b="1" dirty="0"/>
                  <a:t>/Lipschitz</a:t>
                </a:r>
                <a:r>
                  <a:rPr lang="zh-CN" altLang="en-US" sz="2800" b="1" dirty="0"/>
                  <a:t>连续，且</a:t>
                </a:r>
                <a:r>
                  <a:rPr lang="en-US" altLang="zh-CN" sz="2800" b="1" dirty="0"/>
                  <a:t>Jacobi</a:t>
                </a:r>
                <a:r>
                  <a:rPr lang="zh-CN" altLang="en-US" sz="2800" b="1" dirty="0"/>
                  <a:t>矩阵 </a:t>
                </a:r>
                <a14:m>
                  <m:oMath xmlns:m="http://schemas.openxmlformats.org/officeDocument/2006/math">
                    <m:f>
                      <m:fPr>
                        <m:type m:val="lin"/>
                        <m:ctrlPr>
                          <a:rPr lang="zh-CN" altLang="en-US" sz="2800" i="1" smtClean="0">
                            <a:solidFill>
                              <a:schemeClr val="bg1"/>
                            </a:solidFill>
                            <a:latin typeface="Cambria Math" panose="02040503050406030204" pitchFamily="18" charset="0"/>
                          </a:rPr>
                        </m:ctrlPr>
                      </m:fPr>
                      <m:num>
                        <m:r>
                          <a:rPr lang="zh-CN" altLang="en-US" sz="2800" i="1">
                            <a:solidFill>
                              <a:schemeClr val="bg1"/>
                            </a:solidFill>
                            <a:latin typeface="Cambria Math" panose="02040503050406030204" pitchFamily="18" charset="0"/>
                          </a:rPr>
                          <m:t>𝜕</m:t>
                        </m:r>
                        <m:r>
                          <a:rPr lang="en-US" altLang="zh-CN" sz="2800" b="1" i="1" smtClean="0">
                            <a:solidFill>
                              <a:schemeClr val="bg1"/>
                            </a:solidFill>
                            <a:latin typeface="Cambria Math" panose="02040503050406030204" pitchFamily="18" charset="0"/>
                          </a:rPr>
                          <m:t>𝒇</m:t>
                        </m:r>
                      </m:num>
                      <m:den>
                        <m:r>
                          <a:rPr lang="zh-CN" altLang="en-US" sz="2800" i="1">
                            <a:solidFill>
                              <a:schemeClr val="bg1"/>
                            </a:solidFill>
                            <a:latin typeface="Cambria Math" panose="02040503050406030204" pitchFamily="18" charset="0"/>
                          </a:rPr>
                          <m:t>𝜕</m:t>
                        </m:r>
                        <m:r>
                          <a:rPr lang="en-US" altLang="zh-CN" sz="2800" b="1" i="1" smtClean="0">
                            <a:solidFill>
                              <a:schemeClr val="bg1"/>
                            </a:solidFill>
                            <a:latin typeface="Cambria Math" panose="02040503050406030204" pitchFamily="18" charset="0"/>
                          </a:rPr>
                          <m:t>𝒙</m:t>
                        </m:r>
                      </m:den>
                    </m:f>
                  </m:oMath>
                </a14:m>
                <a:r>
                  <a:rPr lang="zh-CN" altLang="en-US" sz="2800" b="1" dirty="0">
                    <a:solidFill>
                      <a:schemeClr val="bg1"/>
                    </a:solidFill>
                  </a:rPr>
                  <a:t> </a:t>
                </a:r>
                <a:r>
                  <a:rPr lang="zh-CN" altLang="en-US" sz="2800" b="1" dirty="0"/>
                  <a:t>在 </a:t>
                </a:r>
                <a14:m>
                  <m:oMath xmlns:m="http://schemas.openxmlformats.org/officeDocument/2006/math">
                    <m:sSub>
                      <m:sSubPr>
                        <m:ctrlPr>
                          <a:rPr lang="zh-CN" altLang="en-US" sz="2800" i="1" smtClean="0">
                            <a:solidFill>
                              <a:schemeClr val="bg1"/>
                            </a:solidFill>
                            <a:latin typeface="Cambria Math" panose="02040503050406030204" pitchFamily="18" charset="0"/>
                          </a:rPr>
                        </m:ctrlPr>
                      </m:sSubPr>
                      <m:e>
                        <m:r>
                          <a:rPr lang="zh-CN" altLang="en-US" sz="2800" i="1">
                            <a:solidFill>
                              <a:schemeClr val="bg1"/>
                            </a:solidFill>
                            <a:latin typeface="Cambria Math" panose="02040503050406030204" pitchFamily="18" charset="0"/>
                          </a:rPr>
                          <m:t>𝐵</m:t>
                        </m:r>
                      </m:e>
                      <m:sub>
                        <m:r>
                          <a:rPr lang="zh-CN" altLang="en-US" sz="2800" i="1">
                            <a:solidFill>
                              <a:schemeClr val="bg1"/>
                            </a:solidFill>
                            <a:latin typeface="Cambria Math" panose="02040503050406030204" pitchFamily="18" charset="0"/>
                          </a:rPr>
                          <m:t>𝛿</m:t>
                        </m:r>
                      </m:sub>
                    </m:sSub>
                  </m:oMath>
                </a14:m>
                <a:r>
                  <a:rPr lang="zh-CN" altLang="en-US" sz="2800" b="1" dirty="0"/>
                  <a:t>上对时间</a:t>
                </a:r>
                <a:r>
                  <a:rPr lang="en-US" altLang="zh-CN" sz="2800" b="1" i="1" dirty="0"/>
                  <a:t>t</a:t>
                </a:r>
                <a:r>
                  <a:rPr lang="zh-CN" altLang="en-US" sz="2800" b="1" dirty="0"/>
                  <a:t>一致有界</a:t>
                </a:r>
                <a:endParaRPr lang="en-US" altLang="zh-CN" sz="2800" b="1" dirty="0"/>
              </a:p>
            </p:txBody>
          </p:sp>
        </mc:Choice>
        <mc:Fallback xmlns="">
          <p:sp>
            <p:nvSpPr>
              <p:cNvPr id="33" name="内容占位符 2"/>
              <p:cNvSpPr txBox="1">
                <a:spLocks noRot="1" noChangeAspect="1" noMove="1" noResize="1" noEditPoints="1" noAdjustHandles="1" noChangeArrowheads="1" noChangeShapeType="1" noTextEdit="1"/>
              </p:cNvSpPr>
              <p:nvPr/>
            </p:nvSpPr>
            <p:spPr>
              <a:xfrm>
                <a:off x="458445" y="4765584"/>
                <a:ext cx="8382000" cy="1395147"/>
              </a:xfrm>
              <a:prstGeom prst="rect">
                <a:avLst/>
              </a:prstGeom>
              <a:blipFill>
                <a:blip r:embed="rId7"/>
                <a:stretch>
                  <a:fillRect l="-509" b="-9170"/>
                </a:stretch>
              </a:blipFill>
            </p:spPr>
            <p:txBody>
              <a:bodyPr/>
              <a:lstStyle/>
              <a:p>
                <a:r>
                  <a:rPr lang="zh-CN" altLang="en-US">
                    <a:noFill/>
                  </a:rPr>
                  <a:t> </a:t>
                </a:r>
              </a:p>
            </p:txBody>
          </p:sp>
        </mc:Fallback>
      </mc:AlternateContent>
      <p:sp>
        <p:nvSpPr>
          <p:cNvPr id="22" name="日期占位符 3"/>
          <p:cNvSpPr txBox="1">
            <a:spLocks/>
          </p:cNvSpPr>
          <p:nvPr/>
        </p:nvSpPr>
        <p:spPr>
          <a:xfrm>
            <a:off x="457200" y="6476999"/>
            <a:ext cx="2133600" cy="274320"/>
          </a:xfrm>
          <a:prstGeom prst="rect">
            <a:avLst/>
          </a:prstGeom>
        </p:spPr>
        <p:txBody>
          <a:bodyPr vert="horz" lIns="109728" rIns="45720" bIns="0" rtlCol="0" anchor="b"/>
          <a:lstStyle>
            <a:defPPr>
              <a:defRPr lang="zh-CN"/>
            </a:defPPr>
            <a:lvl1pPr marL="0" algn="l" defTabSz="914400" rtl="0" eaLnBrk="1" latinLnBrk="0" hangingPunct="1">
              <a:defRPr kumimoji="0" sz="1800" kern="1200">
                <a:solidFill>
                  <a:srgbClr val="FF0000"/>
                </a:solidFill>
                <a:latin typeface="Times New Roman" pitchFamily="18" charset="0"/>
                <a:ea typeface="+mn-ea"/>
                <a:cs typeface="Times New Roman" pitchFamily="18"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dirty="0"/>
          </a:p>
        </p:txBody>
      </p:sp>
    </p:spTree>
    <p:extLst>
      <p:ext uri="{BB962C8B-B14F-4D97-AF65-F5344CB8AC3E}">
        <p14:creationId xmlns:p14="http://schemas.microsoft.com/office/powerpoint/2010/main" val="414067911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zh-CN" altLang="en-US" dirty="0"/>
              <a:t>一致渐进稳定的逆定理（续）</a:t>
            </a:r>
          </a:p>
        </p:txBody>
      </p:sp>
      <p:sp>
        <p:nvSpPr>
          <p:cNvPr id="7" name="灯片编号占位符 6"/>
          <p:cNvSpPr>
            <a:spLocks noGrp="1"/>
          </p:cNvSpPr>
          <p:nvPr>
            <p:ph type="sldNum" sz="quarter" idx="12"/>
          </p:nvPr>
        </p:nvSpPr>
        <p:spPr/>
        <p:txBody>
          <a:bodyPr/>
          <a:lstStyle/>
          <a:p>
            <a:fld id="{58C210BB-F110-452C-89E7-9EA0A8D47DCE}" type="slidenum">
              <a:rPr lang="zh-CN" altLang="en-US" smtClean="0"/>
              <a:pPr/>
              <a:t>43</a:t>
            </a:fld>
            <a:endParaRPr lang="zh-CN" altLang="en-US" dirty="0"/>
          </a:p>
        </p:txBody>
      </p:sp>
      <mc:AlternateContent xmlns:mc="http://schemas.openxmlformats.org/markup-compatibility/2006" xmlns:a14="http://schemas.microsoft.com/office/drawing/2010/main">
        <mc:Choice Requires="a14">
          <p:sp>
            <p:nvSpPr>
              <p:cNvPr id="19" name="内容占位符 2"/>
              <p:cNvSpPr txBox="1">
                <a:spLocks/>
              </p:cNvSpPr>
              <p:nvPr/>
            </p:nvSpPr>
            <p:spPr>
              <a:xfrm>
                <a:off x="438472" y="1052736"/>
                <a:ext cx="8382000" cy="1440160"/>
              </a:xfrm>
              <a:prstGeom prst="rect">
                <a:avLst/>
              </a:prstGeom>
            </p:spPr>
            <p:txBody>
              <a:bodyPr vert="horz" lIns="54864" tIns="91440" rtlCol="0">
                <a:normAutofit/>
              </a:bodyPr>
              <a:lstStyle>
                <a:lvl1pPr marL="438912" indent="-320040" algn="l" rtl="0" eaLnBrk="1" latinLnBrk="0" hangingPunct="1">
                  <a:spcBef>
                    <a:spcPts val="0"/>
                  </a:spcBef>
                  <a:buClr>
                    <a:schemeClr val="accent1"/>
                  </a:buClr>
                  <a:buSzPct val="80000"/>
                  <a:buFont typeface="Wingdings 2"/>
                  <a:buChar char=""/>
                  <a:defRPr kumimoji="0" sz="3200" kern="1200">
                    <a:solidFill>
                      <a:schemeClr val="bg1"/>
                    </a:solidFill>
                    <a:latin typeface="Times New Roman" pitchFamily="18" charset="0"/>
                    <a:ea typeface="+mn-ea"/>
                    <a:cs typeface="Times New Roman" pitchFamily="18" charset="0"/>
                  </a:defRPr>
                </a:lvl1pPr>
                <a:lvl2pPr marL="731520" indent="-274320" algn="l" rtl="0" eaLnBrk="1" latinLnBrk="0" hangingPunct="1">
                  <a:spcBef>
                    <a:spcPct val="20000"/>
                  </a:spcBef>
                  <a:buClr>
                    <a:schemeClr val="accent2"/>
                  </a:buClr>
                  <a:buSzPct val="90000"/>
                  <a:buFont typeface="Wingdings"/>
                  <a:buChar char=""/>
                  <a:defRPr kumimoji="0" sz="2800" kern="1200">
                    <a:solidFill>
                      <a:schemeClr val="bg1"/>
                    </a:solidFill>
                    <a:latin typeface="Times New Roman" pitchFamily="18" charset="0"/>
                    <a:ea typeface="+mn-ea"/>
                    <a:cs typeface="Times New Roman" pitchFamily="18" charset="0"/>
                  </a:defRPr>
                </a:lvl2pPr>
                <a:lvl3pPr marL="996696" indent="-228600" algn="l" rtl="0" eaLnBrk="1" latinLnBrk="0" hangingPunct="1">
                  <a:spcBef>
                    <a:spcPct val="20000"/>
                  </a:spcBef>
                  <a:buClr>
                    <a:schemeClr val="accent3"/>
                  </a:buClr>
                  <a:buFont typeface="Arial"/>
                  <a:buChar char="▪"/>
                  <a:defRPr kumimoji="0" sz="2400" kern="1200">
                    <a:solidFill>
                      <a:schemeClr val="bg1"/>
                    </a:solidFill>
                    <a:latin typeface="Times New Roman" pitchFamily="18" charset="0"/>
                    <a:ea typeface="+mn-ea"/>
                    <a:cs typeface="Times New Roman" pitchFamily="18" charset="0"/>
                  </a:defRPr>
                </a:lvl3pPr>
                <a:lvl4pPr marL="1216152" indent="-182880" algn="l" rtl="0" eaLnBrk="1" latinLnBrk="0" hangingPunct="1">
                  <a:spcBef>
                    <a:spcPct val="20000"/>
                  </a:spcBef>
                  <a:buClr>
                    <a:schemeClr val="accent4"/>
                  </a:buClr>
                  <a:buFont typeface="Arial"/>
                  <a:buChar char="▪"/>
                  <a:defRPr kumimoji="0" sz="2000" kern="1200">
                    <a:solidFill>
                      <a:schemeClr val="bg1"/>
                    </a:solidFill>
                    <a:latin typeface="Times New Roman" pitchFamily="18" charset="0"/>
                    <a:ea typeface="+mn-ea"/>
                    <a:cs typeface="Times New Roman" pitchFamily="18" charset="0"/>
                  </a:defRPr>
                </a:lvl4pPr>
                <a:lvl5pPr marL="1426464" indent="-182880" algn="l" rtl="0" eaLnBrk="1" latinLnBrk="0" hangingPunct="1">
                  <a:spcBef>
                    <a:spcPct val="20000"/>
                  </a:spcBef>
                  <a:buClr>
                    <a:schemeClr val="accent5"/>
                  </a:buClr>
                  <a:buFont typeface="Wingdings 3"/>
                  <a:buChar char=""/>
                  <a:defRPr kumimoji="0" lang="en-US" sz="2000" kern="1200" smtClean="0">
                    <a:solidFill>
                      <a:schemeClr val="tx1"/>
                    </a:solidFill>
                    <a:latin typeface="Times New Roman" pitchFamily="18" charset="0"/>
                    <a:ea typeface="+mn-ea"/>
                    <a:cs typeface="Times New Roman" pitchFamily="18" charset="0"/>
                  </a:defRPr>
                </a:lvl5pPr>
                <a:lvl6pPr marL="1627632" indent="-182880" algn="l" rtl="0" eaLnBrk="1" latinLnBrk="0" hangingPunct="1">
                  <a:spcBef>
                    <a:spcPct val="20000"/>
                  </a:spcBef>
                  <a:buClr>
                    <a:schemeClr val="accent6"/>
                  </a:buClr>
                  <a:buSzPct val="100000"/>
                  <a:buFont typeface="Wingdings 2"/>
                  <a:buChar char=""/>
                  <a:defRPr kumimoji="0" sz="2000" kern="1200">
                    <a:solidFill>
                      <a:schemeClr val="tx1"/>
                    </a:solidFill>
                    <a:latin typeface="+mn-lt"/>
                    <a:ea typeface="+mn-ea"/>
                    <a:cs typeface="+mn-cs"/>
                  </a:defRPr>
                </a:lvl6pPr>
                <a:lvl7pPr marL="1828800" indent="-182880" algn="l" rtl="0" eaLnBrk="1" latinLnBrk="0" hangingPunct="1">
                  <a:spcBef>
                    <a:spcPct val="20000"/>
                  </a:spcBef>
                  <a:buClr>
                    <a:schemeClr val="accent1"/>
                  </a:buClr>
                  <a:buSzPct val="100000"/>
                  <a:buFont typeface="Wingdings 2"/>
                  <a:buChar char=""/>
                  <a:defRPr kumimoji="0" sz="1800" kern="1200">
                    <a:solidFill>
                      <a:schemeClr val="tx1"/>
                    </a:solidFill>
                    <a:latin typeface="+mn-lt"/>
                    <a:ea typeface="+mn-ea"/>
                    <a:cs typeface="+mn-cs"/>
                  </a:defRPr>
                </a:lvl7pPr>
                <a:lvl8pPr marL="2029968" indent="-182880" algn="l" rtl="0" eaLnBrk="1" latinLnBrk="0" hangingPunct="1">
                  <a:spcBef>
                    <a:spcPct val="20000"/>
                  </a:spcBef>
                  <a:buClr>
                    <a:schemeClr val="accent2"/>
                  </a:buClr>
                  <a:buFont typeface="Wingdings 2" pitchFamily="18" charset="2"/>
                  <a:buChar char=""/>
                  <a:defRPr kumimoji="0" sz="1800" kern="1200">
                    <a:solidFill>
                      <a:schemeClr val="tx1"/>
                    </a:solidFill>
                    <a:latin typeface="+mn-lt"/>
                    <a:ea typeface="+mn-ea"/>
                    <a:cs typeface="+mn-cs"/>
                  </a:defRPr>
                </a:lvl8pPr>
                <a:lvl9pPr marL="2231136" indent="-182880" algn="l" rtl="0" eaLnBrk="1" latinLnBrk="0" hangingPunct="1">
                  <a:spcBef>
                    <a:spcPct val="20000"/>
                  </a:spcBef>
                  <a:buClr>
                    <a:schemeClr val="accent3"/>
                  </a:buClr>
                  <a:buFont typeface="Wingdings 2" pitchFamily="18" charset="2"/>
                  <a:buChar char=""/>
                  <a:defRPr kumimoji="0" sz="1800" kern="1200" baseline="0">
                    <a:solidFill>
                      <a:schemeClr val="tx1"/>
                    </a:solidFill>
                    <a:latin typeface="+mn-lt"/>
                    <a:ea typeface="+mn-ea"/>
                    <a:cs typeface="+mn-cs"/>
                  </a:defRPr>
                </a:lvl9pPr>
                <a:extLst/>
              </a:lstStyle>
              <a:p>
                <a:pPr marL="118872" indent="0">
                  <a:lnSpc>
                    <a:spcPct val="150000"/>
                  </a:lnSpc>
                  <a:buNone/>
                </a:pPr>
                <a:r>
                  <a:rPr lang="zh-CN" altLang="en-US" sz="2800" b="1" dirty="0">
                    <a:solidFill>
                      <a:schemeClr val="bg1"/>
                    </a:solidFill>
                  </a:rPr>
                  <a:t>那么，必然存在</a:t>
                </a:r>
                <a:r>
                  <a:rPr lang="zh-CN" altLang="en-US" sz="2800" b="1" dirty="0">
                    <a:solidFill>
                      <a:srgbClr val="FFFF00"/>
                    </a:solidFill>
                  </a:rPr>
                  <a:t>正定函数 </a:t>
                </a:r>
                <a14:m>
                  <m:oMath xmlns:m="http://schemas.openxmlformats.org/officeDocument/2006/math">
                    <m:sSub>
                      <m:sSubPr>
                        <m:ctrlPr>
                          <a:rPr lang="zh-CN" altLang="en-US" sz="2800" i="1">
                            <a:solidFill>
                              <a:srgbClr val="FFFF00"/>
                            </a:solidFill>
                            <a:latin typeface="Cambria Math" panose="02040503050406030204" pitchFamily="18" charset="0"/>
                          </a:rPr>
                        </m:ctrlPr>
                      </m:sSubPr>
                      <m:e>
                        <m:r>
                          <a:rPr lang="zh-CN" altLang="en-US" sz="2800" i="1">
                            <a:solidFill>
                              <a:srgbClr val="FFFF00"/>
                            </a:solidFill>
                            <a:latin typeface="Cambria Math" panose="02040503050406030204" pitchFamily="18" charset="0"/>
                          </a:rPr>
                          <m:t>𝑊</m:t>
                        </m:r>
                      </m:e>
                      <m:sub>
                        <m:r>
                          <a:rPr lang="zh-CN" altLang="en-US" sz="2800" i="1">
                            <a:solidFill>
                              <a:srgbClr val="FFFF00"/>
                            </a:solidFill>
                            <a:latin typeface="Cambria Math" panose="02040503050406030204" pitchFamily="18" charset="0"/>
                          </a:rPr>
                          <m:t>1</m:t>
                        </m:r>
                      </m:sub>
                    </m:sSub>
                    <m:d>
                      <m:dPr>
                        <m:ctrlPr>
                          <a:rPr lang="zh-CN" altLang="en-US" sz="2800" i="1">
                            <a:solidFill>
                              <a:srgbClr val="FFFF00"/>
                            </a:solidFill>
                            <a:latin typeface="Cambria Math" panose="02040503050406030204" pitchFamily="18" charset="0"/>
                          </a:rPr>
                        </m:ctrlPr>
                      </m:dPr>
                      <m:e>
                        <m:r>
                          <a:rPr lang="zh-CN" altLang="en-US" sz="2800" b="1" i="1">
                            <a:solidFill>
                              <a:srgbClr val="FFFF00"/>
                            </a:solidFill>
                            <a:latin typeface="Cambria Math" panose="02040503050406030204" pitchFamily="18" charset="0"/>
                          </a:rPr>
                          <m:t>𝒙</m:t>
                        </m:r>
                      </m:e>
                    </m:d>
                    <m:r>
                      <a:rPr lang="zh-CN" altLang="en-US" sz="2800" b="1" i="1">
                        <a:solidFill>
                          <a:srgbClr val="FFFF00"/>
                        </a:solidFill>
                        <a:latin typeface="Cambria Math" panose="02040503050406030204" pitchFamily="18" charset="0"/>
                      </a:rPr>
                      <m:t>，</m:t>
                    </m:r>
                    <m:sSub>
                      <m:sSubPr>
                        <m:ctrlPr>
                          <a:rPr lang="zh-CN" altLang="en-US" sz="2800" i="1">
                            <a:solidFill>
                              <a:srgbClr val="FFFF00"/>
                            </a:solidFill>
                            <a:latin typeface="Cambria Math" panose="02040503050406030204" pitchFamily="18" charset="0"/>
                          </a:rPr>
                        </m:ctrlPr>
                      </m:sSubPr>
                      <m:e>
                        <m:r>
                          <a:rPr lang="zh-CN" altLang="en-US" sz="2800" i="1">
                            <a:solidFill>
                              <a:srgbClr val="FFFF00"/>
                            </a:solidFill>
                            <a:latin typeface="Cambria Math" panose="02040503050406030204" pitchFamily="18" charset="0"/>
                          </a:rPr>
                          <m:t>𝑊</m:t>
                        </m:r>
                      </m:e>
                      <m:sub>
                        <m:r>
                          <a:rPr lang="zh-CN" altLang="en-US" sz="2800" i="1">
                            <a:solidFill>
                              <a:srgbClr val="FFFF00"/>
                            </a:solidFill>
                            <a:latin typeface="Cambria Math" panose="02040503050406030204" pitchFamily="18" charset="0"/>
                          </a:rPr>
                          <m:t>2</m:t>
                        </m:r>
                      </m:sub>
                    </m:sSub>
                    <m:r>
                      <a:rPr lang="zh-CN" altLang="en-US" sz="2800" i="1">
                        <a:solidFill>
                          <a:srgbClr val="FFFF00"/>
                        </a:solidFill>
                        <a:latin typeface="Cambria Math" panose="02040503050406030204" pitchFamily="18" charset="0"/>
                      </a:rPr>
                      <m:t>(</m:t>
                    </m:r>
                    <m:r>
                      <a:rPr lang="zh-CN" altLang="en-US" sz="2800" b="1" i="1">
                        <a:solidFill>
                          <a:srgbClr val="FFFF00"/>
                        </a:solidFill>
                        <a:latin typeface="Cambria Math" panose="02040503050406030204" pitchFamily="18" charset="0"/>
                      </a:rPr>
                      <m:t>𝒙</m:t>
                    </m:r>
                    <m:r>
                      <a:rPr lang="zh-CN" altLang="en-US" sz="2800" i="1">
                        <a:solidFill>
                          <a:srgbClr val="FFFF00"/>
                        </a:solidFill>
                        <a:latin typeface="Cambria Math" panose="02040503050406030204" pitchFamily="18" charset="0"/>
                      </a:rPr>
                      <m:t>)，</m:t>
                    </m:r>
                    <m:sSub>
                      <m:sSubPr>
                        <m:ctrlPr>
                          <a:rPr lang="zh-CN" altLang="en-US" sz="2800" i="1">
                            <a:solidFill>
                              <a:srgbClr val="FFFF00"/>
                            </a:solidFill>
                            <a:latin typeface="Cambria Math" panose="02040503050406030204" pitchFamily="18" charset="0"/>
                          </a:rPr>
                        </m:ctrlPr>
                      </m:sSubPr>
                      <m:e>
                        <m:r>
                          <a:rPr lang="zh-CN" altLang="en-US" sz="2800" i="1">
                            <a:solidFill>
                              <a:srgbClr val="FFFF00"/>
                            </a:solidFill>
                            <a:latin typeface="Cambria Math" panose="02040503050406030204" pitchFamily="18" charset="0"/>
                          </a:rPr>
                          <m:t>𝑊</m:t>
                        </m:r>
                      </m:e>
                      <m:sub>
                        <m:r>
                          <a:rPr lang="zh-CN" altLang="en-US" sz="2800" i="1">
                            <a:solidFill>
                              <a:srgbClr val="FFFF00"/>
                            </a:solidFill>
                            <a:latin typeface="Cambria Math" panose="02040503050406030204" pitchFamily="18" charset="0"/>
                          </a:rPr>
                          <m:t>3</m:t>
                        </m:r>
                      </m:sub>
                    </m:sSub>
                    <m:r>
                      <a:rPr lang="zh-CN" altLang="en-US" sz="2800" i="1">
                        <a:solidFill>
                          <a:srgbClr val="FFFF00"/>
                        </a:solidFill>
                        <a:latin typeface="Cambria Math" panose="02040503050406030204" pitchFamily="18" charset="0"/>
                      </a:rPr>
                      <m:t>(</m:t>
                    </m:r>
                    <m:r>
                      <a:rPr lang="zh-CN" altLang="en-US" sz="2800" b="1" i="1">
                        <a:solidFill>
                          <a:srgbClr val="FFFF00"/>
                        </a:solidFill>
                        <a:latin typeface="Cambria Math" panose="02040503050406030204" pitchFamily="18" charset="0"/>
                      </a:rPr>
                      <m:t>𝒙</m:t>
                    </m:r>
                    <m:r>
                      <a:rPr lang="zh-CN" altLang="en-US" sz="2800" i="1">
                        <a:solidFill>
                          <a:srgbClr val="FFFF00"/>
                        </a:solidFill>
                        <a:latin typeface="Cambria Math" panose="02040503050406030204" pitchFamily="18" charset="0"/>
                      </a:rPr>
                      <m:t>)</m:t>
                    </m:r>
                  </m:oMath>
                </a14:m>
                <a:r>
                  <a:rPr lang="zh-CN" altLang="en-US" sz="2800" b="1" dirty="0">
                    <a:solidFill>
                      <a:srgbClr val="FFFF00"/>
                    </a:solidFill>
                  </a:rPr>
                  <a:t> </a:t>
                </a:r>
                <a:r>
                  <a:rPr lang="zh-CN" altLang="en-US" sz="2800" b="1" dirty="0">
                    <a:solidFill>
                      <a:schemeClr val="bg1"/>
                    </a:solidFill>
                  </a:rPr>
                  <a:t>，</a:t>
                </a:r>
                <a:br>
                  <a:rPr lang="en-US" altLang="zh-CN" sz="2800" b="1" dirty="0">
                    <a:solidFill>
                      <a:schemeClr val="bg1"/>
                    </a:solidFill>
                  </a:rPr>
                </a:br>
                <a:r>
                  <a:rPr lang="zh-CN" altLang="en-US" sz="2800" b="1" dirty="0">
                    <a:solidFill>
                      <a:schemeClr val="bg1"/>
                    </a:solidFill>
                  </a:rPr>
                  <a:t>在</a:t>
                </a:r>
                <a14:m>
                  <m:oMath xmlns:m="http://schemas.openxmlformats.org/officeDocument/2006/math">
                    <m:sSub>
                      <m:sSubPr>
                        <m:ctrlPr>
                          <a:rPr lang="zh-CN" altLang="en-US" sz="2800" i="1" smtClean="0">
                            <a:solidFill>
                              <a:schemeClr val="bg1"/>
                            </a:solidFill>
                            <a:latin typeface="Cambria Math" panose="02040503050406030204" pitchFamily="18" charset="0"/>
                          </a:rPr>
                        </m:ctrlPr>
                      </m:sSubPr>
                      <m:e>
                        <m:r>
                          <a:rPr lang="zh-CN" altLang="en-US" sz="2800" i="1">
                            <a:solidFill>
                              <a:schemeClr val="bg1"/>
                            </a:solidFill>
                            <a:latin typeface="Cambria Math" panose="02040503050406030204" pitchFamily="18" charset="0"/>
                          </a:rPr>
                          <m:t>𝐵</m:t>
                        </m:r>
                      </m:e>
                      <m:sub>
                        <m:r>
                          <a:rPr lang="zh-CN" altLang="en-US" sz="2800" i="1">
                            <a:solidFill>
                              <a:schemeClr val="bg1"/>
                            </a:solidFill>
                            <a:latin typeface="Cambria Math" panose="02040503050406030204" pitchFamily="18" charset="0"/>
                          </a:rPr>
                          <m:t>𝛿</m:t>
                        </m:r>
                      </m:sub>
                    </m:sSub>
                  </m:oMath>
                </a14:m>
                <a:r>
                  <a:rPr lang="zh-CN" altLang="en-US" sz="2800" b="1" dirty="0">
                    <a:solidFill>
                      <a:schemeClr val="bg1"/>
                    </a:solidFill>
                  </a:rPr>
                  <a:t> 上满足</a:t>
                </a:r>
                <a:endParaRPr lang="en-US" altLang="zh-CN" sz="2800" b="1" dirty="0">
                  <a:solidFill>
                    <a:schemeClr val="bg1"/>
                  </a:solidFill>
                </a:endParaRPr>
              </a:p>
            </p:txBody>
          </p:sp>
        </mc:Choice>
        <mc:Fallback xmlns="">
          <p:sp>
            <p:nvSpPr>
              <p:cNvPr id="19" name="内容占位符 2"/>
              <p:cNvSpPr txBox="1">
                <a:spLocks noRot="1" noChangeAspect="1" noMove="1" noResize="1" noEditPoints="1" noAdjustHandles="1" noChangeArrowheads="1" noChangeShapeType="1" noTextEdit="1"/>
              </p:cNvSpPr>
              <p:nvPr/>
            </p:nvSpPr>
            <p:spPr>
              <a:xfrm>
                <a:off x="438472" y="1052736"/>
                <a:ext cx="8382000" cy="1440160"/>
              </a:xfrm>
              <a:prstGeom prst="rect">
                <a:avLst/>
              </a:prstGeom>
              <a:blipFill>
                <a:blip r:embed="rId3"/>
                <a:stretch>
                  <a:fillRect l="-582" r="-291" b="-5932"/>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35" name="内容占位符 2"/>
              <p:cNvSpPr txBox="1">
                <a:spLocks/>
              </p:cNvSpPr>
              <p:nvPr/>
            </p:nvSpPr>
            <p:spPr>
              <a:xfrm>
                <a:off x="438472" y="4725144"/>
                <a:ext cx="8382000" cy="1426342"/>
              </a:xfrm>
              <a:prstGeom prst="rect">
                <a:avLst/>
              </a:prstGeom>
            </p:spPr>
            <p:txBody>
              <a:bodyPr vert="horz" lIns="54864" tIns="91440" rtlCol="0">
                <a:normAutofit/>
              </a:bodyPr>
              <a:lstStyle>
                <a:lvl1pPr marL="438912" indent="-320040" algn="l" rtl="0" eaLnBrk="1" latinLnBrk="0" hangingPunct="1">
                  <a:spcBef>
                    <a:spcPts val="0"/>
                  </a:spcBef>
                  <a:buClr>
                    <a:schemeClr val="accent1"/>
                  </a:buClr>
                  <a:buSzPct val="80000"/>
                  <a:buFont typeface="Wingdings 2"/>
                  <a:buChar char=""/>
                  <a:defRPr kumimoji="0" sz="3200" kern="1200">
                    <a:solidFill>
                      <a:schemeClr val="bg1"/>
                    </a:solidFill>
                    <a:latin typeface="Times New Roman" pitchFamily="18" charset="0"/>
                    <a:ea typeface="+mn-ea"/>
                    <a:cs typeface="Times New Roman" pitchFamily="18" charset="0"/>
                  </a:defRPr>
                </a:lvl1pPr>
                <a:lvl2pPr marL="731520" indent="-274320" algn="l" rtl="0" eaLnBrk="1" latinLnBrk="0" hangingPunct="1">
                  <a:spcBef>
                    <a:spcPct val="20000"/>
                  </a:spcBef>
                  <a:buClr>
                    <a:schemeClr val="accent2"/>
                  </a:buClr>
                  <a:buSzPct val="90000"/>
                  <a:buFont typeface="Wingdings"/>
                  <a:buChar char=""/>
                  <a:defRPr kumimoji="0" sz="2800" kern="1200">
                    <a:solidFill>
                      <a:schemeClr val="bg1"/>
                    </a:solidFill>
                    <a:latin typeface="Times New Roman" pitchFamily="18" charset="0"/>
                    <a:ea typeface="+mn-ea"/>
                    <a:cs typeface="Times New Roman" pitchFamily="18" charset="0"/>
                  </a:defRPr>
                </a:lvl2pPr>
                <a:lvl3pPr marL="996696" indent="-228600" algn="l" rtl="0" eaLnBrk="1" latinLnBrk="0" hangingPunct="1">
                  <a:spcBef>
                    <a:spcPct val="20000"/>
                  </a:spcBef>
                  <a:buClr>
                    <a:schemeClr val="accent3"/>
                  </a:buClr>
                  <a:buFont typeface="Arial"/>
                  <a:buChar char="▪"/>
                  <a:defRPr kumimoji="0" sz="2400" kern="1200">
                    <a:solidFill>
                      <a:schemeClr val="bg1"/>
                    </a:solidFill>
                    <a:latin typeface="Times New Roman" pitchFamily="18" charset="0"/>
                    <a:ea typeface="+mn-ea"/>
                    <a:cs typeface="Times New Roman" pitchFamily="18" charset="0"/>
                  </a:defRPr>
                </a:lvl3pPr>
                <a:lvl4pPr marL="1216152" indent="-182880" algn="l" rtl="0" eaLnBrk="1" latinLnBrk="0" hangingPunct="1">
                  <a:spcBef>
                    <a:spcPct val="20000"/>
                  </a:spcBef>
                  <a:buClr>
                    <a:schemeClr val="accent4"/>
                  </a:buClr>
                  <a:buFont typeface="Arial"/>
                  <a:buChar char="▪"/>
                  <a:defRPr kumimoji="0" sz="2000" kern="1200">
                    <a:solidFill>
                      <a:schemeClr val="bg1"/>
                    </a:solidFill>
                    <a:latin typeface="Times New Roman" pitchFamily="18" charset="0"/>
                    <a:ea typeface="+mn-ea"/>
                    <a:cs typeface="Times New Roman" pitchFamily="18" charset="0"/>
                  </a:defRPr>
                </a:lvl4pPr>
                <a:lvl5pPr marL="1426464" indent="-182880" algn="l" rtl="0" eaLnBrk="1" latinLnBrk="0" hangingPunct="1">
                  <a:spcBef>
                    <a:spcPct val="20000"/>
                  </a:spcBef>
                  <a:buClr>
                    <a:schemeClr val="accent5"/>
                  </a:buClr>
                  <a:buFont typeface="Wingdings 3"/>
                  <a:buChar char=""/>
                  <a:defRPr kumimoji="0" lang="en-US" sz="2000" kern="1200" smtClean="0">
                    <a:solidFill>
                      <a:schemeClr val="tx1"/>
                    </a:solidFill>
                    <a:latin typeface="Times New Roman" pitchFamily="18" charset="0"/>
                    <a:ea typeface="+mn-ea"/>
                    <a:cs typeface="Times New Roman" pitchFamily="18" charset="0"/>
                  </a:defRPr>
                </a:lvl5pPr>
                <a:lvl6pPr marL="1627632" indent="-182880" algn="l" rtl="0" eaLnBrk="1" latinLnBrk="0" hangingPunct="1">
                  <a:spcBef>
                    <a:spcPct val="20000"/>
                  </a:spcBef>
                  <a:buClr>
                    <a:schemeClr val="accent6"/>
                  </a:buClr>
                  <a:buSzPct val="100000"/>
                  <a:buFont typeface="Wingdings 2"/>
                  <a:buChar char=""/>
                  <a:defRPr kumimoji="0" sz="2000" kern="1200">
                    <a:solidFill>
                      <a:schemeClr val="tx1"/>
                    </a:solidFill>
                    <a:latin typeface="+mn-lt"/>
                    <a:ea typeface="+mn-ea"/>
                    <a:cs typeface="+mn-cs"/>
                  </a:defRPr>
                </a:lvl6pPr>
                <a:lvl7pPr marL="1828800" indent="-182880" algn="l" rtl="0" eaLnBrk="1" latinLnBrk="0" hangingPunct="1">
                  <a:spcBef>
                    <a:spcPct val="20000"/>
                  </a:spcBef>
                  <a:buClr>
                    <a:schemeClr val="accent1"/>
                  </a:buClr>
                  <a:buSzPct val="100000"/>
                  <a:buFont typeface="Wingdings 2"/>
                  <a:buChar char=""/>
                  <a:defRPr kumimoji="0" sz="1800" kern="1200">
                    <a:solidFill>
                      <a:schemeClr val="tx1"/>
                    </a:solidFill>
                    <a:latin typeface="+mn-lt"/>
                    <a:ea typeface="+mn-ea"/>
                    <a:cs typeface="+mn-cs"/>
                  </a:defRPr>
                </a:lvl7pPr>
                <a:lvl8pPr marL="2029968" indent="-182880" algn="l" rtl="0" eaLnBrk="1" latinLnBrk="0" hangingPunct="1">
                  <a:spcBef>
                    <a:spcPct val="20000"/>
                  </a:spcBef>
                  <a:buClr>
                    <a:schemeClr val="accent2"/>
                  </a:buClr>
                  <a:buFont typeface="Wingdings 2" pitchFamily="18" charset="2"/>
                  <a:buChar char=""/>
                  <a:defRPr kumimoji="0" sz="1800" kern="1200">
                    <a:solidFill>
                      <a:schemeClr val="tx1"/>
                    </a:solidFill>
                    <a:latin typeface="+mn-lt"/>
                    <a:ea typeface="+mn-ea"/>
                    <a:cs typeface="+mn-cs"/>
                  </a:defRPr>
                </a:lvl8pPr>
                <a:lvl9pPr marL="2231136" indent="-182880" algn="l" rtl="0" eaLnBrk="1" latinLnBrk="0" hangingPunct="1">
                  <a:spcBef>
                    <a:spcPct val="20000"/>
                  </a:spcBef>
                  <a:buClr>
                    <a:schemeClr val="accent3"/>
                  </a:buClr>
                  <a:buFont typeface="Wingdings 2" pitchFamily="18" charset="2"/>
                  <a:buChar char=""/>
                  <a:defRPr kumimoji="0" sz="1800" kern="1200" baseline="0">
                    <a:solidFill>
                      <a:schemeClr val="tx1"/>
                    </a:solidFill>
                    <a:latin typeface="+mn-lt"/>
                    <a:ea typeface="+mn-ea"/>
                    <a:cs typeface="+mn-cs"/>
                  </a:defRPr>
                </a:lvl9pPr>
                <a:extLst/>
              </a:lstStyle>
              <a:p>
                <a:pPr>
                  <a:lnSpc>
                    <a:spcPct val="150000"/>
                  </a:lnSpc>
                  <a:buFont typeface="Wingdings" panose="05000000000000000000" pitchFamily="2" charset="2"/>
                  <a:buChar char="Ø"/>
                </a:pPr>
                <a:r>
                  <a:rPr lang="zh-CN" altLang="en-US" sz="2800" b="1" dirty="0"/>
                  <a:t>如果 </a:t>
                </a:r>
                <a14:m>
                  <m:oMath xmlns:m="http://schemas.openxmlformats.org/officeDocument/2006/math">
                    <m:r>
                      <a:rPr lang="zh-CN" altLang="en-US" sz="2800" i="1" smtClean="0">
                        <a:solidFill>
                          <a:schemeClr val="bg1"/>
                        </a:solidFill>
                        <a:latin typeface="Cambria Math" panose="02040503050406030204" pitchFamily="18" charset="0"/>
                      </a:rPr>
                      <m:t>𝑉</m:t>
                    </m:r>
                    <m:r>
                      <a:rPr lang="zh-CN" altLang="en-US" sz="2800" i="1" smtClean="0">
                        <a:solidFill>
                          <a:schemeClr val="bg1"/>
                        </a:solidFill>
                        <a:latin typeface="Cambria Math" panose="02040503050406030204" pitchFamily="18" charset="0"/>
                      </a:rPr>
                      <m:t>(</m:t>
                    </m:r>
                    <m:r>
                      <a:rPr lang="zh-CN" altLang="en-US" sz="2800" b="1" i="1" smtClean="0">
                        <a:solidFill>
                          <a:schemeClr val="bg1"/>
                        </a:solidFill>
                        <a:latin typeface="Cambria Math" panose="02040503050406030204" pitchFamily="18" charset="0"/>
                      </a:rPr>
                      <m:t>𝒙</m:t>
                    </m:r>
                    <m:r>
                      <a:rPr lang="zh-CN" altLang="en-US" sz="2800" i="1" smtClean="0">
                        <a:solidFill>
                          <a:schemeClr val="bg1"/>
                        </a:solidFill>
                        <a:latin typeface="Cambria Math" panose="02040503050406030204" pitchFamily="18" charset="0"/>
                      </a:rPr>
                      <m:t>,</m:t>
                    </m:r>
                    <m:r>
                      <a:rPr lang="zh-CN" altLang="en-US" sz="2800" i="1" smtClean="0">
                        <a:solidFill>
                          <a:schemeClr val="bg1"/>
                        </a:solidFill>
                        <a:latin typeface="Cambria Math" panose="02040503050406030204" pitchFamily="18" charset="0"/>
                      </a:rPr>
                      <m:t>𝑡</m:t>
                    </m:r>
                    <m:r>
                      <a:rPr lang="zh-CN" altLang="en-US" sz="2800" i="1" smtClean="0">
                        <a:solidFill>
                          <a:schemeClr val="bg1"/>
                        </a:solidFill>
                        <a:latin typeface="Cambria Math" panose="02040503050406030204" pitchFamily="18" charset="0"/>
                      </a:rPr>
                      <m:t>) </m:t>
                    </m:r>
                  </m:oMath>
                </a14:m>
                <a:r>
                  <a:rPr lang="zh-CN" altLang="en-US" sz="2800" b="1" dirty="0"/>
                  <a:t>还是</a:t>
                </a:r>
                <a:r>
                  <a:rPr lang="zh-CN" altLang="en-US" sz="2800" b="1" dirty="0">
                    <a:solidFill>
                      <a:srgbClr val="FFFF00"/>
                    </a:solidFill>
                  </a:rPr>
                  <a:t>径向无界的</a:t>
                </a:r>
                <a:r>
                  <a:rPr lang="zh-CN" altLang="en-US" sz="2800" b="1" dirty="0"/>
                  <a:t>，</a:t>
                </a:r>
                <a:br>
                  <a:rPr lang="en-US" altLang="zh-CN" sz="2800" b="1" dirty="0"/>
                </a:br>
                <a:r>
                  <a:rPr lang="en-US" altLang="zh-CN" sz="2800" b="1" dirty="0"/>
                  <a:t>              </a:t>
                </a:r>
                <a:r>
                  <a:rPr lang="zh-CN" altLang="en-US" sz="2800" b="1" dirty="0"/>
                  <a:t>系统是全局一致渐进稳定的。</a:t>
                </a:r>
              </a:p>
            </p:txBody>
          </p:sp>
        </mc:Choice>
        <mc:Fallback>
          <p:sp>
            <p:nvSpPr>
              <p:cNvPr id="35" name="内容占位符 2"/>
              <p:cNvSpPr txBox="1">
                <a:spLocks noRot="1" noChangeAspect="1" noMove="1" noResize="1" noEditPoints="1" noAdjustHandles="1" noChangeArrowheads="1" noChangeShapeType="1" noTextEdit="1"/>
              </p:cNvSpPr>
              <p:nvPr/>
            </p:nvSpPr>
            <p:spPr>
              <a:xfrm>
                <a:off x="438472" y="4725144"/>
                <a:ext cx="8382000" cy="1426342"/>
              </a:xfrm>
              <a:prstGeom prst="rect">
                <a:avLst/>
              </a:prstGeom>
              <a:blipFill>
                <a:blip r:embed="rId4"/>
                <a:stretch>
                  <a:fillRect b="-7265"/>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 name="对象 3"/>
              <p:cNvSpPr txBox="1"/>
              <p:nvPr/>
            </p:nvSpPr>
            <p:spPr bwMode="auto">
              <a:xfrm>
                <a:off x="2489820" y="2691625"/>
                <a:ext cx="4164359" cy="547687"/>
              </a:xfrm>
              <a:prstGeom prst="rect">
                <a:avLst/>
              </a:prstGeom>
              <a:noFill/>
              <a:ln>
                <a:noFill/>
              </a:ln>
            </p:spPr>
            <p:txBody>
              <a:bodyPr>
                <a:noAutofit/>
              </a:bodyPr>
              <a:lstStyle/>
              <a:p>
                <a:pPr/>
                <a14:m>
                  <m:oMathPara xmlns:m="http://schemas.openxmlformats.org/officeDocument/2006/math">
                    <m:oMathParaPr>
                      <m:jc m:val="left"/>
                    </m:oMathParaPr>
                    <m:oMath xmlns:m="http://schemas.openxmlformats.org/officeDocument/2006/math">
                      <m:sSub>
                        <m:sSubPr>
                          <m:ctrlPr>
                            <a:rPr lang="zh-CN" altLang="en-US" sz="2800" i="1" smtClean="0">
                              <a:solidFill>
                                <a:srgbClr val="FFFF00"/>
                              </a:solidFill>
                              <a:latin typeface="Cambria Math" panose="02040503050406030204" pitchFamily="18" charset="0"/>
                            </a:rPr>
                          </m:ctrlPr>
                        </m:sSubPr>
                        <m:e>
                          <m:r>
                            <a:rPr lang="zh-CN" altLang="en-US" sz="2800" i="1">
                              <a:solidFill>
                                <a:srgbClr val="FFFF00"/>
                              </a:solidFill>
                              <a:latin typeface="Cambria Math" panose="02040503050406030204" pitchFamily="18" charset="0"/>
                            </a:rPr>
                            <m:t>𝑊</m:t>
                          </m:r>
                        </m:e>
                        <m:sub>
                          <m:r>
                            <a:rPr lang="zh-CN" altLang="en-US" sz="2800" i="1">
                              <a:solidFill>
                                <a:srgbClr val="FFFF00"/>
                              </a:solidFill>
                              <a:latin typeface="Cambria Math" panose="02040503050406030204" pitchFamily="18" charset="0"/>
                            </a:rPr>
                            <m:t>1</m:t>
                          </m:r>
                        </m:sub>
                      </m:sSub>
                      <m:r>
                        <a:rPr lang="zh-CN" altLang="en-US" sz="2800" i="1">
                          <a:solidFill>
                            <a:srgbClr val="FFFF00"/>
                          </a:solidFill>
                          <a:latin typeface="Cambria Math" panose="02040503050406030204" pitchFamily="18" charset="0"/>
                        </a:rPr>
                        <m:t>(</m:t>
                      </m:r>
                      <m:r>
                        <a:rPr lang="zh-CN" altLang="en-US" sz="2800" b="1" i="1">
                          <a:solidFill>
                            <a:srgbClr val="FFFF00"/>
                          </a:solidFill>
                          <a:latin typeface="Cambria Math" panose="02040503050406030204" pitchFamily="18" charset="0"/>
                        </a:rPr>
                        <m:t>𝒙</m:t>
                      </m:r>
                      <m:r>
                        <a:rPr lang="zh-CN" altLang="en-US" sz="2800" i="1">
                          <a:solidFill>
                            <a:srgbClr val="FFFF00"/>
                          </a:solidFill>
                          <a:latin typeface="Cambria Math" panose="02040503050406030204" pitchFamily="18" charset="0"/>
                        </a:rPr>
                        <m:t>)≤</m:t>
                      </m:r>
                      <m:r>
                        <a:rPr lang="zh-CN" altLang="en-US" sz="2800" i="1">
                          <a:solidFill>
                            <a:srgbClr val="FFFF00"/>
                          </a:solidFill>
                          <a:latin typeface="Cambria Math" panose="02040503050406030204" pitchFamily="18" charset="0"/>
                        </a:rPr>
                        <m:t>𝑉</m:t>
                      </m:r>
                      <m:r>
                        <a:rPr lang="zh-CN" altLang="en-US" sz="2800" i="1">
                          <a:solidFill>
                            <a:srgbClr val="FFFF00"/>
                          </a:solidFill>
                          <a:latin typeface="Cambria Math" panose="02040503050406030204" pitchFamily="18" charset="0"/>
                        </a:rPr>
                        <m:t>(</m:t>
                      </m:r>
                      <m:r>
                        <a:rPr lang="zh-CN" altLang="en-US" sz="2800" b="1" i="1">
                          <a:solidFill>
                            <a:srgbClr val="FFFF00"/>
                          </a:solidFill>
                          <a:latin typeface="Cambria Math" panose="02040503050406030204" pitchFamily="18" charset="0"/>
                        </a:rPr>
                        <m:t>𝒙</m:t>
                      </m:r>
                      <m:r>
                        <a:rPr lang="zh-CN" altLang="en-US" sz="2800" i="1">
                          <a:solidFill>
                            <a:srgbClr val="FFFF00"/>
                          </a:solidFill>
                          <a:latin typeface="Cambria Math" panose="02040503050406030204" pitchFamily="18" charset="0"/>
                        </a:rPr>
                        <m:t>,</m:t>
                      </m:r>
                      <m:r>
                        <a:rPr lang="zh-CN" altLang="en-US" sz="2800" i="1">
                          <a:solidFill>
                            <a:srgbClr val="FFFF00"/>
                          </a:solidFill>
                          <a:latin typeface="Cambria Math" panose="02040503050406030204" pitchFamily="18" charset="0"/>
                        </a:rPr>
                        <m:t>𝑡</m:t>
                      </m:r>
                      <m:r>
                        <a:rPr lang="zh-CN" altLang="en-US" sz="2800" i="1">
                          <a:solidFill>
                            <a:srgbClr val="FFFF00"/>
                          </a:solidFill>
                          <a:latin typeface="Cambria Math" panose="02040503050406030204" pitchFamily="18" charset="0"/>
                        </a:rPr>
                        <m:t>)≤</m:t>
                      </m:r>
                      <m:sSub>
                        <m:sSubPr>
                          <m:ctrlPr>
                            <a:rPr lang="zh-CN" altLang="en-US" sz="2800" i="1">
                              <a:solidFill>
                                <a:srgbClr val="FFFF00"/>
                              </a:solidFill>
                              <a:latin typeface="Cambria Math" panose="02040503050406030204" pitchFamily="18" charset="0"/>
                            </a:rPr>
                          </m:ctrlPr>
                        </m:sSubPr>
                        <m:e>
                          <m:r>
                            <a:rPr lang="zh-CN" altLang="en-US" sz="2800" i="1">
                              <a:solidFill>
                                <a:srgbClr val="FFFF00"/>
                              </a:solidFill>
                              <a:latin typeface="Cambria Math" panose="02040503050406030204" pitchFamily="18" charset="0"/>
                            </a:rPr>
                            <m:t>𝑊</m:t>
                          </m:r>
                        </m:e>
                        <m:sub>
                          <m:r>
                            <a:rPr lang="zh-CN" altLang="en-US" sz="2800" i="1">
                              <a:solidFill>
                                <a:srgbClr val="FFFF00"/>
                              </a:solidFill>
                              <a:latin typeface="Cambria Math" panose="02040503050406030204" pitchFamily="18" charset="0"/>
                            </a:rPr>
                            <m:t>2</m:t>
                          </m:r>
                        </m:sub>
                      </m:sSub>
                      <m:r>
                        <a:rPr lang="zh-CN" altLang="en-US" sz="2800" i="1">
                          <a:solidFill>
                            <a:srgbClr val="FFFF00"/>
                          </a:solidFill>
                          <a:latin typeface="Cambria Math" panose="02040503050406030204" pitchFamily="18" charset="0"/>
                        </a:rPr>
                        <m:t>(</m:t>
                      </m:r>
                      <m:r>
                        <a:rPr lang="zh-CN" altLang="en-US" sz="2800" b="1" i="1">
                          <a:solidFill>
                            <a:srgbClr val="FFFF00"/>
                          </a:solidFill>
                          <a:latin typeface="Cambria Math" panose="02040503050406030204" pitchFamily="18" charset="0"/>
                        </a:rPr>
                        <m:t>𝒙</m:t>
                      </m:r>
                      <m:r>
                        <a:rPr lang="zh-CN" altLang="en-US" sz="2800" i="1">
                          <a:solidFill>
                            <a:srgbClr val="FFFF00"/>
                          </a:solidFill>
                          <a:latin typeface="Cambria Math" panose="02040503050406030204" pitchFamily="18" charset="0"/>
                        </a:rPr>
                        <m:t>)</m:t>
                      </m:r>
                    </m:oMath>
                  </m:oMathPara>
                </a14:m>
                <a:endParaRPr lang="zh-CN" altLang="en-US" sz="2800" dirty="0">
                  <a:solidFill>
                    <a:srgbClr val="FFFF00"/>
                  </a:solidFill>
                </a:endParaRPr>
              </a:p>
            </p:txBody>
          </p:sp>
        </mc:Choice>
        <mc:Fallback xmlns="">
          <p:sp>
            <p:nvSpPr>
              <p:cNvPr id="4" name="对象 3"/>
              <p:cNvSpPr txBox="1">
                <a:spLocks noRot="1" noChangeAspect="1" noMove="1" noResize="1" noEditPoints="1" noAdjustHandles="1" noChangeArrowheads="1" noChangeShapeType="1" noTextEdit="1"/>
              </p:cNvSpPr>
              <p:nvPr/>
            </p:nvSpPr>
            <p:spPr bwMode="auto">
              <a:xfrm>
                <a:off x="2489820" y="2691625"/>
                <a:ext cx="4164359" cy="547687"/>
              </a:xfrm>
              <a:prstGeom prst="rect">
                <a:avLst/>
              </a:prstGeom>
              <a:blipFill>
                <a:blip r:embed="rId5"/>
                <a:stretch>
                  <a:fillRect/>
                </a:stretch>
              </a:blipFill>
              <a:ln>
                <a:noFill/>
              </a:ln>
            </p:spPr>
            <p:txBody>
              <a:bodyPr/>
              <a:lstStyle/>
              <a:p>
                <a:r>
                  <a:rPr lang="zh-CN" altLang="en-US">
                    <a:noFill/>
                  </a:rPr>
                  <a:t> </a:t>
                </a:r>
              </a:p>
            </p:txBody>
          </p:sp>
        </mc:Fallback>
      </mc:AlternateContent>
      <p:sp>
        <p:nvSpPr>
          <p:cNvPr id="8" name="页脚占位符 7"/>
          <p:cNvSpPr>
            <a:spLocks noGrp="1"/>
          </p:cNvSpPr>
          <p:nvPr>
            <p:ph type="ftr" sz="quarter" idx="11"/>
          </p:nvPr>
        </p:nvSpPr>
        <p:spPr/>
        <p:txBody>
          <a:bodyPr/>
          <a:lstStyle/>
          <a:p>
            <a:endParaRPr lang="zh-CN" altLang="en-US" dirty="0"/>
          </a:p>
        </p:txBody>
      </p:sp>
      <mc:AlternateContent xmlns:mc="http://schemas.openxmlformats.org/markup-compatibility/2006" xmlns:a14="http://schemas.microsoft.com/office/drawing/2010/main">
        <mc:Choice Requires="a14">
          <p:sp>
            <p:nvSpPr>
              <p:cNvPr id="9" name="对象 8"/>
              <p:cNvSpPr txBox="1"/>
              <p:nvPr/>
            </p:nvSpPr>
            <p:spPr bwMode="auto">
              <a:xfrm>
                <a:off x="2051484" y="3357563"/>
                <a:ext cx="5041032" cy="1119132"/>
              </a:xfrm>
              <a:prstGeom prst="rect">
                <a:avLst/>
              </a:prstGeom>
              <a:noFill/>
              <a:ln>
                <a:noFill/>
              </a:ln>
            </p:spPr>
            <p:txBody>
              <a:bodyPr>
                <a:normAutofit/>
              </a:bodyPr>
              <a:lstStyle/>
              <a:p>
                <a:pPr/>
                <a14:m>
                  <m:oMathPara xmlns:m="http://schemas.openxmlformats.org/officeDocument/2006/math">
                    <m:oMathParaPr>
                      <m:jc m:val="left"/>
                    </m:oMathParaPr>
                    <m:oMath xmlns:m="http://schemas.openxmlformats.org/officeDocument/2006/math">
                      <m:f>
                        <m:fPr>
                          <m:ctrlPr>
                            <a:rPr lang="zh-CN" altLang="en-US" sz="2800" i="1" smtClean="0">
                              <a:solidFill>
                                <a:srgbClr val="FFFF00"/>
                              </a:solidFill>
                              <a:latin typeface="Cambria Math" panose="02040503050406030204" pitchFamily="18" charset="0"/>
                            </a:rPr>
                          </m:ctrlPr>
                        </m:fPr>
                        <m:num>
                          <m:r>
                            <m:rPr>
                              <m:sty m:val="p"/>
                            </m:rPr>
                            <a:rPr lang="zh-CN" altLang="en-US" sz="2800" i="0">
                              <a:solidFill>
                                <a:srgbClr val="FFFF00"/>
                              </a:solidFill>
                              <a:latin typeface="Cambria Math" panose="02040503050406030204" pitchFamily="18" charset="0"/>
                            </a:rPr>
                            <m:t>d</m:t>
                          </m:r>
                        </m:num>
                        <m:den>
                          <m:r>
                            <m:rPr>
                              <m:sty m:val="p"/>
                            </m:rPr>
                            <a:rPr lang="zh-CN" altLang="en-US" sz="2800" i="0">
                              <a:solidFill>
                                <a:srgbClr val="FFFF00"/>
                              </a:solidFill>
                              <a:latin typeface="Cambria Math" panose="02040503050406030204" pitchFamily="18" charset="0"/>
                            </a:rPr>
                            <m:t>d</m:t>
                          </m:r>
                          <m:r>
                            <a:rPr lang="zh-CN" altLang="en-US" sz="2800" i="1">
                              <a:solidFill>
                                <a:srgbClr val="FFFF00"/>
                              </a:solidFill>
                              <a:latin typeface="Cambria Math" panose="02040503050406030204" pitchFamily="18" charset="0"/>
                            </a:rPr>
                            <m:t>𝑡</m:t>
                          </m:r>
                        </m:den>
                      </m:f>
                      <m:r>
                        <a:rPr lang="zh-CN" altLang="en-US" sz="2800" i="1">
                          <a:solidFill>
                            <a:srgbClr val="FFFF00"/>
                          </a:solidFill>
                          <a:latin typeface="Cambria Math" panose="02040503050406030204" pitchFamily="18" charset="0"/>
                        </a:rPr>
                        <m:t> </m:t>
                      </m:r>
                      <m:r>
                        <a:rPr lang="zh-CN" altLang="en-US" sz="2800" i="1">
                          <a:solidFill>
                            <a:srgbClr val="FFFF00"/>
                          </a:solidFill>
                          <a:latin typeface="Cambria Math" panose="02040503050406030204" pitchFamily="18" charset="0"/>
                        </a:rPr>
                        <m:t>𝑉</m:t>
                      </m:r>
                      <m:r>
                        <a:rPr lang="zh-CN" altLang="en-US" sz="2800" i="1">
                          <a:solidFill>
                            <a:srgbClr val="FFFF00"/>
                          </a:solidFill>
                          <a:latin typeface="Cambria Math" panose="02040503050406030204" pitchFamily="18" charset="0"/>
                        </a:rPr>
                        <m:t>(</m:t>
                      </m:r>
                      <m:r>
                        <a:rPr lang="zh-CN" altLang="en-US" sz="2800" b="1" i="1">
                          <a:solidFill>
                            <a:srgbClr val="FFFF00"/>
                          </a:solidFill>
                          <a:latin typeface="Cambria Math" panose="02040503050406030204" pitchFamily="18" charset="0"/>
                        </a:rPr>
                        <m:t>𝒙</m:t>
                      </m:r>
                      <m:r>
                        <a:rPr lang="zh-CN" altLang="en-US" sz="2800" i="1">
                          <a:solidFill>
                            <a:srgbClr val="FFFF00"/>
                          </a:solidFill>
                          <a:latin typeface="Cambria Math" panose="02040503050406030204" pitchFamily="18" charset="0"/>
                        </a:rPr>
                        <m:t>,</m:t>
                      </m:r>
                      <m:r>
                        <a:rPr lang="zh-CN" altLang="en-US" sz="2800" i="1">
                          <a:solidFill>
                            <a:srgbClr val="FFFF00"/>
                          </a:solidFill>
                          <a:latin typeface="Cambria Math" panose="02040503050406030204" pitchFamily="18" charset="0"/>
                        </a:rPr>
                        <m:t>𝑡</m:t>
                      </m:r>
                      <m:r>
                        <a:rPr lang="zh-CN" altLang="en-US" sz="2800" i="1">
                          <a:solidFill>
                            <a:srgbClr val="FFFF00"/>
                          </a:solidFill>
                          <a:latin typeface="Cambria Math" panose="02040503050406030204" pitchFamily="18" charset="0"/>
                        </a:rPr>
                        <m:t>)≤−</m:t>
                      </m:r>
                      <m:sSub>
                        <m:sSubPr>
                          <m:ctrlPr>
                            <a:rPr lang="zh-CN" altLang="en-US" sz="2800" i="1">
                              <a:solidFill>
                                <a:srgbClr val="FFFF00"/>
                              </a:solidFill>
                              <a:latin typeface="Cambria Math" panose="02040503050406030204" pitchFamily="18" charset="0"/>
                            </a:rPr>
                          </m:ctrlPr>
                        </m:sSubPr>
                        <m:e>
                          <m:r>
                            <a:rPr lang="zh-CN" altLang="en-US" sz="2800" i="1">
                              <a:solidFill>
                                <a:srgbClr val="FFFF00"/>
                              </a:solidFill>
                              <a:latin typeface="Cambria Math" panose="02040503050406030204" pitchFamily="18" charset="0"/>
                            </a:rPr>
                            <m:t>𝑊</m:t>
                          </m:r>
                        </m:e>
                        <m:sub>
                          <m:r>
                            <a:rPr lang="zh-CN" altLang="en-US" sz="2800" i="1">
                              <a:solidFill>
                                <a:srgbClr val="FFFF00"/>
                              </a:solidFill>
                              <a:latin typeface="Cambria Math" panose="02040503050406030204" pitchFamily="18" charset="0"/>
                            </a:rPr>
                            <m:t>3</m:t>
                          </m:r>
                        </m:sub>
                      </m:sSub>
                      <m:r>
                        <a:rPr lang="zh-CN" altLang="en-US" sz="2800" i="1">
                          <a:solidFill>
                            <a:srgbClr val="FFFF00"/>
                          </a:solidFill>
                          <a:latin typeface="Cambria Math" panose="02040503050406030204" pitchFamily="18" charset="0"/>
                        </a:rPr>
                        <m:t>(</m:t>
                      </m:r>
                      <m:r>
                        <a:rPr lang="zh-CN" altLang="en-US" sz="2800" b="1" i="1">
                          <a:solidFill>
                            <a:srgbClr val="FFFF00"/>
                          </a:solidFill>
                          <a:latin typeface="Cambria Math" panose="02040503050406030204" pitchFamily="18" charset="0"/>
                        </a:rPr>
                        <m:t>𝒙</m:t>
                      </m:r>
                      <m:r>
                        <a:rPr lang="zh-CN" altLang="en-US" sz="2800" i="1">
                          <a:solidFill>
                            <a:srgbClr val="FFFF00"/>
                          </a:solidFill>
                          <a:latin typeface="Cambria Math" panose="02040503050406030204" pitchFamily="18" charset="0"/>
                        </a:rPr>
                        <m:t>),   ∀</m:t>
                      </m:r>
                      <m:r>
                        <a:rPr lang="zh-CN" altLang="en-US" sz="2800" i="1">
                          <a:solidFill>
                            <a:srgbClr val="FFFF00"/>
                          </a:solidFill>
                          <a:latin typeface="Cambria Math" panose="02040503050406030204" pitchFamily="18" charset="0"/>
                        </a:rPr>
                        <m:t>𝑡</m:t>
                      </m:r>
                      <m:r>
                        <a:rPr lang="zh-CN" altLang="en-US" sz="2800" i="1">
                          <a:solidFill>
                            <a:srgbClr val="FFFF00"/>
                          </a:solidFill>
                          <a:latin typeface="Cambria Math" panose="02040503050406030204" pitchFamily="18" charset="0"/>
                        </a:rPr>
                        <m:t>≥</m:t>
                      </m:r>
                      <m:sSub>
                        <m:sSubPr>
                          <m:ctrlPr>
                            <a:rPr lang="zh-CN" altLang="en-US" sz="2800" i="1">
                              <a:solidFill>
                                <a:srgbClr val="FFFF00"/>
                              </a:solidFill>
                              <a:latin typeface="Cambria Math" panose="02040503050406030204" pitchFamily="18" charset="0"/>
                            </a:rPr>
                          </m:ctrlPr>
                        </m:sSubPr>
                        <m:e>
                          <m:r>
                            <a:rPr lang="zh-CN" altLang="en-US" sz="2800" i="1">
                              <a:solidFill>
                                <a:srgbClr val="FFFF00"/>
                              </a:solidFill>
                              <a:latin typeface="Cambria Math" panose="02040503050406030204" pitchFamily="18" charset="0"/>
                            </a:rPr>
                            <m:t>𝑡</m:t>
                          </m:r>
                        </m:e>
                        <m:sub>
                          <m:r>
                            <a:rPr lang="zh-CN" altLang="en-US" sz="2800" i="1">
                              <a:solidFill>
                                <a:srgbClr val="FFFF00"/>
                              </a:solidFill>
                              <a:latin typeface="Cambria Math" panose="02040503050406030204" pitchFamily="18" charset="0"/>
                            </a:rPr>
                            <m:t>0</m:t>
                          </m:r>
                        </m:sub>
                      </m:sSub>
                    </m:oMath>
                  </m:oMathPara>
                </a14:m>
                <a:endParaRPr lang="zh-CN" altLang="en-US" sz="2800" dirty="0">
                  <a:solidFill>
                    <a:srgbClr val="FFFF00"/>
                  </a:solidFill>
                </a:endParaRPr>
              </a:p>
            </p:txBody>
          </p:sp>
        </mc:Choice>
        <mc:Fallback xmlns="">
          <p:sp>
            <p:nvSpPr>
              <p:cNvPr id="9" name="对象 8"/>
              <p:cNvSpPr txBox="1">
                <a:spLocks noRot="1" noChangeAspect="1" noMove="1" noResize="1" noEditPoints="1" noAdjustHandles="1" noChangeArrowheads="1" noChangeShapeType="1" noTextEdit="1"/>
              </p:cNvSpPr>
              <p:nvPr/>
            </p:nvSpPr>
            <p:spPr bwMode="auto">
              <a:xfrm>
                <a:off x="2051484" y="3357563"/>
                <a:ext cx="5041032" cy="1119132"/>
              </a:xfrm>
              <a:prstGeom prst="rect">
                <a:avLst/>
              </a:prstGeom>
              <a:blipFill>
                <a:blip r:embed="rId6"/>
                <a:stretch>
                  <a:fillRect/>
                </a:stretch>
              </a:blipFill>
              <a:ln>
                <a:noFill/>
              </a:ln>
            </p:spPr>
            <p:txBody>
              <a:bodyPr/>
              <a:lstStyle/>
              <a:p>
                <a:r>
                  <a:rPr lang="zh-CN" altLang="en-US">
                    <a:noFill/>
                  </a:rPr>
                  <a:t> </a:t>
                </a:r>
              </a:p>
            </p:txBody>
          </p:sp>
        </mc:Fallback>
      </mc:AlternateContent>
      <p:sp>
        <p:nvSpPr>
          <p:cNvPr id="13" name="日期占位符 3"/>
          <p:cNvSpPr txBox="1">
            <a:spLocks/>
          </p:cNvSpPr>
          <p:nvPr/>
        </p:nvSpPr>
        <p:spPr>
          <a:xfrm>
            <a:off x="457200" y="6476999"/>
            <a:ext cx="2133600" cy="274320"/>
          </a:xfrm>
          <a:prstGeom prst="rect">
            <a:avLst/>
          </a:prstGeom>
        </p:spPr>
        <p:txBody>
          <a:bodyPr vert="horz" lIns="109728" rIns="45720" bIns="0" rtlCol="0" anchor="b"/>
          <a:lstStyle>
            <a:defPPr>
              <a:defRPr lang="zh-CN"/>
            </a:defPPr>
            <a:lvl1pPr marL="0" algn="l" defTabSz="914400" rtl="0" eaLnBrk="1" latinLnBrk="0" hangingPunct="1">
              <a:defRPr kumimoji="0" sz="1800" kern="1200">
                <a:solidFill>
                  <a:srgbClr val="FF0000"/>
                </a:solidFill>
                <a:latin typeface="Times New Roman" pitchFamily="18" charset="0"/>
                <a:ea typeface="+mn-ea"/>
                <a:cs typeface="Times New Roman" pitchFamily="18"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dirty="0"/>
          </a:p>
        </p:txBody>
      </p:sp>
    </p:spTree>
    <p:extLst>
      <p:ext uri="{BB962C8B-B14F-4D97-AF65-F5344CB8AC3E}">
        <p14:creationId xmlns:p14="http://schemas.microsoft.com/office/powerpoint/2010/main" val="186599474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zh-CN" altLang="en-US" dirty="0"/>
              <a:t>指数稳定的逆定理</a:t>
            </a:r>
          </a:p>
        </p:txBody>
      </p:sp>
      <p:sp>
        <p:nvSpPr>
          <p:cNvPr id="7" name="灯片编号占位符 6"/>
          <p:cNvSpPr>
            <a:spLocks noGrp="1"/>
          </p:cNvSpPr>
          <p:nvPr>
            <p:ph type="sldNum" sz="quarter" idx="12"/>
          </p:nvPr>
        </p:nvSpPr>
        <p:spPr/>
        <p:txBody>
          <a:bodyPr/>
          <a:lstStyle/>
          <a:p>
            <a:fld id="{58C210BB-F110-452C-89E7-9EA0A8D47DCE}" type="slidenum">
              <a:rPr lang="zh-CN" altLang="en-US" smtClean="0"/>
              <a:pPr/>
              <a:t>44</a:t>
            </a:fld>
            <a:endParaRPr lang="zh-CN" altLang="en-US" dirty="0"/>
          </a:p>
        </p:txBody>
      </p:sp>
      <mc:AlternateContent xmlns:mc="http://schemas.openxmlformats.org/markup-compatibility/2006" xmlns:a14="http://schemas.microsoft.com/office/drawing/2010/main">
        <mc:Choice Requires="a14">
          <p:sp>
            <p:nvSpPr>
              <p:cNvPr id="20" name="内容占位符 2"/>
              <p:cNvSpPr txBox="1">
                <a:spLocks/>
              </p:cNvSpPr>
              <p:nvPr/>
            </p:nvSpPr>
            <p:spPr>
              <a:xfrm>
                <a:off x="438472" y="1196752"/>
                <a:ext cx="8382000" cy="2448272"/>
              </a:xfrm>
              <a:prstGeom prst="rect">
                <a:avLst/>
              </a:prstGeom>
            </p:spPr>
            <p:txBody>
              <a:bodyPr vert="horz" lIns="54864" tIns="91440" rtlCol="0">
                <a:normAutofit/>
              </a:bodyPr>
              <a:lstStyle>
                <a:lvl1pPr marL="438912" indent="-320040" algn="l" rtl="0" eaLnBrk="1" latinLnBrk="0" hangingPunct="1">
                  <a:spcBef>
                    <a:spcPts val="0"/>
                  </a:spcBef>
                  <a:buClr>
                    <a:schemeClr val="accent1"/>
                  </a:buClr>
                  <a:buSzPct val="80000"/>
                  <a:buFont typeface="Wingdings 2"/>
                  <a:buChar char=""/>
                  <a:defRPr kumimoji="0" sz="3200" kern="1200">
                    <a:solidFill>
                      <a:schemeClr val="bg1"/>
                    </a:solidFill>
                    <a:latin typeface="Times New Roman" pitchFamily="18" charset="0"/>
                    <a:ea typeface="+mn-ea"/>
                    <a:cs typeface="Times New Roman" pitchFamily="18" charset="0"/>
                  </a:defRPr>
                </a:lvl1pPr>
                <a:lvl2pPr marL="731520" indent="-274320" algn="l" rtl="0" eaLnBrk="1" latinLnBrk="0" hangingPunct="1">
                  <a:spcBef>
                    <a:spcPct val="20000"/>
                  </a:spcBef>
                  <a:buClr>
                    <a:schemeClr val="accent2"/>
                  </a:buClr>
                  <a:buSzPct val="90000"/>
                  <a:buFont typeface="Wingdings"/>
                  <a:buChar char=""/>
                  <a:defRPr kumimoji="0" sz="2800" kern="1200">
                    <a:solidFill>
                      <a:schemeClr val="bg1"/>
                    </a:solidFill>
                    <a:latin typeface="Times New Roman" pitchFamily="18" charset="0"/>
                    <a:ea typeface="+mn-ea"/>
                    <a:cs typeface="Times New Roman" pitchFamily="18" charset="0"/>
                  </a:defRPr>
                </a:lvl2pPr>
                <a:lvl3pPr marL="996696" indent="-228600" algn="l" rtl="0" eaLnBrk="1" latinLnBrk="0" hangingPunct="1">
                  <a:spcBef>
                    <a:spcPct val="20000"/>
                  </a:spcBef>
                  <a:buClr>
                    <a:schemeClr val="accent3"/>
                  </a:buClr>
                  <a:buFont typeface="Arial"/>
                  <a:buChar char="▪"/>
                  <a:defRPr kumimoji="0" sz="2400" kern="1200">
                    <a:solidFill>
                      <a:schemeClr val="bg1"/>
                    </a:solidFill>
                    <a:latin typeface="Times New Roman" pitchFamily="18" charset="0"/>
                    <a:ea typeface="+mn-ea"/>
                    <a:cs typeface="Times New Roman" pitchFamily="18" charset="0"/>
                  </a:defRPr>
                </a:lvl3pPr>
                <a:lvl4pPr marL="1216152" indent="-182880" algn="l" rtl="0" eaLnBrk="1" latinLnBrk="0" hangingPunct="1">
                  <a:spcBef>
                    <a:spcPct val="20000"/>
                  </a:spcBef>
                  <a:buClr>
                    <a:schemeClr val="accent4"/>
                  </a:buClr>
                  <a:buFont typeface="Arial"/>
                  <a:buChar char="▪"/>
                  <a:defRPr kumimoji="0" sz="2000" kern="1200">
                    <a:solidFill>
                      <a:schemeClr val="bg1"/>
                    </a:solidFill>
                    <a:latin typeface="Times New Roman" pitchFamily="18" charset="0"/>
                    <a:ea typeface="+mn-ea"/>
                    <a:cs typeface="Times New Roman" pitchFamily="18" charset="0"/>
                  </a:defRPr>
                </a:lvl4pPr>
                <a:lvl5pPr marL="1426464" indent="-182880" algn="l" rtl="0" eaLnBrk="1" latinLnBrk="0" hangingPunct="1">
                  <a:spcBef>
                    <a:spcPct val="20000"/>
                  </a:spcBef>
                  <a:buClr>
                    <a:schemeClr val="accent5"/>
                  </a:buClr>
                  <a:buFont typeface="Wingdings 3"/>
                  <a:buChar char=""/>
                  <a:defRPr kumimoji="0" lang="en-US" sz="2000" kern="1200" smtClean="0">
                    <a:solidFill>
                      <a:schemeClr val="tx1"/>
                    </a:solidFill>
                    <a:latin typeface="Times New Roman" pitchFamily="18" charset="0"/>
                    <a:ea typeface="+mn-ea"/>
                    <a:cs typeface="Times New Roman" pitchFamily="18" charset="0"/>
                  </a:defRPr>
                </a:lvl5pPr>
                <a:lvl6pPr marL="1627632" indent="-182880" algn="l" rtl="0" eaLnBrk="1" latinLnBrk="0" hangingPunct="1">
                  <a:spcBef>
                    <a:spcPct val="20000"/>
                  </a:spcBef>
                  <a:buClr>
                    <a:schemeClr val="accent6"/>
                  </a:buClr>
                  <a:buSzPct val="100000"/>
                  <a:buFont typeface="Wingdings 2"/>
                  <a:buChar char=""/>
                  <a:defRPr kumimoji="0" sz="2000" kern="1200">
                    <a:solidFill>
                      <a:schemeClr val="tx1"/>
                    </a:solidFill>
                    <a:latin typeface="+mn-lt"/>
                    <a:ea typeface="+mn-ea"/>
                    <a:cs typeface="+mn-cs"/>
                  </a:defRPr>
                </a:lvl6pPr>
                <a:lvl7pPr marL="1828800" indent="-182880" algn="l" rtl="0" eaLnBrk="1" latinLnBrk="0" hangingPunct="1">
                  <a:spcBef>
                    <a:spcPct val="20000"/>
                  </a:spcBef>
                  <a:buClr>
                    <a:schemeClr val="accent1"/>
                  </a:buClr>
                  <a:buSzPct val="100000"/>
                  <a:buFont typeface="Wingdings 2"/>
                  <a:buChar char=""/>
                  <a:defRPr kumimoji="0" sz="1800" kern="1200">
                    <a:solidFill>
                      <a:schemeClr val="tx1"/>
                    </a:solidFill>
                    <a:latin typeface="+mn-lt"/>
                    <a:ea typeface="+mn-ea"/>
                    <a:cs typeface="+mn-cs"/>
                  </a:defRPr>
                </a:lvl7pPr>
                <a:lvl8pPr marL="2029968" indent="-182880" algn="l" rtl="0" eaLnBrk="1" latinLnBrk="0" hangingPunct="1">
                  <a:spcBef>
                    <a:spcPct val="20000"/>
                  </a:spcBef>
                  <a:buClr>
                    <a:schemeClr val="accent2"/>
                  </a:buClr>
                  <a:buFont typeface="Wingdings 2" pitchFamily="18" charset="2"/>
                  <a:buChar char=""/>
                  <a:defRPr kumimoji="0" sz="1800" kern="1200">
                    <a:solidFill>
                      <a:schemeClr val="tx1"/>
                    </a:solidFill>
                    <a:latin typeface="+mn-lt"/>
                    <a:ea typeface="+mn-ea"/>
                    <a:cs typeface="+mn-cs"/>
                  </a:defRPr>
                </a:lvl8pPr>
                <a:lvl9pPr marL="2231136" indent="-182880" algn="l" rtl="0" eaLnBrk="1" latinLnBrk="0" hangingPunct="1">
                  <a:spcBef>
                    <a:spcPct val="20000"/>
                  </a:spcBef>
                  <a:buClr>
                    <a:schemeClr val="accent3"/>
                  </a:buClr>
                  <a:buFont typeface="Wingdings 2" pitchFamily="18" charset="2"/>
                  <a:buChar char=""/>
                  <a:defRPr kumimoji="0" sz="1800" kern="1200" baseline="0">
                    <a:solidFill>
                      <a:schemeClr val="tx1"/>
                    </a:solidFill>
                    <a:latin typeface="+mn-lt"/>
                    <a:ea typeface="+mn-ea"/>
                    <a:cs typeface="+mn-cs"/>
                  </a:defRPr>
                </a:lvl9pPr>
                <a:extLst/>
              </a:lstStyle>
              <a:p>
                <a:pPr>
                  <a:lnSpc>
                    <a:spcPts val="4000"/>
                  </a:lnSpc>
                </a:pPr>
                <a:r>
                  <a:rPr lang="zh-CN" altLang="en-US" sz="2800" b="1" dirty="0"/>
                  <a:t>考虑系统 </a:t>
                </a:r>
                <a14:m>
                  <m:oMath xmlns:m="http://schemas.openxmlformats.org/officeDocument/2006/math">
                    <m:acc>
                      <m:accPr>
                        <m:chr m:val="̇"/>
                        <m:ctrlPr>
                          <a:rPr lang="zh-CN" altLang="en-US" sz="2800" i="1" smtClean="0">
                            <a:solidFill>
                              <a:schemeClr val="bg1"/>
                            </a:solidFill>
                            <a:latin typeface="Cambria Math" panose="02040503050406030204" pitchFamily="18" charset="0"/>
                          </a:rPr>
                        </m:ctrlPr>
                      </m:accPr>
                      <m:e>
                        <m:r>
                          <a:rPr lang="zh-CN" altLang="en-US" sz="2800" b="1" i="1">
                            <a:solidFill>
                              <a:schemeClr val="bg1"/>
                            </a:solidFill>
                            <a:latin typeface="Cambria Math" panose="02040503050406030204" pitchFamily="18" charset="0"/>
                          </a:rPr>
                          <m:t>𝒙</m:t>
                        </m:r>
                      </m:e>
                    </m:acc>
                    <m:r>
                      <a:rPr lang="zh-CN" altLang="en-US" sz="2800" i="1">
                        <a:solidFill>
                          <a:schemeClr val="bg1"/>
                        </a:solidFill>
                        <a:latin typeface="Cambria Math" panose="02040503050406030204" pitchFamily="18" charset="0"/>
                      </a:rPr>
                      <m:t>=</m:t>
                    </m:r>
                    <m:r>
                      <a:rPr lang="zh-CN" altLang="en-US" sz="2800" b="1" i="1">
                        <a:solidFill>
                          <a:schemeClr val="bg1"/>
                        </a:solidFill>
                        <a:latin typeface="Cambria Math" panose="02040503050406030204" pitchFamily="18" charset="0"/>
                      </a:rPr>
                      <m:t>𝒇</m:t>
                    </m:r>
                    <m:r>
                      <a:rPr lang="zh-CN" altLang="en-US" sz="2800" b="1" i="1">
                        <a:solidFill>
                          <a:schemeClr val="bg1"/>
                        </a:solidFill>
                        <a:latin typeface="Cambria Math" panose="02040503050406030204" pitchFamily="18" charset="0"/>
                      </a:rPr>
                      <m:t>(</m:t>
                    </m:r>
                    <m:r>
                      <a:rPr lang="zh-CN" altLang="en-US" sz="2800" b="1" i="1">
                        <a:solidFill>
                          <a:schemeClr val="bg1"/>
                        </a:solidFill>
                        <a:latin typeface="Cambria Math" panose="02040503050406030204" pitchFamily="18" charset="0"/>
                      </a:rPr>
                      <m:t>𝒙</m:t>
                    </m:r>
                    <m:r>
                      <a:rPr lang="zh-CN" altLang="en-US" sz="2800" i="1">
                        <a:solidFill>
                          <a:schemeClr val="bg1"/>
                        </a:solidFill>
                        <a:latin typeface="Cambria Math" panose="02040503050406030204" pitchFamily="18" charset="0"/>
                      </a:rPr>
                      <m:t>,</m:t>
                    </m:r>
                    <m:r>
                      <a:rPr lang="zh-CN" altLang="en-US" sz="2800" i="1">
                        <a:solidFill>
                          <a:schemeClr val="bg1"/>
                        </a:solidFill>
                        <a:latin typeface="Cambria Math" panose="02040503050406030204" pitchFamily="18" charset="0"/>
                      </a:rPr>
                      <m:t>𝑡</m:t>
                    </m:r>
                    <m:r>
                      <a:rPr lang="zh-CN" altLang="en-US" sz="2800" i="1">
                        <a:solidFill>
                          <a:schemeClr val="bg1"/>
                        </a:solidFill>
                        <a:latin typeface="Cambria Math" panose="02040503050406030204" pitchFamily="18" charset="0"/>
                      </a:rPr>
                      <m:t>) </m:t>
                    </m:r>
                    <m:r>
                      <a:rPr lang="zh-CN" altLang="en-US" sz="2800" b="1" i="0">
                        <a:latin typeface="Cambria Math" panose="02040503050406030204" pitchFamily="18" charset="0"/>
                      </a:rPr>
                      <m:t>的</m:t>
                    </m:r>
                  </m:oMath>
                </a14:m>
                <a:r>
                  <a:rPr lang="zh-CN" altLang="en-US" sz="2800" b="1" dirty="0"/>
                  <a:t>平衡点</a:t>
                </a:r>
                <a14:m>
                  <m:oMath xmlns:m="http://schemas.openxmlformats.org/officeDocument/2006/math">
                    <m:r>
                      <a:rPr lang="zh-CN" altLang="en-US" sz="2800" b="1" i="1" smtClean="0">
                        <a:solidFill>
                          <a:schemeClr val="bg1"/>
                        </a:solidFill>
                        <a:latin typeface="Cambria Math" panose="02040503050406030204" pitchFamily="18" charset="0"/>
                      </a:rPr>
                      <m:t>𝒙</m:t>
                    </m:r>
                    <m:r>
                      <a:rPr lang="zh-CN" altLang="en-US" sz="2800" i="1">
                        <a:solidFill>
                          <a:schemeClr val="bg1"/>
                        </a:solidFill>
                        <a:latin typeface="Cambria Math" panose="02040503050406030204" pitchFamily="18" charset="0"/>
                      </a:rPr>
                      <m:t>=0 </m:t>
                    </m:r>
                  </m:oMath>
                </a14:m>
                <a:r>
                  <a:rPr lang="zh-CN" altLang="en-US" sz="2800" b="1" dirty="0"/>
                  <a:t>。如果</a:t>
                </a:r>
                <a:endParaRPr lang="en-US" altLang="zh-CN" sz="2800" b="1" dirty="0"/>
              </a:p>
            </p:txBody>
          </p:sp>
        </mc:Choice>
        <mc:Fallback xmlns="">
          <p:sp>
            <p:nvSpPr>
              <p:cNvPr id="20" name="内容占位符 2"/>
              <p:cNvSpPr txBox="1">
                <a:spLocks noRot="1" noChangeAspect="1" noMove="1" noResize="1" noEditPoints="1" noAdjustHandles="1" noChangeArrowheads="1" noChangeShapeType="1" noTextEdit="1"/>
              </p:cNvSpPr>
              <p:nvPr/>
            </p:nvSpPr>
            <p:spPr>
              <a:xfrm>
                <a:off x="438472" y="1196752"/>
                <a:ext cx="8382000" cy="2448272"/>
              </a:xfrm>
              <a:prstGeom prst="rect">
                <a:avLst/>
              </a:prstGeom>
              <a:blipFill>
                <a:blip r:embed="rId3"/>
                <a:stretch>
                  <a:fillRect/>
                </a:stretch>
              </a:blipFill>
            </p:spPr>
            <p:txBody>
              <a:bodyPr/>
              <a:lstStyle/>
              <a:p>
                <a:r>
                  <a:rPr lang="zh-CN" altLang="en-US">
                    <a:noFill/>
                  </a:rPr>
                  <a:t> </a:t>
                </a:r>
              </a:p>
            </p:txBody>
          </p:sp>
        </mc:Fallback>
      </mc:AlternateContent>
      <p:grpSp>
        <p:nvGrpSpPr>
          <p:cNvPr id="11" name="组合 10"/>
          <p:cNvGrpSpPr/>
          <p:nvPr/>
        </p:nvGrpSpPr>
        <p:grpSpPr>
          <a:xfrm>
            <a:off x="161764" y="1960066"/>
            <a:ext cx="8820472" cy="2750690"/>
            <a:chOff x="161764" y="1960066"/>
            <a:chExt cx="8820472" cy="2750690"/>
          </a:xfrm>
        </p:grpSpPr>
        <p:grpSp>
          <p:nvGrpSpPr>
            <p:cNvPr id="30" name="组合 29"/>
            <p:cNvGrpSpPr/>
            <p:nvPr/>
          </p:nvGrpSpPr>
          <p:grpSpPr>
            <a:xfrm>
              <a:off x="161764" y="1960066"/>
              <a:ext cx="8820472" cy="2086610"/>
              <a:chOff x="161764" y="3933056"/>
              <a:chExt cx="8820472" cy="2086610"/>
            </a:xfrm>
          </p:grpSpPr>
          <mc:AlternateContent xmlns:mc="http://schemas.openxmlformats.org/markup-compatibility/2006" xmlns:a14="http://schemas.microsoft.com/office/drawing/2010/main">
            <mc:Choice Requires="a14">
              <p:sp>
                <p:nvSpPr>
                  <p:cNvPr id="27" name="内容占位符 2"/>
                  <p:cNvSpPr txBox="1">
                    <a:spLocks/>
                  </p:cNvSpPr>
                  <p:nvPr/>
                </p:nvSpPr>
                <p:spPr>
                  <a:xfrm>
                    <a:off x="438472" y="3933056"/>
                    <a:ext cx="8382000" cy="1800200"/>
                  </a:xfrm>
                  <a:prstGeom prst="rect">
                    <a:avLst/>
                  </a:prstGeom>
                </p:spPr>
                <p:txBody>
                  <a:bodyPr vert="horz" lIns="54864" tIns="91440" rtlCol="0">
                    <a:normAutofit/>
                  </a:bodyPr>
                  <a:lstStyle>
                    <a:lvl1pPr marL="438912" indent="-320040" algn="l" rtl="0" eaLnBrk="1" latinLnBrk="0" hangingPunct="1">
                      <a:spcBef>
                        <a:spcPts val="0"/>
                      </a:spcBef>
                      <a:buClr>
                        <a:schemeClr val="accent1"/>
                      </a:buClr>
                      <a:buSzPct val="80000"/>
                      <a:buFont typeface="Wingdings 2"/>
                      <a:buChar char=""/>
                      <a:defRPr kumimoji="0" sz="3200" kern="1200">
                        <a:solidFill>
                          <a:schemeClr val="bg1"/>
                        </a:solidFill>
                        <a:latin typeface="Times New Roman" pitchFamily="18" charset="0"/>
                        <a:ea typeface="+mn-ea"/>
                        <a:cs typeface="Times New Roman" pitchFamily="18" charset="0"/>
                      </a:defRPr>
                    </a:lvl1pPr>
                    <a:lvl2pPr marL="731520" indent="-274320" algn="l" rtl="0" eaLnBrk="1" latinLnBrk="0" hangingPunct="1">
                      <a:spcBef>
                        <a:spcPct val="20000"/>
                      </a:spcBef>
                      <a:buClr>
                        <a:schemeClr val="accent2"/>
                      </a:buClr>
                      <a:buSzPct val="90000"/>
                      <a:buFont typeface="Wingdings"/>
                      <a:buChar char=""/>
                      <a:defRPr kumimoji="0" sz="2800" kern="1200">
                        <a:solidFill>
                          <a:schemeClr val="bg1"/>
                        </a:solidFill>
                        <a:latin typeface="Times New Roman" pitchFamily="18" charset="0"/>
                        <a:ea typeface="+mn-ea"/>
                        <a:cs typeface="Times New Roman" pitchFamily="18" charset="0"/>
                      </a:defRPr>
                    </a:lvl2pPr>
                    <a:lvl3pPr marL="996696" indent="-228600" algn="l" rtl="0" eaLnBrk="1" latinLnBrk="0" hangingPunct="1">
                      <a:spcBef>
                        <a:spcPct val="20000"/>
                      </a:spcBef>
                      <a:buClr>
                        <a:schemeClr val="accent3"/>
                      </a:buClr>
                      <a:buFont typeface="Arial"/>
                      <a:buChar char="▪"/>
                      <a:defRPr kumimoji="0" sz="2400" kern="1200">
                        <a:solidFill>
                          <a:schemeClr val="bg1"/>
                        </a:solidFill>
                        <a:latin typeface="Times New Roman" pitchFamily="18" charset="0"/>
                        <a:ea typeface="+mn-ea"/>
                        <a:cs typeface="Times New Roman" pitchFamily="18" charset="0"/>
                      </a:defRPr>
                    </a:lvl3pPr>
                    <a:lvl4pPr marL="1216152" indent="-182880" algn="l" rtl="0" eaLnBrk="1" latinLnBrk="0" hangingPunct="1">
                      <a:spcBef>
                        <a:spcPct val="20000"/>
                      </a:spcBef>
                      <a:buClr>
                        <a:schemeClr val="accent4"/>
                      </a:buClr>
                      <a:buFont typeface="Arial"/>
                      <a:buChar char="▪"/>
                      <a:defRPr kumimoji="0" sz="2000" kern="1200">
                        <a:solidFill>
                          <a:schemeClr val="bg1"/>
                        </a:solidFill>
                        <a:latin typeface="Times New Roman" pitchFamily="18" charset="0"/>
                        <a:ea typeface="+mn-ea"/>
                        <a:cs typeface="Times New Roman" pitchFamily="18" charset="0"/>
                      </a:defRPr>
                    </a:lvl4pPr>
                    <a:lvl5pPr marL="1426464" indent="-182880" algn="l" rtl="0" eaLnBrk="1" latinLnBrk="0" hangingPunct="1">
                      <a:spcBef>
                        <a:spcPct val="20000"/>
                      </a:spcBef>
                      <a:buClr>
                        <a:schemeClr val="accent5"/>
                      </a:buClr>
                      <a:buFont typeface="Wingdings 3"/>
                      <a:buChar char=""/>
                      <a:defRPr kumimoji="0" lang="en-US" sz="2000" kern="1200" smtClean="0">
                        <a:solidFill>
                          <a:schemeClr val="tx1"/>
                        </a:solidFill>
                        <a:latin typeface="Times New Roman" pitchFamily="18" charset="0"/>
                        <a:ea typeface="+mn-ea"/>
                        <a:cs typeface="Times New Roman" pitchFamily="18" charset="0"/>
                      </a:defRPr>
                    </a:lvl5pPr>
                    <a:lvl6pPr marL="1627632" indent="-182880" algn="l" rtl="0" eaLnBrk="1" latinLnBrk="0" hangingPunct="1">
                      <a:spcBef>
                        <a:spcPct val="20000"/>
                      </a:spcBef>
                      <a:buClr>
                        <a:schemeClr val="accent6"/>
                      </a:buClr>
                      <a:buSzPct val="100000"/>
                      <a:buFont typeface="Wingdings 2"/>
                      <a:buChar char=""/>
                      <a:defRPr kumimoji="0" sz="2000" kern="1200">
                        <a:solidFill>
                          <a:schemeClr val="tx1"/>
                        </a:solidFill>
                        <a:latin typeface="+mn-lt"/>
                        <a:ea typeface="+mn-ea"/>
                        <a:cs typeface="+mn-cs"/>
                      </a:defRPr>
                    </a:lvl6pPr>
                    <a:lvl7pPr marL="1828800" indent="-182880" algn="l" rtl="0" eaLnBrk="1" latinLnBrk="0" hangingPunct="1">
                      <a:spcBef>
                        <a:spcPct val="20000"/>
                      </a:spcBef>
                      <a:buClr>
                        <a:schemeClr val="accent1"/>
                      </a:buClr>
                      <a:buSzPct val="100000"/>
                      <a:buFont typeface="Wingdings 2"/>
                      <a:buChar char=""/>
                      <a:defRPr kumimoji="0" sz="1800" kern="1200">
                        <a:solidFill>
                          <a:schemeClr val="tx1"/>
                        </a:solidFill>
                        <a:latin typeface="+mn-lt"/>
                        <a:ea typeface="+mn-ea"/>
                        <a:cs typeface="+mn-cs"/>
                      </a:defRPr>
                    </a:lvl7pPr>
                    <a:lvl8pPr marL="2029968" indent="-182880" algn="l" rtl="0" eaLnBrk="1" latinLnBrk="0" hangingPunct="1">
                      <a:spcBef>
                        <a:spcPct val="20000"/>
                      </a:spcBef>
                      <a:buClr>
                        <a:schemeClr val="accent2"/>
                      </a:buClr>
                      <a:buFont typeface="Wingdings 2" pitchFamily="18" charset="2"/>
                      <a:buChar char=""/>
                      <a:defRPr kumimoji="0" sz="1800" kern="1200">
                        <a:solidFill>
                          <a:schemeClr val="tx1"/>
                        </a:solidFill>
                        <a:latin typeface="+mn-lt"/>
                        <a:ea typeface="+mn-ea"/>
                        <a:cs typeface="+mn-cs"/>
                      </a:defRPr>
                    </a:lvl8pPr>
                    <a:lvl9pPr marL="2231136" indent="-182880" algn="l" rtl="0" eaLnBrk="1" latinLnBrk="0" hangingPunct="1">
                      <a:spcBef>
                        <a:spcPct val="20000"/>
                      </a:spcBef>
                      <a:buClr>
                        <a:schemeClr val="accent3"/>
                      </a:buClr>
                      <a:buFont typeface="Wingdings 2" pitchFamily="18" charset="2"/>
                      <a:buChar char=""/>
                      <a:defRPr kumimoji="0" sz="1800" kern="1200" baseline="0">
                        <a:solidFill>
                          <a:schemeClr val="tx1"/>
                        </a:solidFill>
                        <a:latin typeface="+mn-lt"/>
                        <a:ea typeface="+mn-ea"/>
                        <a:cs typeface="+mn-cs"/>
                      </a:defRPr>
                    </a:lvl9pPr>
                    <a:extLst/>
                  </a:lstStyle>
                  <a:p>
                    <a:pPr marL="118872" indent="0">
                      <a:lnSpc>
                        <a:spcPct val="150000"/>
                      </a:lnSpc>
                      <a:buNone/>
                    </a:pPr>
                    <a:r>
                      <a:rPr lang="en-US" altLang="zh-CN" sz="2800" b="1" dirty="0"/>
                      <a:t>(1) </a:t>
                    </a:r>
                    <a:r>
                      <a:rPr lang="zh-CN" altLang="en-US" sz="2800" b="1" dirty="0"/>
                      <a:t>系统局部</a:t>
                    </a:r>
                    <a:r>
                      <a:rPr lang="zh-CN" altLang="en-US" sz="2800" b="1" dirty="0">
                        <a:solidFill>
                          <a:srgbClr val="FFFF00"/>
                        </a:solidFill>
                      </a:rPr>
                      <a:t>指数稳定</a:t>
                    </a:r>
                    <a:r>
                      <a:rPr lang="zh-CN" altLang="en-US" sz="2800" b="1" dirty="0"/>
                      <a:t>，即</a:t>
                    </a:r>
                    <a:br>
                      <a:rPr lang="en-US" altLang="zh-CN" sz="2800" b="1" dirty="0">
                        <a:solidFill>
                          <a:srgbClr val="FFFF00"/>
                        </a:solidFill>
                      </a:rPr>
                    </a:br>
                    <a:r>
                      <a:rPr lang="en-US" altLang="zh-CN" sz="2800" b="1" dirty="0">
                        <a:solidFill>
                          <a:srgbClr val="FFFF00"/>
                        </a:solidFill>
                      </a:rPr>
                      <a:t>      </a:t>
                    </a:r>
                    <a:r>
                      <a:rPr lang="zh-CN" altLang="en-US" sz="2800" b="1" dirty="0"/>
                      <a:t>存在正的常数 </a:t>
                    </a:r>
                    <a14:m>
                      <m:oMath xmlns:m="http://schemas.openxmlformats.org/officeDocument/2006/math">
                        <m:r>
                          <a:rPr lang="zh-CN" altLang="en-US" sz="2800" i="1" smtClean="0">
                            <a:solidFill>
                              <a:schemeClr val="bg1"/>
                            </a:solidFill>
                            <a:latin typeface="Cambria Math" panose="02040503050406030204" pitchFamily="18" charset="0"/>
                          </a:rPr>
                          <m:t>𝑘</m:t>
                        </m:r>
                        <m:r>
                          <a:rPr lang="zh-CN" altLang="en-US" sz="2800" i="1" smtClean="0">
                            <a:solidFill>
                              <a:schemeClr val="bg1"/>
                            </a:solidFill>
                            <a:latin typeface="Cambria Math" panose="02040503050406030204" pitchFamily="18" charset="0"/>
                          </a:rPr>
                          <m:t>,</m:t>
                        </m:r>
                        <m:r>
                          <a:rPr lang="zh-CN" altLang="en-US" sz="2800" i="1" smtClean="0">
                            <a:solidFill>
                              <a:schemeClr val="bg1"/>
                            </a:solidFill>
                            <a:latin typeface="Cambria Math" panose="02040503050406030204" pitchFamily="18" charset="0"/>
                          </a:rPr>
                          <m:t>𝜆</m:t>
                        </m:r>
                        <m:r>
                          <a:rPr lang="zh-CN" altLang="en-US" sz="2800" i="1" smtClean="0">
                            <a:solidFill>
                              <a:schemeClr val="bg1"/>
                            </a:solidFill>
                            <a:latin typeface="Cambria Math" panose="02040503050406030204" pitchFamily="18" charset="0"/>
                          </a:rPr>
                          <m:t>&gt;0</m:t>
                        </m:r>
                      </m:oMath>
                    </a14:m>
                    <a:r>
                      <a:rPr lang="zh-CN" altLang="en-US" sz="2800" b="1" dirty="0"/>
                      <a:t>在区域 </a:t>
                    </a:r>
                    <a14:m>
                      <m:oMath xmlns:m="http://schemas.openxmlformats.org/officeDocument/2006/math">
                        <m:sSub>
                          <m:sSubPr>
                            <m:ctrlPr>
                              <a:rPr lang="zh-CN" altLang="en-US" sz="2800" i="1" smtClean="0">
                                <a:solidFill>
                                  <a:schemeClr val="bg1"/>
                                </a:solidFill>
                                <a:latin typeface="Cambria Math" panose="02040503050406030204" pitchFamily="18" charset="0"/>
                              </a:rPr>
                            </m:ctrlPr>
                          </m:sSubPr>
                          <m:e>
                            <m:r>
                              <a:rPr lang="zh-CN" altLang="en-US" sz="2800" i="1">
                                <a:solidFill>
                                  <a:schemeClr val="bg1"/>
                                </a:solidFill>
                                <a:latin typeface="Cambria Math" panose="02040503050406030204" pitchFamily="18" charset="0"/>
                              </a:rPr>
                              <m:t>𝐵</m:t>
                            </m:r>
                          </m:e>
                          <m:sub>
                            <m:r>
                              <a:rPr lang="zh-CN" altLang="en-US" sz="2800" i="1">
                                <a:solidFill>
                                  <a:schemeClr val="bg1"/>
                                </a:solidFill>
                                <a:latin typeface="Cambria Math" panose="02040503050406030204" pitchFamily="18" charset="0"/>
                              </a:rPr>
                              <m:t>𝛿</m:t>
                            </m:r>
                          </m:sub>
                        </m:sSub>
                      </m:oMath>
                    </a14:m>
                    <a:r>
                      <a:rPr lang="zh-CN" altLang="en-US" sz="2800" b="1" dirty="0"/>
                      <a:t>上满足</a:t>
                    </a:r>
                    <a:endParaRPr lang="en-US" altLang="zh-CN" sz="2800" b="1" dirty="0"/>
                  </a:p>
                </p:txBody>
              </p:sp>
            </mc:Choice>
            <mc:Fallback xmlns="">
              <p:sp>
                <p:nvSpPr>
                  <p:cNvPr id="27" name="内容占位符 2"/>
                  <p:cNvSpPr txBox="1">
                    <a:spLocks noRot="1" noChangeAspect="1" noMove="1" noResize="1" noEditPoints="1" noAdjustHandles="1" noChangeArrowheads="1" noChangeShapeType="1" noTextEdit="1"/>
                  </p:cNvSpPr>
                  <p:nvPr/>
                </p:nvSpPr>
                <p:spPr>
                  <a:xfrm>
                    <a:off x="438472" y="3933056"/>
                    <a:ext cx="8382000" cy="1800200"/>
                  </a:xfrm>
                  <a:prstGeom prst="rect">
                    <a:avLst/>
                  </a:prstGeom>
                  <a:blipFill>
                    <a:blip r:embed="rId4"/>
                    <a:stretch>
                      <a:fillRect l="-582"/>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9" name="对象 28"/>
                  <p:cNvSpPr txBox="1"/>
                  <p:nvPr/>
                </p:nvSpPr>
                <p:spPr bwMode="auto">
                  <a:xfrm>
                    <a:off x="161764" y="5379903"/>
                    <a:ext cx="8820472" cy="639763"/>
                  </a:xfrm>
                  <a:prstGeom prst="rect">
                    <a:avLst/>
                  </a:prstGeom>
                  <a:noFill/>
                  <a:ln>
                    <a:noFill/>
                  </a:ln>
                </p:spPr>
                <p:txBody>
                  <a:bodyPr>
                    <a:noAutofit/>
                  </a:bodyPr>
                  <a:lstStyle/>
                  <a:p>
                    <a:pPr/>
                    <a14:m>
                      <m:oMathPara xmlns:m="http://schemas.openxmlformats.org/officeDocument/2006/math">
                        <m:oMathParaPr>
                          <m:jc m:val="left"/>
                        </m:oMathParaPr>
                        <m:oMath xmlns:m="http://schemas.openxmlformats.org/officeDocument/2006/math">
                          <m:d>
                            <m:dPr>
                              <m:begChr m:val="‖"/>
                              <m:endChr m:val="‖"/>
                              <m:ctrlPr>
                                <a:rPr lang="zh-CN" altLang="en-US" sz="2800" i="1" smtClean="0">
                                  <a:solidFill>
                                    <a:srgbClr val="FFFF00"/>
                                  </a:solidFill>
                                  <a:latin typeface="Cambria Math" panose="02040503050406030204" pitchFamily="18" charset="0"/>
                                </a:rPr>
                              </m:ctrlPr>
                            </m:dPr>
                            <m:e>
                              <m:r>
                                <a:rPr lang="zh-CN" altLang="en-US" sz="2800" b="1" i="1">
                                  <a:solidFill>
                                    <a:srgbClr val="FFFF00"/>
                                  </a:solidFill>
                                  <a:latin typeface="Cambria Math" panose="02040503050406030204" pitchFamily="18" charset="0"/>
                                </a:rPr>
                                <m:t>𝒙</m:t>
                              </m:r>
                              <m:r>
                                <a:rPr lang="zh-CN" altLang="en-US" sz="2800" i="1">
                                  <a:solidFill>
                                    <a:srgbClr val="FFFF00"/>
                                  </a:solidFill>
                                  <a:latin typeface="Cambria Math" panose="02040503050406030204" pitchFamily="18" charset="0"/>
                                </a:rPr>
                                <m:t>(</m:t>
                              </m:r>
                              <m:r>
                                <a:rPr lang="zh-CN" altLang="en-US" sz="2800" i="1">
                                  <a:solidFill>
                                    <a:srgbClr val="FFFF00"/>
                                  </a:solidFill>
                                  <a:latin typeface="Cambria Math" panose="02040503050406030204" pitchFamily="18" charset="0"/>
                                </a:rPr>
                                <m:t>𝑡</m:t>
                              </m:r>
                              <m:r>
                                <a:rPr lang="zh-CN" altLang="en-US" sz="2800" i="0">
                                  <a:solidFill>
                                    <a:srgbClr val="FFFF00"/>
                                  </a:solidFill>
                                  <a:latin typeface="Cambria Math" panose="02040503050406030204" pitchFamily="18" charset="0"/>
                                </a:rPr>
                                <m:t>,</m:t>
                              </m:r>
                              <m:sSub>
                                <m:sSubPr>
                                  <m:ctrlPr>
                                    <a:rPr lang="zh-CN" altLang="en-US" sz="2800" i="1">
                                      <a:solidFill>
                                        <a:srgbClr val="FFFF00"/>
                                      </a:solidFill>
                                      <a:latin typeface="Cambria Math" panose="02040503050406030204" pitchFamily="18" charset="0"/>
                                    </a:rPr>
                                  </m:ctrlPr>
                                </m:sSubPr>
                                <m:e>
                                  <m:r>
                                    <a:rPr lang="zh-CN" altLang="en-US" sz="2800" i="1">
                                      <a:solidFill>
                                        <a:srgbClr val="FFFF00"/>
                                      </a:solidFill>
                                      <a:latin typeface="Cambria Math" panose="02040503050406030204" pitchFamily="18" charset="0"/>
                                    </a:rPr>
                                    <m:t>𝑡</m:t>
                                  </m:r>
                                </m:e>
                                <m:sub>
                                  <m:r>
                                    <a:rPr lang="zh-CN" altLang="en-US" sz="2800" i="1">
                                      <a:solidFill>
                                        <a:srgbClr val="FFFF00"/>
                                      </a:solidFill>
                                      <a:latin typeface="Cambria Math" panose="02040503050406030204" pitchFamily="18" charset="0"/>
                                    </a:rPr>
                                    <m:t>0</m:t>
                                  </m:r>
                                </m:sub>
                              </m:sSub>
                              <m:r>
                                <a:rPr lang="zh-CN" altLang="en-US" sz="2800" i="1">
                                  <a:solidFill>
                                    <a:srgbClr val="FFFF00"/>
                                  </a:solidFill>
                                  <a:latin typeface="Cambria Math" panose="02040503050406030204" pitchFamily="18" charset="0"/>
                                </a:rPr>
                                <m:t>,</m:t>
                              </m:r>
                              <m:sSub>
                                <m:sSubPr>
                                  <m:ctrlPr>
                                    <a:rPr lang="zh-CN" altLang="en-US" sz="2800" i="1">
                                      <a:solidFill>
                                        <a:srgbClr val="FFFF00"/>
                                      </a:solidFill>
                                      <a:latin typeface="Cambria Math" panose="02040503050406030204" pitchFamily="18" charset="0"/>
                                    </a:rPr>
                                  </m:ctrlPr>
                                </m:sSubPr>
                                <m:e>
                                  <m:r>
                                    <a:rPr lang="zh-CN" altLang="en-US" sz="2800" b="1" i="1">
                                      <a:solidFill>
                                        <a:srgbClr val="FFFF00"/>
                                      </a:solidFill>
                                      <a:latin typeface="Cambria Math" panose="02040503050406030204" pitchFamily="18" charset="0"/>
                                    </a:rPr>
                                    <m:t>𝒙</m:t>
                                  </m:r>
                                </m:e>
                                <m:sub>
                                  <m:r>
                                    <a:rPr lang="zh-CN" altLang="en-US" sz="2800" i="1">
                                      <a:solidFill>
                                        <a:srgbClr val="FFFF00"/>
                                      </a:solidFill>
                                      <a:latin typeface="Cambria Math" panose="02040503050406030204" pitchFamily="18" charset="0"/>
                                    </a:rPr>
                                    <m:t>0</m:t>
                                  </m:r>
                                </m:sub>
                              </m:sSub>
                              <m:r>
                                <a:rPr lang="zh-CN" altLang="en-US" sz="2800" i="1">
                                  <a:solidFill>
                                    <a:srgbClr val="FFFF00"/>
                                  </a:solidFill>
                                  <a:latin typeface="Cambria Math" panose="02040503050406030204" pitchFamily="18" charset="0"/>
                                </a:rPr>
                                <m:t>)</m:t>
                              </m:r>
                            </m:e>
                          </m:d>
                          <m:r>
                            <a:rPr lang="zh-CN" altLang="en-US" sz="2800" i="1">
                              <a:solidFill>
                                <a:srgbClr val="FFFF00"/>
                              </a:solidFill>
                              <a:latin typeface="Cambria Math" panose="02040503050406030204" pitchFamily="18" charset="0"/>
                            </a:rPr>
                            <m:t>&lt;</m:t>
                          </m:r>
                          <m:r>
                            <a:rPr lang="zh-CN" altLang="en-US" sz="2800" i="1">
                              <a:solidFill>
                                <a:srgbClr val="FFFF00"/>
                              </a:solidFill>
                              <a:latin typeface="Cambria Math" panose="02040503050406030204" pitchFamily="18" charset="0"/>
                            </a:rPr>
                            <m:t>𝑘</m:t>
                          </m:r>
                          <m:d>
                            <m:dPr>
                              <m:begChr m:val="‖"/>
                              <m:endChr m:val="‖"/>
                              <m:ctrlPr>
                                <a:rPr lang="zh-CN" altLang="en-US" sz="2800" i="1">
                                  <a:solidFill>
                                    <a:srgbClr val="FFFF00"/>
                                  </a:solidFill>
                                  <a:latin typeface="Cambria Math" panose="02040503050406030204" pitchFamily="18" charset="0"/>
                                </a:rPr>
                              </m:ctrlPr>
                            </m:dPr>
                            <m:e>
                              <m:r>
                                <a:rPr lang="zh-CN" altLang="en-US" sz="2800" b="1" i="1">
                                  <a:solidFill>
                                    <a:srgbClr val="FFFF00"/>
                                  </a:solidFill>
                                  <a:latin typeface="Cambria Math" panose="02040503050406030204" pitchFamily="18" charset="0"/>
                                </a:rPr>
                                <m:t>𝒙</m:t>
                              </m:r>
                              <m:r>
                                <a:rPr lang="zh-CN" altLang="en-US" sz="2800" i="1">
                                  <a:solidFill>
                                    <a:srgbClr val="FFFF00"/>
                                  </a:solidFill>
                                  <a:latin typeface="Cambria Math" panose="02040503050406030204" pitchFamily="18" charset="0"/>
                                </a:rPr>
                                <m:t>(</m:t>
                              </m:r>
                              <m:sSub>
                                <m:sSubPr>
                                  <m:ctrlPr>
                                    <a:rPr lang="zh-CN" altLang="en-US" sz="2800" i="1">
                                      <a:solidFill>
                                        <a:srgbClr val="FFFF00"/>
                                      </a:solidFill>
                                      <a:latin typeface="Cambria Math" panose="02040503050406030204" pitchFamily="18" charset="0"/>
                                    </a:rPr>
                                  </m:ctrlPr>
                                </m:sSubPr>
                                <m:e>
                                  <m:r>
                                    <a:rPr lang="zh-CN" altLang="en-US" sz="2800" i="1">
                                      <a:solidFill>
                                        <a:srgbClr val="FFFF00"/>
                                      </a:solidFill>
                                      <a:latin typeface="Cambria Math" panose="02040503050406030204" pitchFamily="18" charset="0"/>
                                    </a:rPr>
                                    <m:t>𝑡</m:t>
                                  </m:r>
                                </m:e>
                                <m:sub>
                                  <m:r>
                                    <a:rPr lang="zh-CN" altLang="en-US" sz="2800" i="1">
                                      <a:solidFill>
                                        <a:srgbClr val="FFFF00"/>
                                      </a:solidFill>
                                      <a:latin typeface="Cambria Math" panose="02040503050406030204" pitchFamily="18" charset="0"/>
                                    </a:rPr>
                                    <m:t>0</m:t>
                                  </m:r>
                                </m:sub>
                              </m:sSub>
                              <m:r>
                                <a:rPr lang="zh-CN" altLang="en-US" sz="2800" i="1">
                                  <a:solidFill>
                                    <a:srgbClr val="FFFF00"/>
                                  </a:solidFill>
                                  <a:latin typeface="Cambria Math" panose="02040503050406030204" pitchFamily="18" charset="0"/>
                                </a:rPr>
                                <m:t>)</m:t>
                              </m:r>
                            </m:e>
                          </m:d>
                          <m:sSup>
                            <m:sSupPr>
                              <m:ctrlPr>
                                <a:rPr lang="zh-CN" altLang="en-US" sz="2800" i="1">
                                  <a:solidFill>
                                    <a:srgbClr val="FFFF00"/>
                                  </a:solidFill>
                                  <a:latin typeface="Cambria Math" panose="02040503050406030204" pitchFamily="18" charset="0"/>
                                </a:rPr>
                              </m:ctrlPr>
                            </m:sSupPr>
                            <m:e>
                              <m:r>
                                <a:rPr lang="zh-CN" altLang="en-US" sz="2800" i="1">
                                  <a:solidFill>
                                    <a:srgbClr val="FFFF00"/>
                                  </a:solidFill>
                                  <a:latin typeface="Cambria Math" panose="02040503050406030204" pitchFamily="18" charset="0"/>
                                </a:rPr>
                                <m:t>𝑒</m:t>
                              </m:r>
                            </m:e>
                            <m:sup>
                              <m:r>
                                <a:rPr lang="zh-CN" altLang="en-US" sz="2800" i="1">
                                  <a:solidFill>
                                    <a:srgbClr val="FFFF00"/>
                                  </a:solidFill>
                                  <a:latin typeface="Cambria Math" panose="02040503050406030204" pitchFamily="18" charset="0"/>
                                </a:rPr>
                                <m:t>−</m:t>
                              </m:r>
                              <m:r>
                                <a:rPr lang="zh-CN" altLang="en-US" sz="2800" i="1">
                                  <a:solidFill>
                                    <a:srgbClr val="FFFF00"/>
                                  </a:solidFill>
                                  <a:latin typeface="Cambria Math" panose="02040503050406030204" pitchFamily="18" charset="0"/>
                                </a:rPr>
                                <m:t>𝜆</m:t>
                              </m:r>
                              <m:r>
                                <a:rPr lang="zh-CN" altLang="en-US" sz="2800" i="1">
                                  <a:solidFill>
                                    <a:srgbClr val="FFFF00"/>
                                  </a:solidFill>
                                  <a:latin typeface="Cambria Math" panose="02040503050406030204" pitchFamily="18" charset="0"/>
                                </a:rPr>
                                <m:t>(</m:t>
                              </m:r>
                              <m:r>
                                <a:rPr lang="zh-CN" altLang="en-US" sz="2800" i="1">
                                  <a:solidFill>
                                    <a:srgbClr val="FFFF00"/>
                                  </a:solidFill>
                                  <a:latin typeface="Cambria Math" panose="02040503050406030204" pitchFamily="18" charset="0"/>
                                </a:rPr>
                                <m:t>𝑡</m:t>
                              </m:r>
                              <m:r>
                                <a:rPr lang="zh-CN" altLang="en-US" sz="2800" i="1">
                                  <a:solidFill>
                                    <a:srgbClr val="FFFF00"/>
                                  </a:solidFill>
                                  <a:latin typeface="Cambria Math" panose="02040503050406030204" pitchFamily="18" charset="0"/>
                                </a:rPr>
                                <m:t>−</m:t>
                              </m:r>
                              <m:sSub>
                                <m:sSubPr>
                                  <m:ctrlPr>
                                    <a:rPr lang="zh-CN" altLang="en-US" sz="2800" i="1">
                                      <a:solidFill>
                                        <a:srgbClr val="FFFF00"/>
                                      </a:solidFill>
                                      <a:latin typeface="Cambria Math" panose="02040503050406030204" pitchFamily="18" charset="0"/>
                                    </a:rPr>
                                  </m:ctrlPr>
                                </m:sSubPr>
                                <m:e>
                                  <m:r>
                                    <a:rPr lang="zh-CN" altLang="en-US" sz="2800" i="1">
                                      <a:solidFill>
                                        <a:srgbClr val="FFFF00"/>
                                      </a:solidFill>
                                      <a:latin typeface="Cambria Math" panose="02040503050406030204" pitchFamily="18" charset="0"/>
                                    </a:rPr>
                                    <m:t>𝑡</m:t>
                                  </m:r>
                                </m:e>
                                <m:sub>
                                  <m:r>
                                    <a:rPr lang="zh-CN" altLang="en-US" sz="2800" i="1">
                                      <a:solidFill>
                                        <a:srgbClr val="FFFF00"/>
                                      </a:solidFill>
                                      <a:latin typeface="Cambria Math" panose="02040503050406030204" pitchFamily="18" charset="0"/>
                                    </a:rPr>
                                    <m:t>0</m:t>
                                  </m:r>
                                </m:sub>
                              </m:sSub>
                              <m:r>
                                <a:rPr lang="zh-CN" altLang="en-US" sz="2800" i="1">
                                  <a:solidFill>
                                    <a:srgbClr val="FFFF00"/>
                                  </a:solidFill>
                                  <a:latin typeface="Cambria Math" panose="02040503050406030204" pitchFamily="18" charset="0"/>
                                </a:rPr>
                                <m:t>)</m:t>
                              </m:r>
                            </m:sup>
                          </m:sSup>
                          <m:r>
                            <a:rPr lang="zh-CN" altLang="en-US" sz="2800" i="1">
                              <a:solidFill>
                                <a:schemeClr val="bg1"/>
                              </a:solidFill>
                              <a:latin typeface="Cambria Math" panose="02040503050406030204" pitchFamily="18" charset="0"/>
                            </a:rPr>
                            <m:t>,​ ​∀</m:t>
                          </m:r>
                          <m:r>
                            <a:rPr lang="zh-CN" altLang="en-US" sz="2800" i="1">
                              <a:solidFill>
                                <a:schemeClr val="bg1"/>
                              </a:solidFill>
                              <a:latin typeface="Cambria Math" panose="02040503050406030204" pitchFamily="18" charset="0"/>
                            </a:rPr>
                            <m:t>𝑡</m:t>
                          </m:r>
                          <m:r>
                            <a:rPr lang="zh-CN" altLang="en-US" sz="2800" i="1">
                              <a:solidFill>
                                <a:schemeClr val="bg1"/>
                              </a:solidFill>
                              <a:latin typeface="Cambria Math" panose="02040503050406030204" pitchFamily="18" charset="0"/>
                            </a:rPr>
                            <m:t>≥</m:t>
                          </m:r>
                          <m:sSub>
                            <m:sSubPr>
                              <m:ctrlPr>
                                <a:rPr lang="zh-CN" altLang="en-US" sz="2800" i="1">
                                  <a:solidFill>
                                    <a:schemeClr val="bg1"/>
                                  </a:solidFill>
                                  <a:latin typeface="Cambria Math" panose="02040503050406030204" pitchFamily="18" charset="0"/>
                                </a:rPr>
                              </m:ctrlPr>
                            </m:sSubPr>
                            <m:e>
                              <m:r>
                                <a:rPr lang="zh-CN" altLang="en-US" sz="2800" i="1">
                                  <a:solidFill>
                                    <a:schemeClr val="bg1"/>
                                  </a:solidFill>
                                  <a:latin typeface="Cambria Math" panose="02040503050406030204" pitchFamily="18" charset="0"/>
                                </a:rPr>
                                <m:t>𝑡</m:t>
                              </m:r>
                            </m:e>
                            <m:sub>
                              <m:r>
                                <a:rPr lang="zh-CN" altLang="en-US" sz="2800" i="1">
                                  <a:solidFill>
                                    <a:schemeClr val="bg1"/>
                                  </a:solidFill>
                                  <a:latin typeface="Cambria Math" panose="02040503050406030204" pitchFamily="18" charset="0"/>
                                </a:rPr>
                                <m:t>0</m:t>
                              </m:r>
                            </m:sub>
                          </m:sSub>
                          <m:r>
                            <a:rPr lang="zh-CN" altLang="en-US" sz="2800" i="1">
                              <a:solidFill>
                                <a:schemeClr val="bg1"/>
                              </a:solidFill>
                              <a:latin typeface="Cambria Math" panose="02040503050406030204" pitchFamily="18" charset="0"/>
                            </a:rPr>
                            <m:t>, ∀</m:t>
                          </m:r>
                          <m:r>
                            <a:rPr lang="zh-CN" altLang="en-US" sz="2800" b="1" i="1">
                              <a:solidFill>
                                <a:schemeClr val="bg1"/>
                              </a:solidFill>
                              <a:latin typeface="Cambria Math" panose="02040503050406030204" pitchFamily="18" charset="0"/>
                            </a:rPr>
                            <m:t>𝒙</m:t>
                          </m:r>
                          <m:r>
                            <a:rPr lang="zh-CN" altLang="en-US" sz="2800" i="1">
                              <a:solidFill>
                                <a:schemeClr val="bg1"/>
                              </a:solidFill>
                              <a:latin typeface="Cambria Math" panose="02040503050406030204" pitchFamily="18" charset="0"/>
                            </a:rPr>
                            <m:t>(</m:t>
                          </m:r>
                          <m:sSub>
                            <m:sSubPr>
                              <m:ctrlPr>
                                <a:rPr lang="zh-CN" altLang="en-US" sz="2800" i="1">
                                  <a:solidFill>
                                    <a:schemeClr val="bg1"/>
                                  </a:solidFill>
                                  <a:latin typeface="Cambria Math" panose="02040503050406030204" pitchFamily="18" charset="0"/>
                                </a:rPr>
                              </m:ctrlPr>
                            </m:sSubPr>
                            <m:e>
                              <m:r>
                                <a:rPr lang="zh-CN" altLang="en-US" sz="2800" i="1">
                                  <a:solidFill>
                                    <a:schemeClr val="bg1"/>
                                  </a:solidFill>
                                  <a:latin typeface="Cambria Math" panose="02040503050406030204" pitchFamily="18" charset="0"/>
                                </a:rPr>
                                <m:t>𝑡</m:t>
                              </m:r>
                            </m:e>
                            <m:sub>
                              <m:r>
                                <a:rPr lang="zh-CN" altLang="en-US" sz="2800" i="1">
                                  <a:solidFill>
                                    <a:schemeClr val="bg1"/>
                                  </a:solidFill>
                                  <a:latin typeface="Cambria Math" panose="02040503050406030204" pitchFamily="18" charset="0"/>
                                </a:rPr>
                                <m:t>0</m:t>
                              </m:r>
                            </m:sub>
                          </m:sSub>
                          <m:r>
                            <a:rPr lang="zh-CN" altLang="en-US" sz="2800" i="1">
                              <a:solidFill>
                                <a:schemeClr val="bg1"/>
                              </a:solidFill>
                              <a:latin typeface="Cambria Math" panose="02040503050406030204" pitchFamily="18" charset="0"/>
                            </a:rPr>
                            <m:t>)∈</m:t>
                          </m:r>
                          <m:sSub>
                            <m:sSubPr>
                              <m:ctrlPr>
                                <a:rPr lang="zh-CN" altLang="en-US" sz="2800" i="1">
                                  <a:solidFill>
                                    <a:schemeClr val="bg1"/>
                                  </a:solidFill>
                                  <a:latin typeface="Cambria Math" panose="02040503050406030204" pitchFamily="18" charset="0"/>
                                </a:rPr>
                              </m:ctrlPr>
                            </m:sSubPr>
                            <m:e>
                              <m:r>
                                <a:rPr lang="zh-CN" altLang="en-US" sz="2800" i="1">
                                  <a:solidFill>
                                    <a:schemeClr val="bg1"/>
                                  </a:solidFill>
                                  <a:latin typeface="Cambria Math" panose="02040503050406030204" pitchFamily="18" charset="0"/>
                                </a:rPr>
                                <m:t>𝐵</m:t>
                              </m:r>
                            </m:e>
                            <m:sub>
                              <m:r>
                                <a:rPr lang="zh-CN" altLang="en-US" sz="2800" i="1">
                                  <a:solidFill>
                                    <a:schemeClr val="bg1"/>
                                  </a:solidFill>
                                  <a:latin typeface="Cambria Math" panose="02040503050406030204" pitchFamily="18" charset="0"/>
                                </a:rPr>
                                <m:t>𝛿</m:t>
                              </m:r>
                            </m:sub>
                          </m:sSub>
                        </m:oMath>
                      </m:oMathPara>
                    </a14:m>
                    <a:endParaRPr lang="zh-CN" altLang="en-US" sz="2800" dirty="0">
                      <a:solidFill>
                        <a:schemeClr val="bg1"/>
                      </a:solidFill>
                    </a:endParaRPr>
                  </a:p>
                </p:txBody>
              </p:sp>
            </mc:Choice>
            <mc:Fallback xmlns="">
              <p:sp>
                <p:nvSpPr>
                  <p:cNvPr id="29" name="对象 28"/>
                  <p:cNvSpPr txBox="1">
                    <a:spLocks noRot="1" noChangeAspect="1" noMove="1" noResize="1" noEditPoints="1" noAdjustHandles="1" noChangeArrowheads="1" noChangeShapeType="1" noTextEdit="1"/>
                  </p:cNvSpPr>
                  <p:nvPr/>
                </p:nvSpPr>
                <p:spPr bwMode="auto">
                  <a:xfrm>
                    <a:off x="161764" y="5379903"/>
                    <a:ext cx="8820472" cy="639763"/>
                  </a:xfrm>
                  <a:prstGeom prst="rect">
                    <a:avLst/>
                  </a:prstGeom>
                  <a:blipFill>
                    <a:blip r:embed="rId5"/>
                    <a:stretch>
                      <a:fillRect/>
                    </a:stretch>
                  </a:blipFill>
                  <a:ln>
                    <a:noFill/>
                  </a:ln>
                </p:spPr>
                <p:txBody>
                  <a:bodyPr/>
                  <a:lstStyle/>
                  <a:p>
                    <a:r>
                      <a:rPr lang="zh-CN" altLang="en-US">
                        <a:noFill/>
                      </a:rPr>
                      <a:t> </a:t>
                    </a:r>
                  </a:p>
                </p:txBody>
              </p:sp>
            </mc:Fallback>
          </mc:AlternateContent>
        </p:grpSp>
        <mc:AlternateContent xmlns:mc="http://schemas.openxmlformats.org/markup-compatibility/2006" xmlns:a14="http://schemas.microsoft.com/office/drawing/2010/main">
          <mc:Choice Requires="a14">
            <p:sp>
              <p:nvSpPr>
                <p:cNvPr id="21" name="对象 20"/>
                <p:cNvSpPr txBox="1"/>
                <p:nvPr/>
              </p:nvSpPr>
              <p:spPr bwMode="auto">
                <a:xfrm>
                  <a:off x="4941727" y="4105919"/>
                  <a:ext cx="4040509" cy="604837"/>
                </a:xfrm>
                <a:prstGeom prst="rect">
                  <a:avLst/>
                </a:prstGeom>
                <a:noFill/>
                <a:ln>
                  <a:noFill/>
                </a:ln>
              </p:spPr>
              <p:txBody>
                <a:bodyPr>
                  <a:normAutofit/>
                </a:bodyPr>
                <a:lstStyle/>
                <a:p>
                  <a:pPr/>
                  <a14:m>
                    <m:oMathPara xmlns:m="http://schemas.openxmlformats.org/officeDocument/2006/math">
                      <m:oMathParaPr>
                        <m:jc m:val="left"/>
                      </m:oMathParaPr>
                      <m:oMath xmlns:m="http://schemas.openxmlformats.org/officeDocument/2006/math">
                        <m:sSub>
                          <m:sSubPr>
                            <m:ctrlPr>
                              <a:rPr lang="zh-CN" altLang="en-US" sz="2800" i="1" smtClean="0">
                                <a:solidFill>
                                  <a:schemeClr val="bg1"/>
                                </a:solidFill>
                                <a:latin typeface="Cambria Math" panose="02040503050406030204" pitchFamily="18" charset="0"/>
                              </a:rPr>
                            </m:ctrlPr>
                          </m:sSubPr>
                          <m:e>
                            <m:r>
                              <a:rPr lang="zh-CN" altLang="en-US" sz="2800" i="1">
                                <a:solidFill>
                                  <a:schemeClr val="bg1"/>
                                </a:solidFill>
                                <a:latin typeface="Cambria Math" panose="02040503050406030204" pitchFamily="18" charset="0"/>
                              </a:rPr>
                              <m:t>𝐵</m:t>
                            </m:r>
                          </m:e>
                          <m:sub>
                            <m:r>
                              <a:rPr lang="zh-CN" altLang="en-US" sz="2800" i="1">
                                <a:solidFill>
                                  <a:schemeClr val="bg1"/>
                                </a:solidFill>
                                <a:latin typeface="Cambria Math" panose="02040503050406030204" pitchFamily="18" charset="0"/>
                              </a:rPr>
                              <m:t>𝛿</m:t>
                            </m:r>
                          </m:sub>
                        </m:sSub>
                        <m:r>
                          <a:rPr lang="zh-CN" altLang="en-US" sz="2800" i="1">
                            <a:solidFill>
                              <a:schemeClr val="bg1"/>
                            </a:solidFill>
                            <a:latin typeface="Cambria Math" panose="02040503050406030204" pitchFamily="18" charset="0"/>
                          </a:rPr>
                          <m:t>={</m:t>
                        </m:r>
                        <m:r>
                          <a:rPr lang="zh-CN" altLang="en-US" sz="2800" b="1" i="1">
                            <a:solidFill>
                              <a:schemeClr val="bg1"/>
                            </a:solidFill>
                            <a:latin typeface="Cambria Math" panose="02040503050406030204" pitchFamily="18" charset="0"/>
                          </a:rPr>
                          <m:t>𝒙</m:t>
                        </m:r>
                        <m:r>
                          <a:rPr lang="zh-CN" altLang="en-US" sz="2800" i="1">
                            <a:solidFill>
                              <a:schemeClr val="bg1"/>
                            </a:solidFill>
                            <a:latin typeface="Cambria Math" panose="02040503050406030204" pitchFamily="18" charset="0"/>
                          </a:rPr>
                          <m:t>∈</m:t>
                        </m:r>
                        <m:sSup>
                          <m:sSupPr>
                            <m:ctrlPr>
                              <a:rPr lang="zh-CN" altLang="en-US" sz="2800" i="1">
                                <a:solidFill>
                                  <a:schemeClr val="bg1"/>
                                </a:solidFill>
                                <a:latin typeface="Cambria Math" panose="02040503050406030204" pitchFamily="18" charset="0"/>
                              </a:rPr>
                            </m:ctrlPr>
                          </m:sSupPr>
                          <m:e>
                            <m:r>
                              <a:rPr lang="zh-CN" altLang="en-US" sz="2800" i="1">
                                <a:solidFill>
                                  <a:schemeClr val="bg1"/>
                                </a:solidFill>
                                <a:latin typeface="Cambria Math" panose="02040503050406030204" pitchFamily="18" charset="0"/>
                              </a:rPr>
                              <m:t>ℝ</m:t>
                            </m:r>
                          </m:e>
                          <m:sup>
                            <m:r>
                              <a:rPr lang="zh-CN" altLang="en-US" sz="2800" i="1">
                                <a:solidFill>
                                  <a:schemeClr val="bg1"/>
                                </a:solidFill>
                                <a:latin typeface="Cambria Math" panose="02040503050406030204" pitchFamily="18" charset="0"/>
                              </a:rPr>
                              <m:t>𝑛</m:t>
                            </m:r>
                          </m:sup>
                        </m:sSup>
                        <m:r>
                          <a:rPr lang="zh-CN" altLang="en-US" sz="2800" i="1">
                            <a:solidFill>
                              <a:schemeClr val="bg1"/>
                            </a:solidFill>
                            <a:latin typeface="Cambria Math" panose="02040503050406030204" pitchFamily="18" charset="0"/>
                          </a:rPr>
                          <m:t>:</m:t>
                        </m:r>
                        <m:d>
                          <m:dPr>
                            <m:begChr m:val="‖"/>
                            <m:endChr m:val="‖"/>
                            <m:ctrlPr>
                              <a:rPr lang="zh-CN" altLang="en-US" sz="2800" b="1" i="1">
                                <a:solidFill>
                                  <a:schemeClr val="bg1"/>
                                </a:solidFill>
                                <a:latin typeface="Cambria Math" panose="02040503050406030204" pitchFamily="18" charset="0"/>
                              </a:rPr>
                            </m:ctrlPr>
                          </m:dPr>
                          <m:e>
                            <m:r>
                              <a:rPr lang="zh-CN" altLang="en-US" sz="2800" b="1" i="1">
                                <a:solidFill>
                                  <a:schemeClr val="bg1"/>
                                </a:solidFill>
                                <a:latin typeface="Cambria Math" panose="02040503050406030204" pitchFamily="18" charset="0"/>
                              </a:rPr>
                              <m:t>𝒙</m:t>
                            </m:r>
                          </m:e>
                        </m:d>
                        <m:r>
                          <a:rPr lang="zh-CN" altLang="en-US" sz="2800" i="1">
                            <a:solidFill>
                              <a:schemeClr val="bg1"/>
                            </a:solidFill>
                            <a:latin typeface="Cambria Math" panose="02040503050406030204" pitchFamily="18" charset="0"/>
                          </a:rPr>
                          <m:t>&lt;</m:t>
                        </m:r>
                        <m:r>
                          <a:rPr lang="zh-CN" altLang="en-US" sz="2800" i="1">
                            <a:solidFill>
                              <a:schemeClr val="bg1"/>
                            </a:solidFill>
                            <a:latin typeface="Cambria Math" panose="02040503050406030204" pitchFamily="18" charset="0"/>
                          </a:rPr>
                          <m:t>𝛿</m:t>
                        </m:r>
                        <m:r>
                          <a:rPr lang="zh-CN" altLang="en-US" sz="2800" i="1">
                            <a:solidFill>
                              <a:schemeClr val="bg1"/>
                            </a:solidFill>
                            <a:latin typeface="Cambria Math" panose="02040503050406030204" pitchFamily="18" charset="0"/>
                          </a:rPr>
                          <m:t>}</m:t>
                        </m:r>
                      </m:oMath>
                    </m:oMathPara>
                  </a14:m>
                  <a:endParaRPr lang="zh-CN" altLang="en-US" sz="2800" dirty="0">
                    <a:solidFill>
                      <a:schemeClr val="bg1"/>
                    </a:solidFill>
                  </a:endParaRPr>
                </a:p>
              </p:txBody>
            </p:sp>
          </mc:Choice>
          <mc:Fallback xmlns="">
            <p:sp>
              <p:nvSpPr>
                <p:cNvPr id="21" name="对象 20"/>
                <p:cNvSpPr txBox="1">
                  <a:spLocks noRot="1" noChangeAspect="1" noMove="1" noResize="1" noEditPoints="1" noAdjustHandles="1" noChangeArrowheads="1" noChangeShapeType="1" noTextEdit="1"/>
                </p:cNvSpPr>
                <p:nvPr/>
              </p:nvSpPr>
              <p:spPr bwMode="auto">
                <a:xfrm>
                  <a:off x="4941727" y="4105919"/>
                  <a:ext cx="4040509" cy="604837"/>
                </a:xfrm>
                <a:prstGeom prst="rect">
                  <a:avLst/>
                </a:prstGeom>
                <a:blipFill>
                  <a:blip r:embed="rId6"/>
                  <a:stretch>
                    <a:fillRect/>
                  </a:stretch>
                </a:blipFill>
                <a:ln>
                  <a:noFill/>
                </a:ln>
              </p:spPr>
              <p:txBody>
                <a:bodyPr/>
                <a:lstStyle/>
                <a:p>
                  <a:r>
                    <a:rPr lang="zh-CN" altLang="en-US">
                      <a:noFill/>
                    </a:rPr>
                    <a:t> </a:t>
                  </a:r>
                </a:p>
              </p:txBody>
            </p:sp>
          </mc:Fallback>
        </mc:AlternateContent>
      </p:grpSp>
      <p:sp>
        <p:nvSpPr>
          <p:cNvPr id="24" name="日期占位符 3"/>
          <p:cNvSpPr txBox="1">
            <a:spLocks/>
          </p:cNvSpPr>
          <p:nvPr/>
        </p:nvSpPr>
        <p:spPr>
          <a:xfrm>
            <a:off x="457200" y="6476999"/>
            <a:ext cx="2133600" cy="274320"/>
          </a:xfrm>
          <a:prstGeom prst="rect">
            <a:avLst/>
          </a:prstGeom>
        </p:spPr>
        <p:txBody>
          <a:bodyPr vert="horz" lIns="109728" rIns="45720" bIns="0" rtlCol="0" anchor="b"/>
          <a:lstStyle>
            <a:defPPr>
              <a:defRPr lang="zh-CN"/>
            </a:defPPr>
            <a:lvl1pPr marL="0" algn="l" defTabSz="914400" rtl="0" eaLnBrk="1" latinLnBrk="0" hangingPunct="1">
              <a:defRPr kumimoji="0" sz="1800" kern="1200">
                <a:solidFill>
                  <a:srgbClr val="FF0000"/>
                </a:solidFill>
                <a:latin typeface="Times New Roman" pitchFamily="18" charset="0"/>
                <a:ea typeface="+mn-ea"/>
                <a:cs typeface="Times New Roman" pitchFamily="18"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dirty="0"/>
          </a:p>
        </p:txBody>
      </p:sp>
      <mc:AlternateContent xmlns:mc="http://schemas.openxmlformats.org/markup-compatibility/2006" xmlns:a14="http://schemas.microsoft.com/office/drawing/2010/main">
        <mc:Choice Requires="a14">
          <p:sp>
            <p:nvSpPr>
              <p:cNvPr id="8" name="内容占位符 2">
                <a:extLst>
                  <a:ext uri="{FF2B5EF4-FFF2-40B4-BE49-F238E27FC236}">
                    <a16:creationId xmlns:a16="http://schemas.microsoft.com/office/drawing/2014/main" id="{1EAF18C6-E575-2E09-E912-CFC4D107D8B1}"/>
                  </a:ext>
                </a:extLst>
              </p:cNvPr>
              <p:cNvSpPr txBox="1">
                <a:spLocks/>
              </p:cNvSpPr>
              <p:nvPr/>
            </p:nvSpPr>
            <p:spPr>
              <a:xfrm>
                <a:off x="465827" y="4781050"/>
                <a:ext cx="8382000" cy="1519690"/>
              </a:xfrm>
              <a:prstGeom prst="rect">
                <a:avLst/>
              </a:prstGeom>
            </p:spPr>
            <p:txBody>
              <a:bodyPr vert="horz" lIns="54864" tIns="91440" rtlCol="0">
                <a:normAutofit/>
              </a:bodyPr>
              <a:lstStyle>
                <a:lvl1pPr marL="438912" indent="-320040" algn="l" rtl="0" eaLnBrk="1" latinLnBrk="0" hangingPunct="1">
                  <a:spcBef>
                    <a:spcPts val="0"/>
                  </a:spcBef>
                  <a:buClr>
                    <a:schemeClr val="accent1"/>
                  </a:buClr>
                  <a:buSzPct val="80000"/>
                  <a:buFont typeface="Wingdings 2"/>
                  <a:buChar char=""/>
                  <a:defRPr kumimoji="0" sz="3200" kern="1200">
                    <a:solidFill>
                      <a:schemeClr val="bg1"/>
                    </a:solidFill>
                    <a:latin typeface="Times New Roman" pitchFamily="18" charset="0"/>
                    <a:ea typeface="+mn-ea"/>
                    <a:cs typeface="Times New Roman" pitchFamily="18" charset="0"/>
                  </a:defRPr>
                </a:lvl1pPr>
                <a:lvl2pPr marL="731520" indent="-274320" algn="l" rtl="0" eaLnBrk="1" latinLnBrk="0" hangingPunct="1">
                  <a:spcBef>
                    <a:spcPct val="20000"/>
                  </a:spcBef>
                  <a:buClr>
                    <a:schemeClr val="accent2"/>
                  </a:buClr>
                  <a:buSzPct val="90000"/>
                  <a:buFont typeface="Wingdings"/>
                  <a:buChar char=""/>
                  <a:defRPr kumimoji="0" sz="2800" kern="1200">
                    <a:solidFill>
                      <a:schemeClr val="bg1"/>
                    </a:solidFill>
                    <a:latin typeface="Times New Roman" pitchFamily="18" charset="0"/>
                    <a:ea typeface="+mn-ea"/>
                    <a:cs typeface="Times New Roman" pitchFamily="18" charset="0"/>
                  </a:defRPr>
                </a:lvl2pPr>
                <a:lvl3pPr marL="996696" indent="-228600" algn="l" rtl="0" eaLnBrk="1" latinLnBrk="0" hangingPunct="1">
                  <a:spcBef>
                    <a:spcPct val="20000"/>
                  </a:spcBef>
                  <a:buClr>
                    <a:schemeClr val="accent3"/>
                  </a:buClr>
                  <a:buFont typeface="Arial"/>
                  <a:buChar char="▪"/>
                  <a:defRPr kumimoji="0" sz="2400" kern="1200">
                    <a:solidFill>
                      <a:schemeClr val="bg1"/>
                    </a:solidFill>
                    <a:latin typeface="Times New Roman" pitchFamily="18" charset="0"/>
                    <a:ea typeface="+mn-ea"/>
                    <a:cs typeface="Times New Roman" pitchFamily="18" charset="0"/>
                  </a:defRPr>
                </a:lvl3pPr>
                <a:lvl4pPr marL="1216152" indent="-182880" algn="l" rtl="0" eaLnBrk="1" latinLnBrk="0" hangingPunct="1">
                  <a:spcBef>
                    <a:spcPct val="20000"/>
                  </a:spcBef>
                  <a:buClr>
                    <a:schemeClr val="accent4"/>
                  </a:buClr>
                  <a:buFont typeface="Arial"/>
                  <a:buChar char="▪"/>
                  <a:defRPr kumimoji="0" sz="2000" kern="1200">
                    <a:solidFill>
                      <a:schemeClr val="bg1"/>
                    </a:solidFill>
                    <a:latin typeface="Times New Roman" pitchFamily="18" charset="0"/>
                    <a:ea typeface="+mn-ea"/>
                    <a:cs typeface="Times New Roman" pitchFamily="18" charset="0"/>
                  </a:defRPr>
                </a:lvl4pPr>
                <a:lvl5pPr marL="1426464" indent="-182880" algn="l" rtl="0" eaLnBrk="1" latinLnBrk="0" hangingPunct="1">
                  <a:spcBef>
                    <a:spcPct val="20000"/>
                  </a:spcBef>
                  <a:buClr>
                    <a:schemeClr val="accent5"/>
                  </a:buClr>
                  <a:buFont typeface="Wingdings 3"/>
                  <a:buChar char=""/>
                  <a:defRPr kumimoji="0" lang="en-US" sz="2000" kern="1200" smtClean="0">
                    <a:solidFill>
                      <a:schemeClr val="tx1"/>
                    </a:solidFill>
                    <a:latin typeface="Times New Roman" pitchFamily="18" charset="0"/>
                    <a:ea typeface="+mn-ea"/>
                    <a:cs typeface="Times New Roman" pitchFamily="18" charset="0"/>
                  </a:defRPr>
                </a:lvl5pPr>
                <a:lvl6pPr marL="1627632" indent="-182880" algn="l" rtl="0" eaLnBrk="1" latinLnBrk="0" hangingPunct="1">
                  <a:spcBef>
                    <a:spcPct val="20000"/>
                  </a:spcBef>
                  <a:buClr>
                    <a:schemeClr val="accent6"/>
                  </a:buClr>
                  <a:buSzPct val="100000"/>
                  <a:buFont typeface="Wingdings 2"/>
                  <a:buChar char=""/>
                  <a:defRPr kumimoji="0" sz="2000" kern="1200">
                    <a:solidFill>
                      <a:schemeClr val="tx1"/>
                    </a:solidFill>
                    <a:latin typeface="+mn-lt"/>
                    <a:ea typeface="+mn-ea"/>
                    <a:cs typeface="+mn-cs"/>
                  </a:defRPr>
                </a:lvl6pPr>
                <a:lvl7pPr marL="1828800" indent="-182880" algn="l" rtl="0" eaLnBrk="1" latinLnBrk="0" hangingPunct="1">
                  <a:spcBef>
                    <a:spcPct val="20000"/>
                  </a:spcBef>
                  <a:buClr>
                    <a:schemeClr val="accent1"/>
                  </a:buClr>
                  <a:buSzPct val="100000"/>
                  <a:buFont typeface="Wingdings 2"/>
                  <a:buChar char=""/>
                  <a:defRPr kumimoji="0" sz="1800" kern="1200">
                    <a:solidFill>
                      <a:schemeClr val="tx1"/>
                    </a:solidFill>
                    <a:latin typeface="+mn-lt"/>
                    <a:ea typeface="+mn-ea"/>
                    <a:cs typeface="+mn-cs"/>
                  </a:defRPr>
                </a:lvl7pPr>
                <a:lvl8pPr marL="2029968" indent="-182880" algn="l" rtl="0" eaLnBrk="1" latinLnBrk="0" hangingPunct="1">
                  <a:spcBef>
                    <a:spcPct val="20000"/>
                  </a:spcBef>
                  <a:buClr>
                    <a:schemeClr val="accent2"/>
                  </a:buClr>
                  <a:buFont typeface="Wingdings 2" pitchFamily="18" charset="2"/>
                  <a:buChar char=""/>
                  <a:defRPr kumimoji="0" sz="1800" kern="1200">
                    <a:solidFill>
                      <a:schemeClr val="tx1"/>
                    </a:solidFill>
                    <a:latin typeface="+mn-lt"/>
                    <a:ea typeface="+mn-ea"/>
                    <a:cs typeface="+mn-cs"/>
                  </a:defRPr>
                </a:lvl8pPr>
                <a:lvl9pPr marL="2231136" indent="-182880" algn="l" rtl="0" eaLnBrk="1" latinLnBrk="0" hangingPunct="1">
                  <a:spcBef>
                    <a:spcPct val="20000"/>
                  </a:spcBef>
                  <a:buClr>
                    <a:schemeClr val="accent3"/>
                  </a:buClr>
                  <a:buFont typeface="Wingdings 2" pitchFamily="18" charset="2"/>
                  <a:buChar char=""/>
                  <a:defRPr kumimoji="0" sz="1800" kern="1200" baseline="0">
                    <a:solidFill>
                      <a:schemeClr val="tx1"/>
                    </a:solidFill>
                    <a:latin typeface="+mn-lt"/>
                    <a:ea typeface="+mn-ea"/>
                    <a:cs typeface="+mn-cs"/>
                  </a:defRPr>
                </a:lvl9pPr>
                <a:extLst/>
              </a:lstStyle>
              <a:p>
                <a:pPr marL="118872" indent="0">
                  <a:lnSpc>
                    <a:spcPct val="150000"/>
                  </a:lnSpc>
                  <a:buNone/>
                </a:pPr>
                <a:r>
                  <a:rPr lang="en-US" altLang="zh-CN" sz="2800" b="1" dirty="0"/>
                  <a:t>(2) </a:t>
                </a:r>
                <a14:m>
                  <m:oMath xmlns:m="http://schemas.openxmlformats.org/officeDocument/2006/math">
                    <m:r>
                      <a:rPr lang="zh-CN" altLang="en-US" sz="2800" b="1" i="1" smtClean="0">
                        <a:solidFill>
                          <a:schemeClr val="bg1"/>
                        </a:solidFill>
                        <a:latin typeface="Cambria Math" panose="02040503050406030204" pitchFamily="18" charset="0"/>
                      </a:rPr>
                      <m:t>𝒇</m:t>
                    </m:r>
                    <m:r>
                      <a:rPr lang="zh-CN" altLang="en-US" sz="2800" i="1">
                        <a:solidFill>
                          <a:schemeClr val="bg1"/>
                        </a:solidFill>
                        <a:latin typeface="Cambria Math" panose="02040503050406030204" pitchFamily="18" charset="0"/>
                      </a:rPr>
                      <m:t>(</m:t>
                    </m:r>
                    <m:r>
                      <a:rPr lang="zh-CN" altLang="en-US" sz="2800" b="1" i="1">
                        <a:solidFill>
                          <a:schemeClr val="bg1"/>
                        </a:solidFill>
                        <a:latin typeface="Cambria Math" panose="02040503050406030204" pitchFamily="18" charset="0"/>
                      </a:rPr>
                      <m:t>𝒙</m:t>
                    </m:r>
                    <m:r>
                      <a:rPr lang="zh-CN" altLang="en-US" sz="2800" i="1">
                        <a:solidFill>
                          <a:schemeClr val="bg1"/>
                        </a:solidFill>
                        <a:latin typeface="Cambria Math" panose="02040503050406030204" pitchFamily="18" charset="0"/>
                      </a:rPr>
                      <m:t>,</m:t>
                    </m:r>
                    <m:r>
                      <a:rPr lang="zh-CN" altLang="en-US" sz="2800" i="1">
                        <a:solidFill>
                          <a:schemeClr val="bg1"/>
                        </a:solidFill>
                        <a:latin typeface="Cambria Math" panose="02040503050406030204" pitchFamily="18" charset="0"/>
                      </a:rPr>
                      <m:t>𝑡</m:t>
                    </m:r>
                    <m:r>
                      <a:rPr lang="zh-CN" altLang="en-US" sz="2800" i="1">
                        <a:solidFill>
                          <a:schemeClr val="bg1"/>
                        </a:solidFill>
                        <a:latin typeface="Cambria Math" panose="02040503050406030204" pitchFamily="18" charset="0"/>
                      </a:rPr>
                      <m:t>)</m:t>
                    </m:r>
                  </m:oMath>
                </a14:m>
                <a:r>
                  <a:rPr lang="zh-CN" altLang="en-US" sz="2800" b="1" dirty="0">
                    <a:solidFill>
                      <a:schemeClr val="bg1"/>
                    </a:solidFill>
                  </a:rPr>
                  <a:t>在 </a:t>
                </a:r>
                <a14:m>
                  <m:oMath xmlns:m="http://schemas.openxmlformats.org/officeDocument/2006/math">
                    <m:sSub>
                      <m:sSubPr>
                        <m:ctrlPr>
                          <a:rPr lang="zh-CN" altLang="en-US" sz="2800" i="1" smtClean="0">
                            <a:solidFill>
                              <a:schemeClr val="bg1"/>
                            </a:solidFill>
                            <a:latin typeface="Cambria Math" panose="02040503050406030204" pitchFamily="18" charset="0"/>
                          </a:rPr>
                        </m:ctrlPr>
                      </m:sSubPr>
                      <m:e>
                        <m:r>
                          <a:rPr lang="zh-CN" altLang="en-US" sz="2800" i="1">
                            <a:solidFill>
                              <a:schemeClr val="bg1"/>
                            </a:solidFill>
                            <a:latin typeface="Cambria Math" panose="02040503050406030204" pitchFamily="18" charset="0"/>
                          </a:rPr>
                          <m:t>𝐵</m:t>
                        </m:r>
                      </m:e>
                      <m:sub>
                        <m:r>
                          <a:rPr lang="zh-CN" altLang="en-US" sz="2800" i="1">
                            <a:solidFill>
                              <a:schemeClr val="bg1"/>
                            </a:solidFill>
                            <a:latin typeface="Cambria Math" panose="02040503050406030204" pitchFamily="18" charset="0"/>
                          </a:rPr>
                          <m:t>𝛿</m:t>
                        </m:r>
                      </m:sub>
                    </m:sSub>
                    <m:r>
                      <a:rPr lang="zh-CN" altLang="en-US" sz="2800" i="1">
                        <a:solidFill>
                          <a:schemeClr val="bg1"/>
                        </a:solidFill>
                        <a:latin typeface="Cambria Math" panose="02040503050406030204" pitchFamily="18" charset="0"/>
                      </a:rPr>
                      <m:t>×[0,  ∞)</m:t>
                    </m:r>
                  </m:oMath>
                </a14:m>
                <a:r>
                  <a:rPr lang="zh-CN" altLang="en-US" sz="2800" b="1" dirty="0"/>
                  <a:t>连续可微</a:t>
                </a:r>
                <a:r>
                  <a:rPr lang="en-US" altLang="zh-CN" sz="2800" b="1" dirty="0"/>
                  <a:t>/Lipschitz</a:t>
                </a:r>
                <a:r>
                  <a:rPr lang="zh-CN" altLang="en-US" sz="2800" b="1" dirty="0"/>
                  <a:t>连续，且</a:t>
                </a:r>
                <a:r>
                  <a:rPr lang="en-US" altLang="zh-CN" sz="2800" b="1" dirty="0"/>
                  <a:t>Jacobi</a:t>
                </a:r>
                <a:r>
                  <a:rPr lang="zh-CN" altLang="en-US" sz="2800" b="1" dirty="0"/>
                  <a:t>矩阵 </a:t>
                </a:r>
                <a14:m>
                  <m:oMath xmlns:m="http://schemas.openxmlformats.org/officeDocument/2006/math">
                    <m:f>
                      <m:fPr>
                        <m:type m:val="lin"/>
                        <m:ctrlPr>
                          <a:rPr lang="zh-CN" altLang="en-US" sz="2800" i="1" smtClean="0">
                            <a:solidFill>
                              <a:schemeClr val="bg1"/>
                            </a:solidFill>
                            <a:latin typeface="Cambria Math" panose="02040503050406030204" pitchFamily="18" charset="0"/>
                          </a:rPr>
                        </m:ctrlPr>
                      </m:fPr>
                      <m:num>
                        <m:r>
                          <a:rPr lang="zh-CN" altLang="en-US" sz="2800" i="1">
                            <a:solidFill>
                              <a:schemeClr val="bg1"/>
                            </a:solidFill>
                            <a:latin typeface="Cambria Math" panose="02040503050406030204" pitchFamily="18" charset="0"/>
                          </a:rPr>
                          <m:t>𝜕</m:t>
                        </m:r>
                        <m:r>
                          <a:rPr lang="en-US" altLang="zh-CN" sz="2800" b="1" i="1" smtClean="0">
                            <a:solidFill>
                              <a:schemeClr val="bg1"/>
                            </a:solidFill>
                            <a:latin typeface="Cambria Math" panose="02040503050406030204" pitchFamily="18" charset="0"/>
                          </a:rPr>
                          <m:t>𝒇</m:t>
                        </m:r>
                      </m:num>
                      <m:den>
                        <m:r>
                          <a:rPr lang="zh-CN" altLang="en-US" sz="2800" i="1">
                            <a:solidFill>
                              <a:schemeClr val="bg1"/>
                            </a:solidFill>
                            <a:latin typeface="Cambria Math" panose="02040503050406030204" pitchFamily="18" charset="0"/>
                          </a:rPr>
                          <m:t>𝜕</m:t>
                        </m:r>
                        <m:r>
                          <a:rPr lang="en-US" altLang="zh-CN" sz="2800" b="1" i="1" smtClean="0">
                            <a:solidFill>
                              <a:schemeClr val="bg1"/>
                            </a:solidFill>
                            <a:latin typeface="Cambria Math" panose="02040503050406030204" pitchFamily="18" charset="0"/>
                          </a:rPr>
                          <m:t>𝒙</m:t>
                        </m:r>
                      </m:den>
                    </m:f>
                  </m:oMath>
                </a14:m>
                <a:r>
                  <a:rPr lang="zh-CN" altLang="en-US" sz="2800" b="1" dirty="0">
                    <a:solidFill>
                      <a:schemeClr val="bg1"/>
                    </a:solidFill>
                  </a:rPr>
                  <a:t> </a:t>
                </a:r>
                <a:r>
                  <a:rPr lang="zh-CN" altLang="en-US" sz="2800" b="1" dirty="0"/>
                  <a:t>在 </a:t>
                </a:r>
                <a14:m>
                  <m:oMath xmlns:m="http://schemas.openxmlformats.org/officeDocument/2006/math">
                    <m:sSub>
                      <m:sSubPr>
                        <m:ctrlPr>
                          <a:rPr lang="zh-CN" altLang="en-US" sz="2800" i="1" smtClean="0">
                            <a:solidFill>
                              <a:schemeClr val="bg1"/>
                            </a:solidFill>
                            <a:latin typeface="Cambria Math" panose="02040503050406030204" pitchFamily="18" charset="0"/>
                          </a:rPr>
                        </m:ctrlPr>
                      </m:sSubPr>
                      <m:e>
                        <m:r>
                          <a:rPr lang="zh-CN" altLang="en-US" sz="2800" i="1">
                            <a:solidFill>
                              <a:schemeClr val="bg1"/>
                            </a:solidFill>
                            <a:latin typeface="Cambria Math" panose="02040503050406030204" pitchFamily="18" charset="0"/>
                          </a:rPr>
                          <m:t>𝐵</m:t>
                        </m:r>
                      </m:e>
                      <m:sub>
                        <m:r>
                          <a:rPr lang="zh-CN" altLang="en-US" sz="2800" i="1">
                            <a:solidFill>
                              <a:schemeClr val="bg1"/>
                            </a:solidFill>
                            <a:latin typeface="Cambria Math" panose="02040503050406030204" pitchFamily="18" charset="0"/>
                          </a:rPr>
                          <m:t>𝛿</m:t>
                        </m:r>
                      </m:sub>
                    </m:sSub>
                  </m:oMath>
                </a14:m>
                <a:r>
                  <a:rPr lang="zh-CN" altLang="en-US" sz="2800" b="1" dirty="0"/>
                  <a:t>上对时间</a:t>
                </a:r>
                <a:r>
                  <a:rPr lang="en-US" altLang="zh-CN" sz="2800" b="1" i="1" dirty="0"/>
                  <a:t>t</a:t>
                </a:r>
                <a:r>
                  <a:rPr lang="zh-CN" altLang="en-US" sz="2800" b="1" dirty="0"/>
                  <a:t>一致有界</a:t>
                </a:r>
                <a:endParaRPr lang="en-US" altLang="zh-CN" sz="2800" b="1" dirty="0"/>
              </a:p>
            </p:txBody>
          </p:sp>
        </mc:Choice>
        <mc:Fallback xmlns="">
          <p:sp>
            <p:nvSpPr>
              <p:cNvPr id="8" name="内容占位符 2">
                <a:extLst>
                  <a:ext uri="{FF2B5EF4-FFF2-40B4-BE49-F238E27FC236}">
                    <a16:creationId xmlns:a16="http://schemas.microsoft.com/office/drawing/2014/main" id="{1EAF18C6-E575-2E09-E912-CFC4D107D8B1}"/>
                  </a:ext>
                </a:extLst>
              </p:cNvPr>
              <p:cNvSpPr txBox="1">
                <a:spLocks noRot="1" noChangeAspect="1" noMove="1" noResize="1" noEditPoints="1" noAdjustHandles="1" noChangeArrowheads="1" noChangeShapeType="1" noTextEdit="1"/>
              </p:cNvSpPr>
              <p:nvPr/>
            </p:nvSpPr>
            <p:spPr>
              <a:xfrm>
                <a:off x="465827" y="4781050"/>
                <a:ext cx="8382000" cy="1519690"/>
              </a:xfrm>
              <a:prstGeom prst="rect">
                <a:avLst/>
              </a:prstGeom>
              <a:blipFill>
                <a:blip r:embed="rId7"/>
                <a:stretch>
                  <a:fillRect l="-509" b="-400"/>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418976985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zh-CN" altLang="en-US" dirty="0"/>
              <a:t>指数稳定的逆定理（续）</a:t>
            </a:r>
          </a:p>
        </p:txBody>
      </p:sp>
      <p:sp>
        <p:nvSpPr>
          <p:cNvPr id="7" name="灯片编号占位符 6"/>
          <p:cNvSpPr>
            <a:spLocks noGrp="1"/>
          </p:cNvSpPr>
          <p:nvPr>
            <p:ph type="sldNum" sz="quarter" idx="12"/>
          </p:nvPr>
        </p:nvSpPr>
        <p:spPr/>
        <p:txBody>
          <a:bodyPr/>
          <a:lstStyle/>
          <a:p>
            <a:fld id="{58C210BB-F110-452C-89E7-9EA0A8D47DCE}" type="slidenum">
              <a:rPr lang="zh-CN" altLang="en-US" smtClean="0"/>
              <a:pPr/>
              <a:t>45</a:t>
            </a:fld>
            <a:endParaRPr lang="zh-CN" altLang="en-US" dirty="0"/>
          </a:p>
        </p:txBody>
      </p:sp>
      <mc:AlternateContent xmlns:mc="http://schemas.openxmlformats.org/markup-compatibility/2006" xmlns:a14="http://schemas.microsoft.com/office/drawing/2010/main">
        <mc:Choice Requires="a14">
          <p:sp>
            <p:nvSpPr>
              <p:cNvPr id="19" name="内容占位符 2"/>
              <p:cNvSpPr txBox="1">
                <a:spLocks/>
              </p:cNvSpPr>
              <p:nvPr/>
            </p:nvSpPr>
            <p:spPr>
              <a:xfrm>
                <a:off x="438472" y="1052736"/>
                <a:ext cx="8382000" cy="720080"/>
              </a:xfrm>
              <a:prstGeom prst="rect">
                <a:avLst/>
              </a:prstGeom>
            </p:spPr>
            <p:txBody>
              <a:bodyPr vert="horz" lIns="54864" tIns="91440" rtlCol="0">
                <a:noAutofit/>
              </a:bodyPr>
              <a:lstStyle>
                <a:lvl1pPr marL="438912" indent="-320040" algn="l" rtl="0" eaLnBrk="1" latinLnBrk="0" hangingPunct="1">
                  <a:spcBef>
                    <a:spcPts val="0"/>
                  </a:spcBef>
                  <a:buClr>
                    <a:schemeClr val="accent1"/>
                  </a:buClr>
                  <a:buSzPct val="80000"/>
                  <a:buFont typeface="Wingdings 2"/>
                  <a:buChar char=""/>
                  <a:defRPr kumimoji="0" sz="3200" kern="1200">
                    <a:solidFill>
                      <a:schemeClr val="bg1"/>
                    </a:solidFill>
                    <a:latin typeface="Times New Roman" pitchFamily="18" charset="0"/>
                    <a:ea typeface="+mn-ea"/>
                    <a:cs typeface="Times New Roman" pitchFamily="18" charset="0"/>
                  </a:defRPr>
                </a:lvl1pPr>
                <a:lvl2pPr marL="731520" indent="-274320" algn="l" rtl="0" eaLnBrk="1" latinLnBrk="0" hangingPunct="1">
                  <a:spcBef>
                    <a:spcPct val="20000"/>
                  </a:spcBef>
                  <a:buClr>
                    <a:schemeClr val="accent2"/>
                  </a:buClr>
                  <a:buSzPct val="90000"/>
                  <a:buFont typeface="Wingdings"/>
                  <a:buChar char=""/>
                  <a:defRPr kumimoji="0" sz="2800" kern="1200">
                    <a:solidFill>
                      <a:schemeClr val="bg1"/>
                    </a:solidFill>
                    <a:latin typeface="Times New Roman" pitchFamily="18" charset="0"/>
                    <a:ea typeface="+mn-ea"/>
                    <a:cs typeface="Times New Roman" pitchFamily="18" charset="0"/>
                  </a:defRPr>
                </a:lvl2pPr>
                <a:lvl3pPr marL="996696" indent="-228600" algn="l" rtl="0" eaLnBrk="1" latinLnBrk="0" hangingPunct="1">
                  <a:spcBef>
                    <a:spcPct val="20000"/>
                  </a:spcBef>
                  <a:buClr>
                    <a:schemeClr val="accent3"/>
                  </a:buClr>
                  <a:buFont typeface="Arial"/>
                  <a:buChar char="▪"/>
                  <a:defRPr kumimoji="0" sz="2400" kern="1200">
                    <a:solidFill>
                      <a:schemeClr val="bg1"/>
                    </a:solidFill>
                    <a:latin typeface="Times New Roman" pitchFamily="18" charset="0"/>
                    <a:ea typeface="+mn-ea"/>
                    <a:cs typeface="Times New Roman" pitchFamily="18" charset="0"/>
                  </a:defRPr>
                </a:lvl3pPr>
                <a:lvl4pPr marL="1216152" indent="-182880" algn="l" rtl="0" eaLnBrk="1" latinLnBrk="0" hangingPunct="1">
                  <a:spcBef>
                    <a:spcPct val="20000"/>
                  </a:spcBef>
                  <a:buClr>
                    <a:schemeClr val="accent4"/>
                  </a:buClr>
                  <a:buFont typeface="Arial"/>
                  <a:buChar char="▪"/>
                  <a:defRPr kumimoji="0" sz="2000" kern="1200">
                    <a:solidFill>
                      <a:schemeClr val="bg1"/>
                    </a:solidFill>
                    <a:latin typeface="Times New Roman" pitchFamily="18" charset="0"/>
                    <a:ea typeface="+mn-ea"/>
                    <a:cs typeface="Times New Roman" pitchFamily="18" charset="0"/>
                  </a:defRPr>
                </a:lvl4pPr>
                <a:lvl5pPr marL="1426464" indent="-182880" algn="l" rtl="0" eaLnBrk="1" latinLnBrk="0" hangingPunct="1">
                  <a:spcBef>
                    <a:spcPct val="20000"/>
                  </a:spcBef>
                  <a:buClr>
                    <a:schemeClr val="accent5"/>
                  </a:buClr>
                  <a:buFont typeface="Wingdings 3"/>
                  <a:buChar char=""/>
                  <a:defRPr kumimoji="0" lang="en-US" sz="2000" kern="1200" smtClean="0">
                    <a:solidFill>
                      <a:schemeClr val="tx1"/>
                    </a:solidFill>
                    <a:latin typeface="Times New Roman" pitchFamily="18" charset="0"/>
                    <a:ea typeface="+mn-ea"/>
                    <a:cs typeface="Times New Roman" pitchFamily="18" charset="0"/>
                  </a:defRPr>
                </a:lvl5pPr>
                <a:lvl6pPr marL="1627632" indent="-182880" algn="l" rtl="0" eaLnBrk="1" latinLnBrk="0" hangingPunct="1">
                  <a:spcBef>
                    <a:spcPct val="20000"/>
                  </a:spcBef>
                  <a:buClr>
                    <a:schemeClr val="accent6"/>
                  </a:buClr>
                  <a:buSzPct val="100000"/>
                  <a:buFont typeface="Wingdings 2"/>
                  <a:buChar char=""/>
                  <a:defRPr kumimoji="0" sz="2000" kern="1200">
                    <a:solidFill>
                      <a:schemeClr val="tx1"/>
                    </a:solidFill>
                    <a:latin typeface="+mn-lt"/>
                    <a:ea typeface="+mn-ea"/>
                    <a:cs typeface="+mn-cs"/>
                  </a:defRPr>
                </a:lvl6pPr>
                <a:lvl7pPr marL="1828800" indent="-182880" algn="l" rtl="0" eaLnBrk="1" latinLnBrk="0" hangingPunct="1">
                  <a:spcBef>
                    <a:spcPct val="20000"/>
                  </a:spcBef>
                  <a:buClr>
                    <a:schemeClr val="accent1"/>
                  </a:buClr>
                  <a:buSzPct val="100000"/>
                  <a:buFont typeface="Wingdings 2"/>
                  <a:buChar char=""/>
                  <a:defRPr kumimoji="0" sz="1800" kern="1200">
                    <a:solidFill>
                      <a:schemeClr val="tx1"/>
                    </a:solidFill>
                    <a:latin typeface="+mn-lt"/>
                    <a:ea typeface="+mn-ea"/>
                    <a:cs typeface="+mn-cs"/>
                  </a:defRPr>
                </a:lvl7pPr>
                <a:lvl8pPr marL="2029968" indent="-182880" algn="l" rtl="0" eaLnBrk="1" latinLnBrk="0" hangingPunct="1">
                  <a:spcBef>
                    <a:spcPct val="20000"/>
                  </a:spcBef>
                  <a:buClr>
                    <a:schemeClr val="accent2"/>
                  </a:buClr>
                  <a:buFont typeface="Wingdings 2" pitchFamily="18" charset="2"/>
                  <a:buChar char=""/>
                  <a:defRPr kumimoji="0" sz="1800" kern="1200">
                    <a:solidFill>
                      <a:schemeClr val="tx1"/>
                    </a:solidFill>
                    <a:latin typeface="+mn-lt"/>
                    <a:ea typeface="+mn-ea"/>
                    <a:cs typeface="+mn-cs"/>
                  </a:defRPr>
                </a:lvl8pPr>
                <a:lvl9pPr marL="2231136" indent="-182880" algn="l" rtl="0" eaLnBrk="1" latinLnBrk="0" hangingPunct="1">
                  <a:spcBef>
                    <a:spcPct val="20000"/>
                  </a:spcBef>
                  <a:buClr>
                    <a:schemeClr val="accent3"/>
                  </a:buClr>
                  <a:buFont typeface="Wingdings 2" pitchFamily="18" charset="2"/>
                  <a:buChar char=""/>
                  <a:defRPr kumimoji="0" sz="1800" kern="1200" baseline="0">
                    <a:solidFill>
                      <a:schemeClr val="tx1"/>
                    </a:solidFill>
                    <a:latin typeface="+mn-lt"/>
                    <a:ea typeface="+mn-ea"/>
                    <a:cs typeface="+mn-cs"/>
                  </a:defRPr>
                </a:lvl9pPr>
                <a:extLst/>
              </a:lstStyle>
              <a:p>
                <a:pPr marL="118872" indent="0">
                  <a:lnSpc>
                    <a:spcPts val="4000"/>
                  </a:lnSpc>
                  <a:buNone/>
                </a:pPr>
                <a:r>
                  <a:rPr lang="zh-CN" altLang="en-US" sz="2800" b="1" dirty="0"/>
                  <a:t>那么，必存在</a:t>
                </a:r>
                <a:r>
                  <a:rPr lang="zh-CN" altLang="en-US" sz="2800" b="1" dirty="0">
                    <a:solidFill>
                      <a:srgbClr val="FFFF00"/>
                    </a:solidFill>
                  </a:rPr>
                  <a:t>正的常数 </a:t>
                </a:r>
                <a14:m>
                  <m:oMath xmlns:m="http://schemas.openxmlformats.org/officeDocument/2006/math">
                    <m:sSub>
                      <m:sSubPr>
                        <m:ctrlPr>
                          <a:rPr lang="zh-CN" altLang="en-US" sz="2800" i="1" smtClean="0">
                            <a:solidFill>
                              <a:srgbClr val="FFFF00"/>
                            </a:solidFill>
                            <a:latin typeface="Cambria Math" panose="02040503050406030204" pitchFamily="18" charset="0"/>
                          </a:rPr>
                        </m:ctrlPr>
                      </m:sSubPr>
                      <m:e>
                        <m:r>
                          <a:rPr lang="zh-CN" altLang="en-US" sz="2800" i="1">
                            <a:solidFill>
                              <a:srgbClr val="FFFF00"/>
                            </a:solidFill>
                            <a:latin typeface="Cambria Math" panose="02040503050406030204" pitchFamily="18" charset="0"/>
                          </a:rPr>
                          <m:t>𝑐</m:t>
                        </m:r>
                      </m:e>
                      <m:sub>
                        <m:r>
                          <a:rPr lang="zh-CN" altLang="en-US" sz="2800" i="1">
                            <a:solidFill>
                              <a:srgbClr val="FFFF00"/>
                            </a:solidFill>
                            <a:latin typeface="Cambria Math" panose="02040503050406030204" pitchFamily="18" charset="0"/>
                          </a:rPr>
                          <m:t>1</m:t>
                        </m:r>
                      </m:sub>
                    </m:sSub>
                    <m:r>
                      <a:rPr lang="zh-CN" altLang="en-US" sz="2800" i="1">
                        <a:solidFill>
                          <a:srgbClr val="FFFF00"/>
                        </a:solidFill>
                        <a:latin typeface="Cambria Math" panose="02040503050406030204" pitchFamily="18" charset="0"/>
                      </a:rPr>
                      <m:t>,</m:t>
                    </m:r>
                    <m:sSub>
                      <m:sSubPr>
                        <m:ctrlPr>
                          <a:rPr lang="zh-CN" altLang="en-US" sz="2800" i="1">
                            <a:solidFill>
                              <a:srgbClr val="FFFF00"/>
                            </a:solidFill>
                            <a:latin typeface="Cambria Math" panose="02040503050406030204" pitchFamily="18" charset="0"/>
                          </a:rPr>
                        </m:ctrlPr>
                      </m:sSubPr>
                      <m:e>
                        <m:r>
                          <a:rPr lang="zh-CN" altLang="en-US" sz="2800" i="1">
                            <a:solidFill>
                              <a:srgbClr val="FFFF00"/>
                            </a:solidFill>
                            <a:latin typeface="Cambria Math" panose="02040503050406030204" pitchFamily="18" charset="0"/>
                          </a:rPr>
                          <m:t>𝑐</m:t>
                        </m:r>
                      </m:e>
                      <m:sub>
                        <m:r>
                          <a:rPr lang="zh-CN" altLang="en-US" sz="2800" i="1">
                            <a:solidFill>
                              <a:srgbClr val="FFFF00"/>
                            </a:solidFill>
                            <a:latin typeface="Cambria Math" panose="02040503050406030204" pitchFamily="18" charset="0"/>
                          </a:rPr>
                          <m:t>2</m:t>
                        </m:r>
                      </m:sub>
                    </m:sSub>
                    <m:r>
                      <a:rPr lang="zh-CN" altLang="en-US" sz="2800" i="1">
                        <a:solidFill>
                          <a:srgbClr val="FFFF00"/>
                        </a:solidFill>
                        <a:latin typeface="Cambria Math" panose="02040503050406030204" pitchFamily="18" charset="0"/>
                      </a:rPr>
                      <m:t>,</m:t>
                    </m:r>
                    <m:sSub>
                      <m:sSubPr>
                        <m:ctrlPr>
                          <a:rPr lang="zh-CN" altLang="en-US" sz="2800" i="1">
                            <a:solidFill>
                              <a:srgbClr val="FFFF00"/>
                            </a:solidFill>
                            <a:latin typeface="Cambria Math" panose="02040503050406030204" pitchFamily="18" charset="0"/>
                          </a:rPr>
                        </m:ctrlPr>
                      </m:sSubPr>
                      <m:e>
                        <m:r>
                          <a:rPr lang="zh-CN" altLang="en-US" sz="2800" i="1">
                            <a:solidFill>
                              <a:srgbClr val="FFFF00"/>
                            </a:solidFill>
                            <a:latin typeface="Cambria Math" panose="02040503050406030204" pitchFamily="18" charset="0"/>
                          </a:rPr>
                          <m:t>𝑐</m:t>
                        </m:r>
                      </m:e>
                      <m:sub>
                        <m:r>
                          <a:rPr lang="zh-CN" altLang="en-US" sz="2800" i="1">
                            <a:solidFill>
                              <a:srgbClr val="FFFF00"/>
                            </a:solidFill>
                            <a:latin typeface="Cambria Math" panose="02040503050406030204" pitchFamily="18" charset="0"/>
                          </a:rPr>
                          <m:t>3</m:t>
                        </m:r>
                      </m:sub>
                    </m:sSub>
                    <m:r>
                      <a:rPr lang="zh-CN" altLang="en-US" sz="2800" i="1">
                        <a:solidFill>
                          <a:srgbClr val="FFFF00"/>
                        </a:solidFill>
                        <a:latin typeface="Cambria Math" panose="02040503050406030204" pitchFamily="18" charset="0"/>
                      </a:rPr>
                      <m:t>,</m:t>
                    </m:r>
                    <m:sSub>
                      <m:sSubPr>
                        <m:ctrlPr>
                          <a:rPr lang="zh-CN" altLang="en-US" sz="2800" i="1">
                            <a:solidFill>
                              <a:srgbClr val="FFFF00"/>
                            </a:solidFill>
                            <a:latin typeface="Cambria Math" panose="02040503050406030204" pitchFamily="18" charset="0"/>
                          </a:rPr>
                        </m:ctrlPr>
                      </m:sSubPr>
                      <m:e>
                        <m:r>
                          <a:rPr lang="zh-CN" altLang="en-US" sz="2800" i="1">
                            <a:solidFill>
                              <a:srgbClr val="FFFF00"/>
                            </a:solidFill>
                            <a:latin typeface="Cambria Math" panose="02040503050406030204" pitchFamily="18" charset="0"/>
                          </a:rPr>
                          <m:t>𝑐</m:t>
                        </m:r>
                      </m:e>
                      <m:sub>
                        <m:r>
                          <a:rPr lang="zh-CN" altLang="en-US" sz="2800" i="1">
                            <a:solidFill>
                              <a:srgbClr val="FFFF00"/>
                            </a:solidFill>
                            <a:latin typeface="Cambria Math" panose="02040503050406030204" pitchFamily="18" charset="0"/>
                          </a:rPr>
                          <m:t>4</m:t>
                        </m:r>
                      </m:sub>
                    </m:sSub>
                    <m:r>
                      <a:rPr lang="zh-CN" altLang="en-US" sz="2800" i="1">
                        <a:solidFill>
                          <a:srgbClr val="FFFF00"/>
                        </a:solidFill>
                        <a:latin typeface="Cambria Math" panose="02040503050406030204" pitchFamily="18" charset="0"/>
                      </a:rPr>
                      <m:t>&gt;0 </m:t>
                    </m:r>
                  </m:oMath>
                </a14:m>
                <a:r>
                  <a:rPr lang="zh-CN" altLang="en-US" sz="2800" b="1" dirty="0">
                    <a:solidFill>
                      <a:schemeClr val="bg1"/>
                    </a:solidFill>
                  </a:rPr>
                  <a:t>，在</a:t>
                </a:r>
                <a14:m>
                  <m:oMath xmlns:m="http://schemas.openxmlformats.org/officeDocument/2006/math">
                    <m:sSub>
                      <m:sSubPr>
                        <m:ctrlPr>
                          <a:rPr lang="zh-CN" altLang="en-US" sz="2800" i="1">
                            <a:solidFill>
                              <a:schemeClr val="bg1"/>
                            </a:solidFill>
                            <a:latin typeface="Cambria Math" panose="02040503050406030204" pitchFamily="18" charset="0"/>
                          </a:rPr>
                        </m:ctrlPr>
                      </m:sSubPr>
                      <m:e>
                        <m:r>
                          <a:rPr lang="zh-CN" altLang="en-US" sz="2800" i="1">
                            <a:solidFill>
                              <a:schemeClr val="bg1"/>
                            </a:solidFill>
                            <a:latin typeface="Cambria Math" panose="02040503050406030204" pitchFamily="18" charset="0"/>
                          </a:rPr>
                          <m:t>𝐵</m:t>
                        </m:r>
                      </m:e>
                      <m:sub>
                        <m:r>
                          <a:rPr lang="zh-CN" altLang="en-US" sz="2800" i="1">
                            <a:solidFill>
                              <a:schemeClr val="bg1"/>
                            </a:solidFill>
                            <a:latin typeface="Cambria Math" panose="02040503050406030204" pitchFamily="18" charset="0"/>
                          </a:rPr>
                          <m:t>𝛿</m:t>
                        </m:r>
                      </m:sub>
                    </m:sSub>
                  </m:oMath>
                </a14:m>
                <a:r>
                  <a:rPr lang="zh-CN" altLang="en-US" sz="2800" b="1" dirty="0">
                    <a:solidFill>
                      <a:schemeClr val="bg1"/>
                    </a:solidFill>
                  </a:rPr>
                  <a:t>满足</a:t>
                </a:r>
                <a:endParaRPr lang="en-US" altLang="zh-CN" sz="2800" b="1" dirty="0">
                  <a:solidFill>
                    <a:srgbClr val="FFFF00"/>
                  </a:solidFill>
                </a:endParaRPr>
              </a:p>
            </p:txBody>
          </p:sp>
        </mc:Choice>
        <mc:Fallback xmlns="">
          <p:sp>
            <p:nvSpPr>
              <p:cNvPr id="19" name="内容占位符 2"/>
              <p:cNvSpPr txBox="1">
                <a:spLocks noRot="1" noChangeAspect="1" noMove="1" noResize="1" noEditPoints="1" noAdjustHandles="1" noChangeArrowheads="1" noChangeShapeType="1" noTextEdit="1"/>
              </p:cNvSpPr>
              <p:nvPr/>
            </p:nvSpPr>
            <p:spPr>
              <a:xfrm>
                <a:off x="438472" y="1052736"/>
                <a:ext cx="8382000" cy="720080"/>
              </a:xfrm>
              <a:prstGeom prst="rect">
                <a:avLst/>
              </a:prstGeom>
              <a:blipFill>
                <a:blip r:embed="rId3"/>
                <a:stretch>
                  <a:fillRect l="-582" b="-9322"/>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 name="对象 2"/>
              <p:cNvSpPr txBox="1"/>
              <p:nvPr/>
            </p:nvSpPr>
            <p:spPr bwMode="auto">
              <a:xfrm>
                <a:off x="1676624" y="1953610"/>
                <a:ext cx="5905696" cy="671512"/>
              </a:xfrm>
              <a:prstGeom prst="rect">
                <a:avLst/>
              </a:prstGeom>
              <a:noFill/>
              <a:ln>
                <a:noFill/>
              </a:ln>
            </p:spPr>
            <p:txBody>
              <a:bodyPr>
                <a:noAutofit/>
              </a:bodyPr>
              <a:lstStyle/>
              <a:p>
                <a:pPr/>
                <a14:m>
                  <m:oMathPara xmlns:m="http://schemas.openxmlformats.org/officeDocument/2006/math">
                    <m:oMathParaPr>
                      <m:jc m:val="left"/>
                    </m:oMathParaPr>
                    <m:oMath xmlns:m="http://schemas.openxmlformats.org/officeDocument/2006/math">
                      <m:sSub>
                        <m:sSubPr>
                          <m:ctrlPr>
                            <a:rPr lang="zh-CN" altLang="en-US" sz="2800" i="1" smtClean="0">
                              <a:solidFill>
                                <a:srgbClr val="FFFF00"/>
                              </a:solidFill>
                              <a:latin typeface="Cambria Math" panose="02040503050406030204" pitchFamily="18" charset="0"/>
                            </a:rPr>
                          </m:ctrlPr>
                        </m:sSubPr>
                        <m:e>
                          <m:r>
                            <a:rPr lang="zh-CN" altLang="en-US" sz="2800" i="1">
                              <a:solidFill>
                                <a:srgbClr val="FFFF00"/>
                              </a:solidFill>
                              <a:latin typeface="Cambria Math" panose="02040503050406030204" pitchFamily="18" charset="0"/>
                            </a:rPr>
                            <m:t>𝑐</m:t>
                          </m:r>
                        </m:e>
                        <m:sub>
                          <m:r>
                            <a:rPr lang="zh-CN" altLang="en-US" sz="2800" i="1">
                              <a:solidFill>
                                <a:srgbClr val="FFFF00"/>
                              </a:solidFill>
                              <a:latin typeface="Cambria Math" panose="02040503050406030204" pitchFamily="18" charset="0"/>
                            </a:rPr>
                            <m:t>1</m:t>
                          </m:r>
                        </m:sub>
                      </m:sSub>
                      <m:sSup>
                        <m:sSupPr>
                          <m:ctrlPr>
                            <a:rPr lang="zh-CN" altLang="en-US" sz="2800" i="1">
                              <a:solidFill>
                                <a:srgbClr val="FFFF00"/>
                              </a:solidFill>
                              <a:latin typeface="Cambria Math" panose="02040503050406030204" pitchFamily="18" charset="0"/>
                            </a:rPr>
                          </m:ctrlPr>
                        </m:sSupPr>
                        <m:e>
                          <m:d>
                            <m:dPr>
                              <m:begChr m:val="‖"/>
                              <m:endChr m:val="‖"/>
                              <m:ctrlPr>
                                <a:rPr lang="zh-CN" altLang="en-US" sz="2800" b="1" i="1">
                                  <a:solidFill>
                                    <a:srgbClr val="FFFF00"/>
                                  </a:solidFill>
                                  <a:latin typeface="Cambria Math" panose="02040503050406030204" pitchFamily="18" charset="0"/>
                                </a:rPr>
                              </m:ctrlPr>
                            </m:dPr>
                            <m:e>
                              <m:r>
                                <a:rPr lang="zh-CN" altLang="en-US" sz="2800" b="1" i="1">
                                  <a:solidFill>
                                    <a:srgbClr val="FFFF00"/>
                                  </a:solidFill>
                                  <a:latin typeface="Cambria Math" panose="02040503050406030204" pitchFamily="18" charset="0"/>
                                </a:rPr>
                                <m:t>𝒙</m:t>
                              </m:r>
                            </m:e>
                          </m:d>
                        </m:e>
                        <m:sup>
                          <m:r>
                            <a:rPr lang="zh-CN" altLang="en-US" sz="2800" i="1">
                              <a:solidFill>
                                <a:srgbClr val="FFFF00"/>
                              </a:solidFill>
                              <a:latin typeface="Cambria Math" panose="02040503050406030204" pitchFamily="18" charset="0"/>
                            </a:rPr>
                            <m:t>2</m:t>
                          </m:r>
                        </m:sup>
                      </m:sSup>
                      <m:r>
                        <a:rPr lang="zh-CN" altLang="en-US" sz="2800" i="1">
                          <a:solidFill>
                            <a:srgbClr val="FFFF00"/>
                          </a:solidFill>
                          <a:latin typeface="Cambria Math" panose="02040503050406030204" pitchFamily="18" charset="0"/>
                        </a:rPr>
                        <m:t>≤</m:t>
                      </m:r>
                      <m:r>
                        <a:rPr lang="zh-CN" altLang="en-US" sz="2800" i="1">
                          <a:solidFill>
                            <a:srgbClr val="FFFF00"/>
                          </a:solidFill>
                          <a:latin typeface="Cambria Math" panose="02040503050406030204" pitchFamily="18" charset="0"/>
                        </a:rPr>
                        <m:t>𝑉</m:t>
                      </m:r>
                      <m:r>
                        <a:rPr lang="zh-CN" altLang="en-US" sz="2800" i="1">
                          <a:solidFill>
                            <a:srgbClr val="FFFF00"/>
                          </a:solidFill>
                          <a:latin typeface="Cambria Math" panose="02040503050406030204" pitchFamily="18" charset="0"/>
                        </a:rPr>
                        <m:t>(</m:t>
                      </m:r>
                      <m:r>
                        <a:rPr lang="zh-CN" altLang="en-US" sz="2800" b="1" i="1">
                          <a:solidFill>
                            <a:srgbClr val="FFFF00"/>
                          </a:solidFill>
                          <a:latin typeface="Cambria Math" panose="02040503050406030204" pitchFamily="18" charset="0"/>
                        </a:rPr>
                        <m:t>𝒙</m:t>
                      </m:r>
                      <m:r>
                        <a:rPr lang="zh-CN" altLang="en-US" sz="2800" i="1">
                          <a:solidFill>
                            <a:srgbClr val="FFFF00"/>
                          </a:solidFill>
                          <a:latin typeface="Cambria Math" panose="02040503050406030204" pitchFamily="18" charset="0"/>
                        </a:rPr>
                        <m:t>,</m:t>
                      </m:r>
                      <m:r>
                        <a:rPr lang="zh-CN" altLang="en-US" sz="2800" i="1">
                          <a:solidFill>
                            <a:srgbClr val="FFFF00"/>
                          </a:solidFill>
                          <a:latin typeface="Cambria Math" panose="02040503050406030204" pitchFamily="18" charset="0"/>
                        </a:rPr>
                        <m:t>𝑡</m:t>
                      </m:r>
                      <m:r>
                        <a:rPr lang="zh-CN" altLang="en-US" sz="2800" i="1">
                          <a:solidFill>
                            <a:srgbClr val="FFFF00"/>
                          </a:solidFill>
                          <a:latin typeface="Cambria Math" panose="02040503050406030204" pitchFamily="18" charset="0"/>
                        </a:rPr>
                        <m:t>)≤</m:t>
                      </m:r>
                      <m:sSub>
                        <m:sSubPr>
                          <m:ctrlPr>
                            <a:rPr lang="zh-CN" altLang="en-US" sz="2800" i="1">
                              <a:solidFill>
                                <a:srgbClr val="FFFF00"/>
                              </a:solidFill>
                              <a:latin typeface="Cambria Math" panose="02040503050406030204" pitchFamily="18" charset="0"/>
                            </a:rPr>
                          </m:ctrlPr>
                        </m:sSubPr>
                        <m:e>
                          <m:r>
                            <a:rPr lang="zh-CN" altLang="en-US" sz="2800" i="1">
                              <a:solidFill>
                                <a:srgbClr val="FFFF00"/>
                              </a:solidFill>
                              <a:latin typeface="Cambria Math" panose="02040503050406030204" pitchFamily="18" charset="0"/>
                            </a:rPr>
                            <m:t>𝑐</m:t>
                          </m:r>
                        </m:e>
                        <m:sub>
                          <m:r>
                            <a:rPr lang="zh-CN" altLang="en-US" sz="2800" i="1">
                              <a:solidFill>
                                <a:srgbClr val="FFFF00"/>
                              </a:solidFill>
                              <a:latin typeface="Cambria Math" panose="02040503050406030204" pitchFamily="18" charset="0"/>
                            </a:rPr>
                            <m:t>2</m:t>
                          </m:r>
                        </m:sub>
                      </m:sSub>
                      <m:sSup>
                        <m:sSupPr>
                          <m:ctrlPr>
                            <a:rPr lang="zh-CN" altLang="en-US" sz="2800" i="1">
                              <a:solidFill>
                                <a:srgbClr val="FFFF00"/>
                              </a:solidFill>
                              <a:latin typeface="Cambria Math" panose="02040503050406030204" pitchFamily="18" charset="0"/>
                            </a:rPr>
                          </m:ctrlPr>
                        </m:sSupPr>
                        <m:e>
                          <m:d>
                            <m:dPr>
                              <m:begChr m:val="‖"/>
                              <m:endChr m:val="‖"/>
                              <m:ctrlPr>
                                <a:rPr lang="zh-CN" altLang="en-US" sz="2800" b="1" i="1">
                                  <a:solidFill>
                                    <a:srgbClr val="FFFF00"/>
                                  </a:solidFill>
                                  <a:latin typeface="Cambria Math" panose="02040503050406030204" pitchFamily="18" charset="0"/>
                                </a:rPr>
                              </m:ctrlPr>
                            </m:dPr>
                            <m:e>
                              <m:r>
                                <a:rPr lang="zh-CN" altLang="en-US" sz="2800" b="1" i="1">
                                  <a:solidFill>
                                    <a:srgbClr val="FFFF00"/>
                                  </a:solidFill>
                                  <a:latin typeface="Cambria Math" panose="02040503050406030204" pitchFamily="18" charset="0"/>
                                </a:rPr>
                                <m:t>𝒙</m:t>
                              </m:r>
                            </m:e>
                          </m:d>
                        </m:e>
                        <m:sup>
                          <m:r>
                            <a:rPr lang="zh-CN" altLang="en-US" sz="2800" i="1">
                              <a:solidFill>
                                <a:srgbClr val="FFFF00"/>
                              </a:solidFill>
                              <a:latin typeface="Cambria Math" panose="02040503050406030204" pitchFamily="18" charset="0"/>
                            </a:rPr>
                            <m:t>2</m:t>
                          </m:r>
                        </m:sup>
                      </m:sSup>
                      <m:r>
                        <a:rPr lang="zh-CN" altLang="en-US" sz="2800" i="1" smtClean="0">
                          <a:solidFill>
                            <a:schemeClr val="bg1"/>
                          </a:solidFill>
                          <a:latin typeface="Cambria Math" panose="02040503050406030204" pitchFamily="18" charset="0"/>
                        </a:rPr>
                        <m:t>,   ∀</m:t>
                      </m:r>
                      <m:r>
                        <a:rPr lang="zh-CN" altLang="en-US" sz="2800" i="1" smtClean="0">
                          <a:solidFill>
                            <a:schemeClr val="bg1"/>
                          </a:solidFill>
                          <a:latin typeface="Cambria Math" panose="02040503050406030204" pitchFamily="18" charset="0"/>
                        </a:rPr>
                        <m:t>𝑡</m:t>
                      </m:r>
                      <m:r>
                        <a:rPr lang="zh-CN" altLang="en-US" sz="2800" i="1" smtClean="0">
                          <a:solidFill>
                            <a:schemeClr val="bg1"/>
                          </a:solidFill>
                          <a:latin typeface="Cambria Math" panose="02040503050406030204" pitchFamily="18" charset="0"/>
                        </a:rPr>
                        <m:t>≥</m:t>
                      </m:r>
                      <m:sSub>
                        <m:sSubPr>
                          <m:ctrlPr>
                            <a:rPr lang="zh-CN" altLang="en-US" sz="2800" i="1">
                              <a:solidFill>
                                <a:schemeClr val="bg1"/>
                              </a:solidFill>
                              <a:latin typeface="Cambria Math" panose="02040503050406030204" pitchFamily="18" charset="0"/>
                            </a:rPr>
                          </m:ctrlPr>
                        </m:sSubPr>
                        <m:e>
                          <m:r>
                            <a:rPr lang="zh-CN" altLang="en-US" sz="2800" i="1">
                              <a:solidFill>
                                <a:schemeClr val="bg1"/>
                              </a:solidFill>
                              <a:latin typeface="Cambria Math" panose="02040503050406030204" pitchFamily="18" charset="0"/>
                            </a:rPr>
                            <m:t>𝑡</m:t>
                          </m:r>
                        </m:e>
                        <m:sub>
                          <m:r>
                            <a:rPr lang="zh-CN" altLang="en-US" sz="2800" i="1">
                              <a:solidFill>
                                <a:schemeClr val="bg1"/>
                              </a:solidFill>
                              <a:latin typeface="Cambria Math" panose="02040503050406030204" pitchFamily="18" charset="0"/>
                            </a:rPr>
                            <m:t>0</m:t>
                          </m:r>
                        </m:sub>
                      </m:sSub>
                    </m:oMath>
                  </m:oMathPara>
                </a14:m>
                <a:endParaRPr lang="zh-CN" altLang="en-US" sz="2800" dirty="0">
                  <a:solidFill>
                    <a:srgbClr val="FFFF00"/>
                  </a:solidFill>
                </a:endParaRPr>
              </a:p>
            </p:txBody>
          </p:sp>
        </mc:Choice>
        <mc:Fallback xmlns="">
          <p:sp>
            <p:nvSpPr>
              <p:cNvPr id="3" name="对象 2"/>
              <p:cNvSpPr txBox="1">
                <a:spLocks noRot="1" noChangeAspect="1" noMove="1" noResize="1" noEditPoints="1" noAdjustHandles="1" noChangeArrowheads="1" noChangeShapeType="1" noTextEdit="1"/>
              </p:cNvSpPr>
              <p:nvPr/>
            </p:nvSpPr>
            <p:spPr bwMode="auto">
              <a:xfrm>
                <a:off x="1676624" y="1953610"/>
                <a:ext cx="5905696" cy="671512"/>
              </a:xfrm>
              <a:prstGeom prst="rect">
                <a:avLst/>
              </a:prstGeom>
              <a:blipFill>
                <a:blip r:embed="rId4"/>
                <a:stretch>
                  <a:fillRect/>
                </a:stretch>
              </a:blipFill>
              <a:ln>
                <a:no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 name="对象 4"/>
              <p:cNvSpPr txBox="1"/>
              <p:nvPr/>
            </p:nvSpPr>
            <p:spPr bwMode="auto">
              <a:xfrm>
                <a:off x="2010493" y="2691663"/>
                <a:ext cx="5123012" cy="946150"/>
              </a:xfrm>
              <a:prstGeom prst="rect">
                <a:avLst/>
              </a:prstGeom>
              <a:noFill/>
              <a:ln>
                <a:noFill/>
              </a:ln>
            </p:spPr>
            <p:txBody>
              <a:bodyPr>
                <a:noAutofit/>
              </a:bodyPr>
              <a:lstStyle/>
              <a:p>
                <a:pPr/>
                <a14:m>
                  <m:oMathPara xmlns:m="http://schemas.openxmlformats.org/officeDocument/2006/math">
                    <m:oMathParaPr>
                      <m:jc m:val="left"/>
                    </m:oMathParaPr>
                    <m:oMath xmlns:m="http://schemas.openxmlformats.org/officeDocument/2006/math">
                      <m:f>
                        <m:fPr>
                          <m:ctrlPr>
                            <a:rPr lang="zh-CN" altLang="en-US" sz="2800" i="1" smtClean="0">
                              <a:solidFill>
                                <a:srgbClr val="FFFF00"/>
                              </a:solidFill>
                              <a:latin typeface="Cambria Math" panose="02040503050406030204" pitchFamily="18" charset="0"/>
                            </a:rPr>
                          </m:ctrlPr>
                        </m:fPr>
                        <m:num>
                          <m:r>
                            <m:rPr>
                              <m:sty m:val="p"/>
                            </m:rPr>
                            <a:rPr lang="zh-CN" altLang="en-US" sz="2800" i="0">
                              <a:solidFill>
                                <a:srgbClr val="FFFF00"/>
                              </a:solidFill>
                              <a:latin typeface="Cambria Math" panose="02040503050406030204" pitchFamily="18" charset="0"/>
                            </a:rPr>
                            <m:t>d</m:t>
                          </m:r>
                        </m:num>
                        <m:den>
                          <m:r>
                            <m:rPr>
                              <m:sty m:val="p"/>
                            </m:rPr>
                            <a:rPr lang="zh-CN" altLang="en-US" sz="2800" i="0">
                              <a:solidFill>
                                <a:srgbClr val="FFFF00"/>
                              </a:solidFill>
                              <a:latin typeface="Cambria Math" panose="02040503050406030204" pitchFamily="18" charset="0"/>
                            </a:rPr>
                            <m:t>d</m:t>
                          </m:r>
                          <m:r>
                            <a:rPr lang="zh-CN" altLang="en-US" sz="2800" i="1">
                              <a:solidFill>
                                <a:srgbClr val="FFFF00"/>
                              </a:solidFill>
                              <a:latin typeface="Cambria Math" panose="02040503050406030204" pitchFamily="18" charset="0"/>
                            </a:rPr>
                            <m:t>𝑡</m:t>
                          </m:r>
                        </m:den>
                      </m:f>
                      <m:r>
                        <a:rPr lang="zh-CN" altLang="en-US" sz="2800" i="1">
                          <a:solidFill>
                            <a:srgbClr val="FFFF00"/>
                          </a:solidFill>
                          <a:latin typeface="Cambria Math" panose="02040503050406030204" pitchFamily="18" charset="0"/>
                        </a:rPr>
                        <m:t>𝑉</m:t>
                      </m:r>
                      <m:r>
                        <a:rPr lang="zh-CN" altLang="en-US" sz="2800" i="1">
                          <a:solidFill>
                            <a:srgbClr val="FFFF00"/>
                          </a:solidFill>
                          <a:latin typeface="Cambria Math" panose="02040503050406030204" pitchFamily="18" charset="0"/>
                        </a:rPr>
                        <m:t>(</m:t>
                      </m:r>
                      <m:r>
                        <a:rPr lang="zh-CN" altLang="en-US" sz="2800" b="1" i="1">
                          <a:solidFill>
                            <a:srgbClr val="FFFF00"/>
                          </a:solidFill>
                          <a:latin typeface="Cambria Math" panose="02040503050406030204" pitchFamily="18" charset="0"/>
                        </a:rPr>
                        <m:t>𝒙</m:t>
                      </m:r>
                      <m:r>
                        <a:rPr lang="zh-CN" altLang="en-US" sz="2800" i="1">
                          <a:solidFill>
                            <a:srgbClr val="FFFF00"/>
                          </a:solidFill>
                          <a:latin typeface="Cambria Math" panose="02040503050406030204" pitchFamily="18" charset="0"/>
                        </a:rPr>
                        <m:t>,</m:t>
                      </m:r>
                      <m:r>
                        <a:rPr lang="zh-CN" altLang="en-US" sz="2800" i="1">
                          <a:solidFill>
                            <a:srgbClr val="FFFF00"/>
                          </a:solidFill>
                          <a:latin typeface="Cambria Math" panose="02040503050406030204" pitchFamily="18" charset="0"/>
                        </a:rPr>
                        <m:t>𝑡</m:t>
                      </m:r>
                      <m:r>
                        <a:rPr lang="zh-CN" altLang="en-US" sz="2800" i="1">
                          <a:solidFill>
                            <a:srgbClr val="FFFF00"/>
                          </a:solidFill>
                          <a:latin typeface="Cambria Math" panose="02040503050406030204" pitchFamily="18" charset="0"/>
                        </a:rPr>
                        <m:t>)≤−</m:t>
                      </m:r>
                      <m:sSub>
                        <m:sSubPr>
                          <m:ctrlPr>
                            <a:rPr lang="zh-CN" altLang="en-US" sz="2800" i="1">
                              <a:solidFill>
                                <a:srgbClr val="FFFF00"/>
                              </a:solidFill>
                              <a:latin typeface="Cambria Math" panose="02040503050406030204" pitchFamily="18" charset="0"/>
                            </a:rPr>
                          </m:ctrlPr>
                        </m:sSubPr>
                        <m:e>
                          <m:r>
                            <a:rPr lang="zh-CN" altLang="en-US" sz="2800" i="1">
                              <a:solidFill>
                                <a:srgbClr val="FFFF00"/>
                              </a:solidFill>
                              <a:latin typeface="Cambria Math" panose="02040503050406030204" pitchFamily="18" charset="0"/>
                            </a:rPr>
                            <m:t>𝑘</m:t>
                          </m:r>
                        </m:e>
                        <m:sub>
                          <m:r>
                            <a:rPr lang="zh-CN" altLang="en-US" sz="2800" i="1">
                              <a:solidFill>
                                <a:srgbClr val="FFFF00"/>
                              </a:solidFill>
                              <a:latin typeface="Cambria Math" panose="02040503050406030204" pitchFamily="18" charset="0"/>
                            </a:rPr>
                            <m:t>3</m:t>
                          </m:r>
                        </m:sub>
                      </m:sSub>
                      <m:sSup>
                        <m:sSupPr>
                          <m:ctrlPr>
                            <a:rPr lang="zh-CN" altLang="en-US" sz="2800" i="1">
                              <a:solidFill>
                                <a:srgbClr val="FFFF00"/>
                              </a:solidFill>
                              <a:latin typeface="Cambria Math" panose="02040503050406030204" pitchFamily="18" charset="0"/>
                            </a:rPr>
                          </m:ctrlPr>
                        </m:sSupPr>
                        <m:e>
                          <m:d>
                            <m:dPr>
                              <m:begChr m:val="‖"/>
                              <m:endChr m:val="‖"/>
                              <m:ctrlPr>
                                <a:rPr lang="zh-CN" altLang="en-US" sz="2800" b="1" i="1">
                                  <a:solidFill>
                                    <a:srgbClr val="FFFF00"/>
                                  </a:solidFill>
                                  <a:latin typeface="Cambria Math" panose="02040503050406030204" pitchFamily="18" charset="0"/>
                                </a:rPr>
                              </m:ctrlPr>
                            </m:dPr>
                            <m:e>
                              <m:r>
                                <a:rPr lang="zh-CN" altLang="en-US" sz="2800" b="1" i="1">
                                  <a:solidFill>
                                    <a:srgbClr val="FFFF00"/>
                                  </a:solidFill>
                                  <a:latin typeface="Cambria Math" panose="02040503050406030204" pitchFamily="18" charset="0"/>
                                </a:rPr>
                                <m:t>𝒙</m:t>
                              </m:r>
                            </m:e>
                          </m:d>
                        </m:e>
                        <m:sup>
                          <m:r>
                            <a:rPr lang="zh-CN" altLang="en-US" sz="2800" i="1">
                              <a:solidFill>
                                <a:srgbClr val="FFFF00"/>
                              </a:solidFill>
                              <a:latin typeface="Cambria Math" panose="02040503050406030204" pitchFamily="18" charset="0"/>
                            </a:rPr>
                            <m:t>2</m:t>
                          </m:r>
                        </m:sup>
                      </m:sSup>
                      <m:r>
                        <a:rPr lang="zh-CN" altLang="en-US" sz="2800" i="1">
                          <a:solidFill>
                            <a:schemeClr val="bg1"/>
                          </a:solidFill>
                          <a:latin typeface="Cambria Math" panose="02040503050406030204" pitchFamily="18" charset="0"/>
                        </a:rPr>
                        <m:t>,   ∀</m:t>
                      </m:r>
                      <m:r>
                        <a:rPr lang="zh-CN" altLang="en-US" sz="2800" i="1">
                          <a:solidFill>
                            <a:schemeClr val="bg1"/>
                          </a:solidFill>
                          <a:latin typeface="Cambria Math" panose="02040503050406030204" pitchFamily="18" charset="0"/>
                        </a:rPr>
                        <m:t>𝑡</m:t>
                      </m:r>
                      <m:r>
                        <a:rPr lang="zh-CN" altLang="en-US" sz="2800" i="1">
                          <a:solidFill>
                            <a:schemeClr val="bg1"/>
                          </a:solidFill>
                          <a:latin typeface="Cambria Math" panose="02040503050406030204" pitchFamily="18" charset="0"/>
                        </a:rPr>
                        <m:t>≥</m:t>
                      </m:r>
                      <m:sSub>
                        <m:sSubPr>
                          <m:ctrlPr>
                            <a:rPr lang="zh-CN" altLang="en-US" sz="2800" i="1">
                              <a:solidFill>
                                <a:schemeClr val="bg1"/>
                              </a:solidFill>
                              <a:latin typeface="Cambria Math" panose="02040503050406030204" pitchFamily="18" charset="0"/>
                            </a:rPr>
                          </m:ctrlPr>
                        </m:sSubPr>
                        <m:e>
                          <m:r>
                            <a:rPr lang="zh-CN" altLang="en-US" sz="2800" i="1">
                              <a:solidFill>
                                <a:schemeClr val="bg1"/>
                              </a:solidFill>
                              <a:latin typeface="Cambria Math" panose="02040503050406030204" pitchFamily="18" charset="0"/>
                            </a:rPr>
                            <m:t>𝑡</m:t>
                          </m:r>
                        </m:e>
                        <m:sub>
                          <m:r>
                            <a:rPr lang="zh-CN" altLang="en-US" sz="2800" i="1">
                              <a:solidFill>
                                <a:schemeClr val="bg1"/>
                              </a:solidFill>
                              <a:latin typeface="Cambria Math" panose="02040503050406030204" pitchFamily="18" charset="0"/>
                            </a:rPr>
                            <m:t>0</m:t>
                          </m:r>
                        </m:sub>
                      </m:sSub>
                    </m:oMath>
                  </m:oMathPara>
                </a14:m>
                <a:endParaRPr lang="zh-CN" altLang="en-US" sz="2800" dirty="0">
                  <a:solidFill>
                    <a:schemeClr val="bg1"/>
                  </a:solidFill>
                </a:endParaRPr>
              </a:p>
            </p:txBody>
          </p:sp>
        </mc:Choice>
        <mc:Fallback xmlns="">
          <p:sp>
            <p:nvSpPr>
              <p:cNvPr id="5" name="对象 4"/>
              <p:cNvSpPr txBox="1">
                <a:spLocks noRot="1" noChangeAspect="1" noMove="1" noResize="1" noEditPoints="1" noAdjustHandles="1" noChangeArrowheads="1" noChangeShapeType="1" noTextEdit="1"/>
              </p:cNvSpPr>
              <p:nvPr/>
            </p:nvSpPr>
            <p:spPr bwMode="auto">
              <a:xfrm>
                <a:off x="2010493" y="2691663"/>
                <a:ext cx="5123012" cy="946150"/>
              </a:xfrm>
              <a:prstGeom prst="rect">
                <a:avLst/>
              </a:prstGeom>
              <a:blipFill>
                <a:blip r:embed="rId5"/>
                <a:stretch>
                  <a:fillRect/>
                </a:stretch>
              </a:blipFill>
              <a:ln>
                <a:no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2" name="对象 11"/>
              <p:cNvSpPr txBox="1"/>
              <p:nvPr/>
            </p:nvSpPr>
            <p:spPr bwMode="auto">
              <a:xfrm>
                <a:off x="2504616" y="3884727"/>
                <a:ext cx="4134767" cy="1038225"/>
              </a:xfrm>
              <a:prstGeom prst="rect">
                <a:avLst/>
              </a:prstGeom>
              <a:noFill/>
              <a:ln>
                <a:noFill/>
              </a:ln>
            </p:spPr>
            <p:txBody>
              <a:bodyPr>
                <a:noAutofit/>
              </a:bodyPr>
              <a:lstStyle/>
              <a:p>
                <a:pPr/>
                <a14:m>
                  <m:oMathPara xmlns:m="http://schemas.openxmlformats.org/officeDocument/2006/math">
                    <m:oMathParaPr>
                      <m:jc m:val="left"/>
                    </m:oMathParaPr>
                    <m:oMath xmlns:m="http://schemas.openxmlformats.org/officeDocument/2006/math">
                      <m:d>
                        <m:dPr>
                          <m:begChr m:val="‖"/>
                          <m:endChr m:val="‖"/>
                          <m:ctrlPr>
                            <a:rPr lang="zh-CN" altLang="en-US" sz="2800" i="1" smtClean="0">
                              <a:solidFill>
                                <a:srgbClr val="FFFF00"/>
                              </a:solidFill>
                              <a:latin typeface="Cambria Math" panose="02040503050406030204" pitchFamily="18" charset="0"/>
                            </a:rPr>
                          </m:ctrlPr>
                        </m:dPr>
                        <m:e>
                          <m:f>
                            <m:fPr>
                              <m:ctrlPr>
                                <a:rPr lang="zh-CN" altLang="en-US" sz="2800" b="1" i="1">
                                  <a:solidFill>
                                    <a:srgbClr val="FFFF00"/>
                                  </a:solidFill>
                                  <a:latin typeface="Cambria Math" panose="02040503050406030204" pitchFamily="18" charset="0"/>
                                </a:rPr>
                              </m:ctrlPr>
                            </m:fPr>
                            <m:num>
                              <m:r>
                                <a:rPr lang="zh-CN" altLang="en-US" sz="2800" b="1" i="1">
                                  <a:solidFill>
                                    <a:srgbClr val="FFFF00"/>
                                  </a:solidFill>
                                  <a:latin typeface="Cambria Math" panose="02040503050406030204" pitchFamily="18" charset="0"/>
                                </a:rPr>
                                <m:t>𝝏</m:t>
                              </m:r>
                              <m:r>
                                <a:rPr lang="zh-CN" altLang="en-US" sz="2800" b="0" i="1">
                                  <a:solidFill>
                                    <a:srgbClr val="FFFF00"/>
                                  </a:solidFill>
                                  <a:latin typeface="Cambria Math" panose="02040503050406030204" pitchFamily="18" charset="0"/>
                                </a:rPr>
                                <m:t>𝑉</m:t>
                              </m:r>
                            </m:num>
                            <m:den>
                              <m:r>
                                <a:rPr lang="zh-CN" altLang="en-US" sz="2800" b="1" i="1">
                                  <a:solidFill>
                                    <a:srgbClr val="FFFF00"/>
                                  </a:solidFill>
                                  <a:latin typeface="Cambria Math" panose="02040503050406030204" pitchFamily="18" charset="0"/>
                                </a:rPr>
                                <m:t>𝝏</m:t>
                              </m:r>
                              <m:r>
                                <a:rPr lang="zh-CN" altLang="en-US" sz="2800" b="1" i="1">
                                  <a:solidFill>
                                    <a:srgbClr val="FFFF00"/>
                                  </a:solidFill>
                                  <a:latin typeface="Cambria Math" panose="02040503050406030204" pitchFamily="18" charset="0"/>
                                </a:rPr>
                                <m:t>𝒙</m:t>
                              </m:r>
                            </m:den>
                          </m:f>
                        </m:e>
                      </m:d>
                      <m:r>
                        <a:rPr lang="zh-CN" altLang="en-US" sz="2800" i="1">
                          <a:solidFill>
                            <a:srgbClr val="FFFF00"/>
                          </a:solidFill>
                          <a:latin typeface="Cambria Math" panose="02040503050406030204" pitchFamily="18" charset="0"/>
                        </a:rPr>
                        <m:t>≤</m:t>
                      </m:r>
                      <m:sSub>
                        <m:sSubPr>
                          <m:ctrlPr>
                            <a:rPr lang="zh-CN" altLang="en-US" sz="2800" i="1">
                              <a:solidFill>
                                <a:srgbClr val="FFFF00"/>
                              </a:solidFill>
                              <a:latin typeface="Cambria Math" panose="02040503050406030204" pitchFamily="18" charset="0"/>
                            </a:rPr>
                          </m:ctrlPr>
                        </m:sSubPr>
                        <m:e>
                          <m:r>
                            <a:rPr lang="zh-CN" altLang="en-US" sz="2800" i="1">
                              <a:solidFill>
                                <a:srgbClr val="FFFF00"/>
                              </a:solidFill>
                              <a:latin typeface="Cambria Math" panose="02040503050406030204" pitchFamily="18" charset="0"/>
                            </a:rPr>
                            <m:t>𝑐</m:t>
                          </m:r>
                        </m:e>
                        <m:sub>
                          <m:r>
                            <a:rPr lang="zh-CN" altLang="en-US" sz="2800" i="1">
                              <a:solidFill>
                                <a:srgbClr val="FFFF00"/>
                              </a:solidFill>
                              <a:latin typeface="Cambria Math" panose="02040503050406030204" pitchFamily="18" charset="0"/>
                            </a:rPr>
                            <m:t>4</m:t>
                          </m:r>
                        </m:sub>
                      </m:sSub>
                      <m:d>
                        <m:dPr>
                          <m:begChr m:val="‖"/>
                          <m:endChr m:val="‖"/>
                          <m:ctrlPr>
                            <a:rPr lang="zh-CN" altLang="en-US" sz="2800" b="1" i="1">
                              <a:solidFill>
                                <a:srgbClr val="FFFF00"/>
                              </a:solidFill>
                              <a:latin typeface="Cambria Math" panose="02040503050406030204" pitchFamily="18" charset="0"/>
                            </a:rPr>
                          </m:ctrlPr>
                        </m:dPr>
                        <m:e>
                          <m:r>
                            <a:rPr lang="zh-CN" altLang="en-US" sz="2800" b="1" i="1">
                              <a:solidFill>
                                <a:srgbClr val="FFFF00"/>
                              </a:solidFill>
                              <a:latin typeface="Cambria Math" panose="02040503050406030204" pitchFamily="18" charset="0"/>
                            </a:rPr>
                            <m:t>𝒙</m:t>
                          </m:r>
                        </m:e>
                      </m:d>
                      <m:r>
                        <a:rPr lang="zh-CN" altLang="en-US" sz="2800" i="1">
                          <a:solidFill>
                            <a:schemeClr val="bg1"/>
                          </a:solidFill>
                          <a:latin typeface="Cambria Math" panose="02040503050406030204" pitchFamily="18" charset="0"/>
                        </a:rPr>
                        <m:t>,   ∀</m:t>
                      </m:r>
                      <m:r>
                        <a:rPr lang="zh-CN" altLang="en-US" sz="2800" i="1">
                          <a:solidFill>
                            <a:schemeClr val="bg1"/>
                          </a:solidFill>
                          <a:latin typeface="Cambria Math" panose="02040503050406030204" pitchFamily="18" charset="0"/>
                        </a:rPr>
                        <m:t>𝑡</m:t>
                      </m:r>
                      <m:r>
                        <a:rPr lang="zh-CN" altLang="en-US" sz="2800" i="1">
                          <a:solidFill>
                            <a:schemeClr val="bg1"/>
                          </a:solidFill>
                          <a:latin typeface="Cambria Math" panose="02040503050406030204" pitchFamily="18" charset="0"/>
                        </a:rPr>
                        <m:t>≥</m:t>
                      </m:r>
                      <m:sSub>
                        <m:sSubPr>
                          <m:ctrlPr>
                            <a:rPr lang="zh-CN" altLang="en-US" sz="2800" i="1">
                              <a:solidFill>
                                <a:schemeClr val="bg1"/>
                              </a:solidFill>
                              <a:latin typeface="Cambria Math" panose="02040503050406030204" pitchFamily="18" charset="0"/>
                            </a:rPr>
                          </m:ctrlPr>
                        </m:sSubPr>
                        <m:e>
                          <m:r>
                            <a:rPr lang="zh-CN" altLang="en-US" sz="2800" i="1">
                              <a:solidFill>
                                <a:schemeClr val="bg1"/>
                              </a:solidFill>
                              <a:latin typeface="Cambria Math" panose="02040503050406030204" pitchFamily="18" charset="0"/>
                            </a:rPr>
                            <m:t>𝑡</m:t>
                          </m:r>
                        </m:e>
                        <m:sub>
                          <m:r>
                            <a:rPr lang="zh-CN" altLang="en-US" sz="2800" i="1">
                              <a:solidFill>
                                <a:schemeClr val="bg1"/>
                              </a:solidFill>
                              <a:latin typeface="Cambria Math" panose="02040503050406030204" pitchFamily="18" charset="0"/>
                            </a:rPr>
                            <m:t>0</m:t>
                          </m:r>
                        </m:sub>
                      </m:sSub>
                    </m:oMath>
                  </m:oMathPara>
                </a14:m>
                <a:endParaRPr lang="zh-CN" altLang="en-US" sz="2800" dirty="0">
                  <a:solidFill>
                    <a:schemeClr val="bg1"/>
                  </a:solidFill>
                </a:endParaRPr>
              </a:p>
            </p:txBody>
          </p:sp>
        </mc:Choice>
        <mc:Fallback xmlns="">
          <p:sp>
            <p:nvSpPr>
              <p:cNvPr id="12" name="对象 11"/>
              <p:cNvSpPr txBox="1">
                <a:spLocks noRot="1" noChangeAspect="1" noMove="1" noResize="1" noEditPoints="1" noAdjustHandles="1" noChangeArrowheads="1" noChangeShapeType="1" noTextEdit="1"/>
              </p:cNvSpPr>
              <p:nvPr/>
            </p:nvSpPr>
            <p:spPr bwMode="auto">
              <a:xfrm>
                <a:off x="2504616" y="3884727"/>
                <a:ext cx="4134767" cy="1038225"/>
              </a:xfrm>
              <a:prstGeom prst="rect">
                <a:avLst/>
              </a:prstGeom>
              <a:blipFill>
                <a:blip r:embed="rId6"/>
                <a:stretch>
                  <a:fillRect/>
                </a:stretch>
              </a:blipFill>
              <a:ln>
                <a:no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5" name="内容占位符 2"/>
              <p:cNvSpPr txBox="1">
                <a:spLocks/>
              </p:cNvSpPr>
              <p:nvPr/>
            </p:nvSpPr>
            <p:spPr>
              <a:xfrm>
                <a:off x="438472" y="5301208"/>
                <a:ext cx="7949952" cy="792088"/>
              </a:xfrm>
              <a:prstGeom prst="rect">
                <a:avLst/>
              </a:prstGeom>
            </p:spPr>
            <p:txBody>
              <a:bodyPr vert="horz" lIns="54864" tIns="91440" rtlCol="0">
                <a:normAutofit/>
              </a:bodyPr>
              <a:lstStyle>
                <a:lvl1pPr marL="438912" indent="-320040" algn="l" rtl="0" eaLnBrk="1" latinLnBrk="0" hangingPunct="1">
                  <a:spcBef>
                    <a:spcPts val="0"/>
                  </a:spcBef>
                  <a:buClr>
                    <a:schemeClr val="accent1"/>
                  </a:buClr>
                  <a:buSzPct val="80000"/>
                  <a:buFont typeface="Wingdings 2"/>
                  <a:buChar char=""/>
                  <a:defRPr kumimoji="0" sz="3200" kern="1200">
                    <a:solidFill>
                      <a:schemeClr val="bg1"/>
                    </a:solidFill>
                    <a:latin typeface="Times New Roman" pitchFamily="18" charset="0"/>
                    <a:ea typeface="+mn-ea"/>
                    <a:cs typeface="Times New Roman" pitchFamily="18" charset="0"/>
                  </a:defRPr>
                </a:lvl1pPr>
                <a:lvl2pPr marL="731520" indent="-274320" algn="l" rtl="0" eaLnBrk="1" latinLnBrk="0" hangingPunct="1">
                  <a:spcBef>
                    <a:spcPct val="20000"/>
                  </a:spcBef>
                  <a:buClr>
                    <a:schemeClr val="accent2"/>
                  </a:buClr>
                  <a:buSzPct val="90000"/>
                  <a:buFont typeface="Wingdings"/>
                  <a:buChar char=""/>
                  <a:defRPr kumimoji="0" sz="2800" kern="1200">
                    <a:solidFill>
                      <a:schemeClr val="bg1"/>
                    </a:solidFill>
                    <a:latin typeface="Times New Roman" pitchFamily="18" charset="0"/>
                    <a:ea typeface="+mn-ea"/>
                    <a:cs typeface="Times New Roman" pitchFamily="18" charset="0"/>
                  </a:defRPr>
                </a:lvl2pPr>
                <a:lvl3pPr marL="996696" indent="-228600" algn="l" rtl="0" eaLnBrk="1" latinLnBrk="0" hangingPunct="1">
                  <a:spcBef>
                    <a:spcPct val="20000"/>
                  </a:spcBef>
                  <a:buClr>
                    <a:schemeClr val="accent3"/>
                  </a:buClr>
                  <a:buFont typeface="Arial"/>
                  <a:buChar char="▪"/>
                  <a:defRPr kumimoji="0" sz="2400" kern="1200">
                    <a:solidFill>
                      <a:schemeClr val="bg1"/>
                    </a:solidFill>
                    <a:latin typeface="Times New Roman" pitchFamily="18" charset="0"/>
                    <a:ea typeface="+mn-ea"/>
                    <a:cs typeface="Times New Roman" pitchFamily="18" charset="0"/>
                  </a:defRPr>
                </a:lvl3pPr>
                <a:lvl4pPr marL="1216152" indent="-182880" algn="l" rtl="0" eaLnBrk="1" latinLnBrk="0" hangingPunct="1">
                  <a:spcBef>
                    <a:spcPct val="20000"/>
                  </a:spcBef>
                  <a:buClr>
                    <a:schemeClr val="accent4"/>
                  </a:buClr>
                  <a:buFont typeface="Arial"/>
                  <a:buChar char="▪"/>
                  <a:defRPr kumimoji="0" sz="2000" kern="1200">
                    <a:solidFill>
                      <a:schemeClr val="bg1"/>
                    </a:solidFill>
                    <a:latin typeface="Times New Roman" pitchFamily="18" charset="0"/>
                    <a:ea typeface="+mn-ea"/>
                    <a:cs typeface="Times New Roman" pitchFamily="18" charset="0"/>
                  </a:defRPr>
                </a:lvl4pPr>
                <a:lvl5pPr marL="1426464" indent="-182880" algn="l" rtl="0" eaLnBrk="1" latinLnBrk="0" hangingPunct="1">
                  <a:spcBef>
                    <a:spcPct val="20000"/>
                  </a:spcBef>
                  <a:buClr>
                    <a:schemeClr val="accent5"/>
                  </a:buClr>
                  <a:buFont typeface="Wingdings 3"/>
                  <a:buChar char=""/>
                  <a:defRPr kumimoji="0" lang="en-US" sz="2000" kern="1200" smtClean="0">
                    <a:solidFill>
                      <a:schemeClr val="tx1"/>
                    </a:solidFill>
                    <a:latin typeface="Times New Roman" pitchFamily="18" charset="0"/>
                    <a:ea typeface="+mn-ea"/>
                    <a:cs typeface="Times New Roman" pitchFamily="18" charset="0"/>
                  </a:defRPr>
                </a:lvl5pPr>
                <a:lvl6pPr marL="1627632" indent="-182880" algn="l" rtl="0" eaLnBrk="1" latinLnBrk="0" hangingPunct="1">
                  <a:spcBef>
                    <a:spcPct val="20000"/>
                  </a:spcBef>
                  <a:buClr>
                    <a:schemeClr val="accent6"/>
                  </a:buClr>
                  <a:buSzPct val="100000"/>
                  <a:buFont typeface="Wingdings 2"/>
                  <a:buChar char=""/>
                  <a:defRPr kumimoji="0" sz="2000" kern="1200">
                    <a:solidFill>
                      <a:schemeClr val="tx1"/>
                    </a:solidFill>
                    <a:latin typeface="+mn-lt"/>
                    <a:ea typeface="+mn-ea"/>
                    <a:cs typeface="+mn-cs"/>
                  </a:defRPr>
                </a:lvl6pPr>
                <a:lvl7pPr marL="1828800" indent="-182880" algn="l" rtl="0" eaLnBrk="1" latinLnBrk="0" hangingPunct="1">
                  <a:spcBef>
                    <a:spcPct val="20000"/>
                  </a:spcBef>
                  <a:buClr>
                    <a:schemeClr val="accent1"/>
                  </a:buClr>
                  <a:buSzPct val="100000"/>
                  <a:buFont typeface="Wingdings 2"/>
                  <a:buChar char=""/>
                  <a:defRPr kumimoji="0" sz="1800" kern="1200">
                    <a:solidFill>
                      <a:schemeClr val="tx1"/>
                    </a:solidFill>
                    <a:latin typeface="+mn-lt"/>
                    <a:ea typeface="+mn-ea"/>
                    <a:cs typeface="+mn-cs"/>
                  </a:defRPr>
                </a:lvl7pPr>
                <a:lvl8pPr marL="2029968" indent="-182880" algn="l" rtl="0" eaLnBrk="1" latinLnBrk="0" hangingPunct="1">
                  <a:spcBef>
                    <a:spcPct val="20000"/>
                  </a:spcBef>
                  <a:buClr>
                    <a:schemeClr val="accent2"/>
                  </a:buClr>
                  <a:buFont typeface="Wingdings 2" pitchFamily="18" charset="2"/>
                  <a:buChar char=""/>
                  <a:defRPr kumimoji="0" sz="1800" kern="1200">
                    <a:solidFill>
                      <a:schemeClr val="tx1"/>
                    </a:solidFill>
                    <a:latin typeface="+mn-lt"/>
                    <a:ea typeface="+mn-ea"/>
                    <a:cs typeface="+mn-cs"/>
                  </a:defRPr>
                </a:lvl8pPr>
                <a:lvl9pPr marL="2231136" indent="-182880" algn="l" rtl="0" eaLnBrk="1" latinLnBrk="0" hangingPunct="1">
                  <a:spcBef>
                    <a:spcPct val="20000"/>
                  </a:spcBef>
                  <a:buClr>
                    <a:schemeClr val="accent3"/>
                  </a:buClr>
                  <a:buFont typeface="Wingdings 2" pitchFamily="18" charset="2"/>
                  <a:buChar char=""/>
                  <a:defRPr kumimoji="0" sz="1800" kern="1200" baseline="0">
                    <a:solidFill>
                      <a:schemeClr val="tx1"/>
                    </a:solidFill>
                    <a:latin typeface="+mn-lt"/>
                    <a:ea typeface="+mn-ea"/>
                    <a:cs typeface="+mn-cs"/>
                  </a:defRPr>
                </a:lvl9pPr>
                <a:extLst/>
              </a:lstStyle>
              <a:p>
                <a:pPr>
                  <a:lnSpc>
                    <a:spcPts val="4000"/>
                  </a:lnSpc>
                  <a:buFont typeface="Wingdings" panose="05000000000000000000" pitchFamily="2" charset="2"/>
                  <a:buChar char="Ø"/>
                </a:pPr>
                <a:r>
                  <a:rPr lang="zh-CN" altLang="en-US" sz="2800" b="1" dirty="0"/>
                  <a:t>如果系统全局指数稳定，</a:t>
                </a:r>
                <a14:m>
                  <m:oMath xmlns:m="http://schemas.openxmlformats.org/officeDocument/2006/math">
                    <m:sSub>
                      <m:sSubPr>
                        <m:ctrlPr>
                          <a:rPr lang="zh-CN" altLang="en-US" sz="2800" i="1" smtClean="0">
                            <a:solidFill>
                              <a:schemeClr val="bg1"/>
                            </a:solidFill>
                            <a:latin typeface="Cambria Math" panose="02040503050406030204" pitchFamily="18" charset="0"/>
                          </a:rPr>
                        </m:ctrlPr>
                      </m:sSubPr>
                      <m:e>
                        <m:r>
                          <a:rPr lang="zh-CN" altLang="en-US" sz="2800" i="1">
                            <a:solidFill>
                              <a:schemeClr val="bg1"/>
                            </a:solidFill>
                            <a:latin typeface="Cambria Math" panose="02040503050406030204" pitchFamily="18" charset="0"/>
                          </a:rPr>
                          <m:t>𝐵</m:t>
                        </m:r>
                      </m:e>
                      <m:sub>
                        <m:r>
                          <a:rPr lang="zh-CN" altLang="en-US" sz="2800" i="1">
                            <a:solidFill>
                              <a:schemeClr val="bg1"/>
                            </a:solidFill>
                            <a:latin typeface="Cambria Math" panose="02040503050406030204" pitchFamily="18" charset="0"/>
                          </a:rPr>
                          <m:t>𝛿</m:t>
                        </m:r>
                      </m:sub>
                    </m:sSub>
                  </m:oMath>
                </a14:m>
                <a:r>
                  <a:rPr lang="zh-CN" altLang="en-US" sz="2800" b="1" dirty="0">
                    <a:solidFill>
                      <a:schemeClr val="bg1"/>
                    </a:solidFill>
                  </a:rPr>
                  <a:t>是整个状态空间</a:t>
                </a:r>
                <a14:m>
                  <m:oMath xmlns:m="http://schemas.openxmlformats.org/officeDocument/2006/math">
                    <m:sSup>
                      <m:sSupPr>
                        <m:ctrlPr>
                          <a:rPr lang="zh-CN" altLang="en-US" sz="2800" i="1">
                            <a:solidFill>
                              <a:schemeClr val="bg1"/>
                            </a:solidFill>
                            <a:latin typeface="Cambria Math" panose="02040503050406030204" pitchFamily="18" charset="0"/>
                          </a:rPr>
                        </m:ctrlPr>
                      </m:sSupPr>
                      <m:e>
                        <m:r>
                          <a:rPr lang="zh-CN" altLang="en-US" sz="2800" i="1">
                            <a:solidFill>
                              <a:schemeClr val="bg1"/>
                            </a:solidFill>
                            <a:latin typeface="Cambria Math" panose="02040503050406030204" pitchFamily="18" charset="0"/>
                          </a:rPr>
                          <m:t>ℝ</m:t>
                        </m:r>
                      </m:e>
                      <m:sup>
                        <m:r>
                          <a:rPr lang="zh-CN" altLang="en-US" sz="2800" i="1">
                            <a:solidFill>
                              <a:schemeClr val="bg1"/>
                            </a:solidFill>
                            <a:latin typeface="Cambria Math" panose="02040503050406030204" pitchFamily="18" charset="0"/>
                          </a:rPr>
                          <m:t>𝑛</m:t>
                        </m:r>
                      </m:sup>
                    </m:sSup>
                  </m:oMath>
                </a14:m>
                <a:r>
                  <a:rPr lang="zh-CN" altLang="en-US" sz="2800" b="1" dirty="0"/>
                  <a:t>。</a:t>
                </a:r>
              </a:p>
            </p:txBody>
          </p:sp>
        </mc:Choice>
        <mc:Fallback xmlns="">
          <p:sp>
            <p:nvSpPr>
              <p:cNvPr id="35" name="内容占位符 2"/>
              <p:cNvSpPr txBox="1">
                <a:spLocks noRot="1" noChangeAspect="1" noMove="1" noResize="1" noEditPoints="1" noAdjustHandles="1" noChangeArrowheads="1" noChangeShapeType="1" noTextEdit="1"/>
              </p:cNvSpPr>
              <p:nvPr/>
            </p:nvSpPr>
            <p:spPr>
              <a:xfrm>
                <a:off x="438472" y="5301208"/>
                <a:ext cx="7949952" cy="792088"/>
              </a:xfrm>
              <a:prstGeom prst="rect">
                <a:avLst/>
              </a:prstGeom>
              <a:blipFill>
                <a:blip r:embed="rId7"/>
                <a:stretch>
                  <a:fillRect r="-6058"/>
                </a:stretch>
              </a:blipFill>
            </p:spPr>
            <p:txBody>
              <a:bodyPr/>
              <a:lstStyle/>
              <a:p>
                <a:r>
                  <a:rPr lang="zh-CN" altLang="en-US">
                    <a:noFill/>
                  </a:rPr>
                  <a:t> </a:t>
                </a:r>
              </a:p>
            </p:txBody>
          </p:sp>
        </mc:Fallback>
      </mc:AlternateContent>
      <p:sp>
        <p:nvSpPr>
          <p:cNvPr id="16" name="日期占位符 3"/>
          <p:cNvSpPr txBox="1">
            <a:spLocks/>
          </p:cNvSpPr>
          <p:nvPr/>
        </p:nvSpPr>
        <p:spPr>
          <a:xfrm>
            <a:off x="457200" y="6476999"/>
            <a:ext cx="2133600" cy="274320"/>
          </a:xfrm>
          <a:prstGeom prst="rect">
            <a:avLst/>
          </a:prstGeom>
        </p:spPr>
        <p:txBody>
          <a:bodyPr vert="horz" lIns="109728" rIns="45720" bIns="0" rtlCol="0" anchor="b"/>
          <a:lstStyle>
            <a:defPPr>
              <a:defRPr lang="zh-CN"/>
            </a:defPPr>
            <a:lvl1pPr marL="0" algn="l" defTabSz="914400" rtl="0" eaLnBrk="1" latinLnBrk="0" hangingPunct="1">
              <a:defRPr kumimoji="0" sz="1800" kern="1200">
                <a:solidFill>
                  <a:srgbClr val="FF0000"/>
                </a:solidFill>
                <a:latin typeface="Times New Roman" pitchFamily="18" charset="0"/>
                <a:ea typeface="+mn-ea"/>
                <a:cs typeface="Times New Roman" pitchFamily="18"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dirty="0"/>
          </a:p>
        </p:txBody>
      </p:sp>
    </p:spTree>
    <p:extLst>
      <p:ext uri="{BB962C8B-B14F-4D97-AF65-F5344CB8AC3E}">
        <p14:creationId xmlns:p14="http://schemas.microsoft.com/office/powerpoint/2010/main" val="11474073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 grpId="0"/>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zh-CN" altLang="en-US" dirty="0"/>
              <a:t>小结</a:t>
            </a:r>
          </a:p>
        </p:txBody>
      </p:sp>
      <p:sp>
        <p:nvSpPr>
          <p:cNvPr id="7" name="灯片编号占位符 6"/>
          <p:cNvSpPr>
            <a:spLocks noGrp="1"/>
          </p:cNvSpPr>
          <p:nvPr>
            <p:ph type="sldNum" sz="quarter" idx="12"/>
          </p:nvPr>
        </p:nvSpPr>
        <p:spPr/>
        <p:txBody>
          <a:bodyPr/>
          <a:lstStyle/>
          <a:p>
            <a:fld id="{58C210BB-F110-452C-89E7-9EA0A8D47DCE}" type="slidenum">
              <a:rPr lang="zh-CN" altLang="en-US" smtClean="0"/>
              <a:pPr/>
              <a:t>46</a:t>
            </a:fld>
            <a:endParaRPr lang="zh-CN" altLang="en-US" dirty="0"/>
          </a:p>
        </p:txBody>
      </p:sp>
      <p:sp>
        <p:nvSpPr>
          <p:cNvPr id="14" name="内容占位符 2"/>
          <p:cNvSpPr txBox="1">
            <a:spLocks/>
          </p:cNvSpPr>
          <p:nvPr/>
        </p:nvSpPr>
        <p:spPr>
          <a:xfrm>
            <a:off x="395536" y="1052735"/>
            <a:ext cx="8382000" cy="3178805"/>
          </a:xfrm>
          <a:prstGeom prst="rect">
            <a:avLst/>
          </a:prstGeom>
        </p:spPr>
        <p:txBody>
          <a:bodyPr vert="horz" lIns="54864" tIns="91440" rtlCol="0">
            <a:normAutofit/>
          </a:bodyPr>
          <a:lstStyle>
            <a:lvl1pPr marL="438912" indent="-320040" algn="l" rtl="0" eaLnBrk="1" latinLnBrk="0" hangingPunct="1">
              <a:spcBef>
                <a:spcPts val="0"/>
              </a:spcBef>
              <a:buClr>
                <a:schemeClr val="accent1"/>
              </a:buClr>
              <a:buSzPct val="80000"/>
              <a:buFont typeface="Wingdings 2"/>
              <a:buChar char=""/>
              <a:defRPr kumimoji="0" sz="3200" kern="1200">
                <a:solidFill>
                  <a:schemeClr val="bg1"/>
                </a:solidFill>
                <a:latin typeface="Times New Roman" pitchFamily="18" charset="0"/>
                <a:ea typeface="+mn-ea"/>
                <a:cs typeface="Times New Roman" pitchFamily="18" charset="0"/>
              </a:defRPr>
            </a:lvl1pPr>
            <a:lvl2pPr marL="731520" indent="-274320" algn="l" rtl="0" eaLnBrk="1" latinLnBrk="0" hangingPunct="1">
              <a:spcBef>
                <a:spcPct val="20000"/>
              </a:spcBef>
              <a:buClr>
                <a:schemeClr val="accent2"/>
              </a:buClr>
              <a:buSzPct val="90000"/>
              <a:buFont typeface="Wingdings"/>
              <a:buChar char=""/>
              <a:defRPr kumimoji="0" sz="2800" kern="1200">
                <a:solidFill>
                  <a:schemeClr val="bg1"/>
                </a:solidFill>
                <a:latin typeface="Times New Roman" pitchFamily="18" charset="0"/>
                <a:ea typeface="+mn-ea"/>
                <a:cs typeface="Times New Roman" pitchFamily="18" charset="0"/>
              </a:defRPr>
            </a:lvl2pPr>
            <a:lvl3pPr marL="996696" indent="-228600" algn="l" rtl="0" eaLnBrk="1" latinLnBrk="0" hangingPunct="1">
              <a:spcBef>
                <a:spcPct val="20000"/>
              </a:spcBef>
              <a:buClr>
                <a:schemeClr val="accent3"/>
              </a:buClr>
              <a:buFont typeface="Arial"/>
              <a:buChar char="▪"/>
              <a:defRPr kumimoji="0" sz="2400" kern="1200">
                <a:solidFill>
                  <a:schemeClr val="bg1"/>
                </a:solidFill>
                <a:latin typeface="Times New Roman" pitchFamily="18" charset="0"/>
                <a:ea typeface="+mn-ea"/>
                <a:cs typeface="Times New Roman" pitchFamily="18" charset="0"/>
              </a:defRPr>
            </a:lvl3pPr>
            <a:lvl4pPr marL="1216152" indent="-182880" algn="l" rtl="0" eaLnBrk="1" latinLnBrk="0" hangingPunct="1">
              <a:spcBef>
                <a:spcPct val="20000"/>
              </a:spcBef>
              <a:buClr>
                <a:schemeClr val="accent4"/>
              </a:buClr>
              <a:buFont typeface="Arial"/>
              <a:buChar char="▪"/>
              <a:defRPr kumimoji="0" sz="2000" kern="1200">
                <a:solidFill>
                  <a:schemeClr val="bg1"/>
                </a:solidFill>
                <a:latin typeface="Times New Roman" pitchFamily="18" charset="0"/>
                <a:ea typeface="+mn-ea"/>
                <a:cs typeface="Times New Roman" pitchFamily="18" charset="0"/>
              </a:defRPr>
            </a:lvl4pPr>
            <a:lvl5pPr marL="1426464" indent="-182880" algn="l" rtl="0" eaLnBrk="1" latinLnBrk="0" hangingPunct="1">
              <a:spcBef>
                <a:spcPct val="20000"/>
              </a:spcBef>
              <a:buClr>
                <a:schemeClr val="accent5"/>
              </a:buClr>
              <a:buFont typeface="Wingdings 3"/>
              <a:buChar char=""/>
              <a:defRPr kumimoji="0" lang="en-US" sz="2000" kern="1200" smtClean="0">
                <a:solidFill>
                  <a:schemeClr val="tx1"/>
                </a:solidFill>
                <a:latin typeface="Times New Roman" pitchFamily="18" charset="0"/>
                <a:ea typeface="+mn-ea"/>
                <a:cs typeface="Times New Roman" pitchFamily="18" charset="0"/>
              </a:defRPr>
            </a:lvl5pPr>
            <a:lvl6pPr marL="1627632" indent="-182880" algn="l" rtl="0" eaLnBrk="1" latinLnBrk="0" hangingPunct="1">
              <a:spcBef>
                <a:spcPct val="20000"/>
              </a:spcBef>
              <a:buClr>
                <a:schemeClr val="accent6"/>
              </a:buClr>
              <a:buSzPct val="100000"/>
              <a:buFont typeface="Wingdings 2"/>
              <a:buChar char=""/>
              <a:defRPr kumimoji="0" sz="2000" kern="1200">
                <a:solidFill>
                  <a:schemeClr val="tx1"/>
                </a:solidFill>
                <a:latin typeface="+mn-lt"/>
                <a:ea typeface="+mn-ea"/>
                <a:cs typeface="+mn-cs"/>
              </a:defRPr>
            </a:lvl6pPr>
            <a:lvl7pPr marL="1828800" indent="-182880" algn="l" rtl="0" eaLnBrk="1" latinLnBrk="0" hangingPunct="1">
              <a:spcBef>
                <a:spcPct val="20000"/>
              </a:spcBef>
              <a:buClr>
                <a:schemeClr val="accent1"/>
              </a:buClr>
              <a:buSzPct val="100000"/>
              <a:buFont typeface="Wingdings 2"/>
              <a:buChar char=""/>
              <a:defRPr kumimoji="0" sz="1800" kern="1200">
                <a:solidFill>
                  <a:schemeClr val="tx1"/>
                </a:solidFill>
                <a:latin typeface="+mn-lt"/>
                <a:ea typeface="+mn-ea"/>
                <a:cs typeface="+mn-cs"/>
              </a:defRPr>
            </a:lvl7pPr>
            <a:lvl8pPr marL="2029968" indent="-182880" algn="l" rtl="0" eaLnBrk="1" latinLnBrk="0" hangingPunct="1">
              <a:spcBef>
                <a:spcPct val="20000"/>
              </a:spcBef>
              <a:buClr>
                <a:schemeClr val="accent2"/>
              </a:buClr>
              <a:buFont typeface="Wingdings 2" pitchFamily="18" charset="2"/>
              <a:buChar char=""/>
              <a:defRPr kumimoji="0" sz="1800" kern="1200">
                <a:solidFill>
                  <a:schemeClr val="tx1"/>
                </a:solidFill>
                <a:latin typeface="+mn-lt"/>
                <a:ea typeface="+mn-ea"/>
                <a:cs typeface="+mn-cs"/>
              </a:defRPr>
            </a:lvl8pPr>
            <a:lvl9pPr marL="2231136" indent="-182880" algn="l" rtl="0" eaLnBrk="1" latinLnBrk="0" hangingPunct="1">
              <a:spcBef>
                <a:spcPct val="20000"/>
              </a:spcBef>
              <a:buClr>
                <a:schemeClr val="accent3"/>
              </a:buClr>
              <a:buFont typeface="Wingdings 2" pitchFamily="18" charset="2"/>
              <a:buChar char=""/>
              <a:defRPr kumimoji="0" sz="1800" kern="1200" baseline="0">
                <a:solidFill>
                  <a:schemeClr val="tx1"/>
                </a:solidFill>
                <a:latin typeface="+mn-lt"/>
                <a:ea typeface="+mn-ea"/>
                <a:cs typeface="+mn-cs"/>
              </a:defRPr>
            </a:lvl9pPr>
            <a:extLst/>
          </a:lstStyle>
          <a:p>
            <a:pPr>
              <a:lnSpc>
                <a:spcPts val="4000"/>
              </a:lnSpc>
            </a:pPr>
            <a:r>
              <a:rPr lang="zh-CN" altLang="en-US" sz="2800" b="1" dirty="0"/>
              <a:t>如果已知一个系统满足某种稳定性（或者不稳定），是否存在相应的判定其稳定的</a:t>
            </a:r>
            <a:r>
              <a:rPr lang="en-US" altLang="zh-CN" sz="2800" b="1" dirty="0" err="1"/>
              <a:t>Lyapunov</a:t>
            </a:r>
            <a:r>
              <a:rPr lang="zh-CN" altLang="en-US" sz="2800" b="1" dirty="0"/>
              <a:t>函数（或恰当的标量辅助函数）</a:t>
            </a:r>
            <a:endParaRPr lang="en-US" altLang="zh-CN" sz="2800" b="1" dirty="0"/>
          </a:p>
          <a:p>
            <a:pPr marL="118872" indent="360000">
              <a:lnSpc>
                <a:spcPts val="4000"/>
              </a:lnSpc>
              <a:buNone/>
            </a:pPr>
            <a:r>
              <a:rPr lang="zh-CN" altLang="en-US" sz="2800" b="1" dirty="0">
                <a:solidFill>
                  <a:srgbClr val="FFFF00"/>
                </a:solidFill>
              </a:rPr>
              <a:t>对于每一个</a:t>
            </a:r>
            <a:r>
              <a:rPr lang="en-US" altLang="zh-CN" sz="2800" b="1" dirty="0">
                <a:solidFill>
                  <a:srgbClr val="FFFF00"/>
                </a:solidFill>
              </a:rPr>
              <a:t>Lyapunov</a:t>
            </a:r>
            <a:r>
              <a:rPr lang="zh-CN" altLang="en-US" sz="2800" b="1" dirty="0">
                <a:solidFill>
                  <a:srgbClr val="FFFF00"/>
                </a:solidFill>
              </a:rPr>
              <a:t>稳定性判定定理（稳定和不稳定的情况），都存在相应的逆定理</a:t>
            </a:r>
            <a:endParaRPr lang="en-US" altLang="zh-CN" sz="2800" b="1" dirty="0">
              <a:solidFill>
                <a:srgbClr val="FFFF00"/>
              </a:solidFill>
            </a:endParaRPr>
          </a:p>
          <a:p>
            <a:pPr marL="118872" indent="360000">
              <a:lnSpc>
                <a:spcPts val="4000"/>
              </a:lnSpc>
              <a:buNone/>
            </a:pPr>
            <a:r>
              <a:rPr lang="en-US" altLang="zh-CN" sz="1800" b="1" dirty="0">
                <a:solidFill>
                  <a:srgbClr val="FFFF00"/>
                </a:solidFill>
              </a:rPr>
              <a:t>T. Yoshizawa. Stability Theory by Lyapunov’s Second method,</a:t>
            </a:r>
            <a:r>
              <a:rPr lang="zh-CN" altLang="en-US" sz="1800" b="1" dirty="0">
                <a:solidFill>
                  <a:srgbClr val="FFFF00"/>
                </a:solidFill>
              </a:rPr>
              <a:t> </a:t>
            </a:r>
            <a:r>
              <a:rPr lang="en-US" altLang="zh-CN" sz="1800" b="1" dirty="0">
                <a:solidFill>
                  <a:srgbClr val="FFFF00"/>
                </a:solidFill>
              </a:rPr>
              <a:t>MSJ, 1966</a:t>
            </a:r>
          </a:p>
        </p:txBody>
      </p:sp>
      <p:sp>
        <p:nvSpPr>
          <p:cNvPr id="4" name="页脚占位符 3"/>
          <p:cNvSpPr>
            <a:spLocks noGrp="1"/>
          </p:cNvSpPr>
          <p:nvPr>
            <p:ph type="ftr" sz="quarter" idx="11"/>
          </p:nvPr>
        </p:nvSpPr>
        <p:spPr/>
        <p:txBody>
          <a:bodyPr/>
          <a:lstStyle/>
          <a:p>
            <a:endParaRPr lang="zh-CN" altLang="en-US" dirty="0"/>
          </a:p>
        </p:txBody>
      </p:sp>
      <p:sp>
        <p:nvSpPr>
          <p:cNvPr id="11" name="内容占位符 2"/>
          <p:cNvSpPr txBox="1">
            <a:spLocks/>
          </p:cNvSpPr>
          <p:nvPr/>
        </p:nvSpPr>
        <p:spPr>
          <a:xfrm>
            <a:off x="395536" y="4221088"/>
            <a:ext cx="8382000" cy="1224136"/>
          </a:xfrm>
          <a:prstGeom prst="rect">
            <a:avLst/>
          </a:prstGeom>
        </p:spPr>
        <p:txBody>
          <a:bodyPr vert="horz" lIns="54864" tIns="91440" rtlCol="0">
            <a:normAutofit/>
          </a:bodyPr>
          <a:lstStyle>
            <a:lvl1pPr marL="438912" indent="-320040" algn="l" rtl="0" eaLnBrk="1" latinLnBrk="0" hangingPunct="1">
              <a:spcBef>
                <a:spcPts val="0"/>
              </a:spcBef>
              <a:buClr>
                <a:schemeClr val="accent1"/>
              </a:buClr>
              <a:buSzPct val="80000"/>
              <a:buFont typeface="Wingdings 2"/>
              <a:buChar char=""/>
              <a:defRPr kumimoji="0" sz="3200" kern="1200">
                <a:solidFill>
                  <a:schemeClr val="bg1"/>
                </a:solidFill>
                <a:latin typeface="Times New Roman" pitchFamily="18" charset="0"/>
                <a:ea typeface="+mn-ea"/>
                <a:cs typeface="Times New Roman" pitchFamily="18" charset="0"/>
              </a:defRPr>
            </a:lvl1pPr>
            <a:lvl2pPr marL="731520" indent="-274320" algn="l" rtl="0" eaLnBrk="1" latinLnBrk="0" hangingPunct="1">
              <a:spcBef>
                <a:spcPct val="20000"/>
              </a:spcBef>
              <a:buClr>
                <a:schemeClr val="accent2"/>
              </a:buClr>
              <a:buSzPct val="90000"/>
              <a:buFont typeface="Wingdings"/>
              <a:buChar char=""/>
              <a:defRPr kumimoji="0" sz="2800" kern="1200">
                <a:solidFill>
                  <a:schemeClr val="bg1"/>
                </a:solidFill>
                <a:latin typeface="Times New Roman" pitchFamily="18" charset="0"/>
                <a:ea typeface="+mn-ea"/>
                <a:cs typeface="Times New Roman" pitchFamily="18" charset="0"/>
              </a:defRPr>
            </a:lvl2pPr>
            <a:lvl3pPr marL="996696" indent="-228600" algn="l" rtl="0" eaLnBrk="1" latinLnBrk="0" hangingPunct="1">
              <a:spcBef>
                <a:spcPct val="20000"/>
              </a:spcBef>
              <a:buClr>
                <a:schemeClr val="accent3"/>
              </a:buClr>
              <a:buFont typeface="Arial"/>
              <a:buChar char="▪"/>
              <a:defRPr kumimoji="0" sz="2400" kern="1200">
                <a:solidFill>
                  <a:schemeClr val="bg1"/>
                </a:solidFill>
                <a:latin typeface="Times New Roman" pitchFamily="18" charset="0"/>
                <a:ea typeface="+mn-ea"/>
                <a:cs typeface="Times New Roman" pitchFamily="18" charset="0"/>
              </a:defRPr>
            </a:lvl3pPr>
            <a:lvl4pPr marL="1216152" indent="-182880" algn="l" rtl="0" eaLnBrk="1" latinLnBrk="0" hangingPunct="1">
              <a:spcBef>
                <a:spcPct val="20000"/>
              </a:spcBef>
              <a:buClr>
                <a:schemeClr val="accent4"/>
              </a:buClr>
              <a:buFont typeface="Arial"/>
              <a:buChar char="▪"/>
              <a:defRPr kumimoji="0" sz="2000" kern="1200">
                <a:solidFill>
                  <a:schemeClr val="bg1"/>
                </a:solidFill>
                <a:latin typeface="Times New Roman" pitchFamily="18" charset="0"/>
                <a:ea typeface="+mn-ea"/>
                <a:cs typeface="Times New Roman" pitchFamily="18" charset="0"/>
              </a:defRPr>
            </a:lvl4pPr>
            <a:lvl5pPr marL="1426464" indent="-182880" algn="l" rtl="0" eaLnBrk="1" latinLnBrk="0" hangingPunct="1">
              <a:spcBef>
                <a:spcPct val="20000"/>
              </a:spcBef>
              <a:buClr>
                <a:schemeClr val="accent5"/>
              </a:buClr>
              <a:buFont typeface="Wingdings 3"/>
              <a:buChar char=""/>
              <a:defRPr kumimoji="0" lang="en-US" sz="2000" kern="1200" smtClean="0">
                <a:solidFill>
                  <a:schemeClr val="tx1"/>
                </a:solidFill>
                <a:latin typeface="Times New Roman" pitchFamily="18" charset="0"/>
                <a:ea typeface="+mn-ea"/>
                <a:cs typeface="Times New Roman" pitchFamily="18" charset="0"/>
              </a:defRPr>
            </a:lvl5pPr>
            <a:lvl6pPr marL="1627632" indent="-182880" algn="l" rtl="0" eaLnBrk="1" latinLnBrk="0" hangingPunct="1">
              <a:spcBef>
                <a:spcPct val="20000"/>
              </a:spcBef>
              <a:buClr>
                <a:schemeClr val="accent6"/>
              </a:buClr>
              <a:buSzPct val="100000"/>
              <a:buFont typeface="Wingdings 2"/>
              <a:buChar char=""/>
              <a:defRPr kumimoji="0" sz="2000" kern="1200">
                <a:solidFill>
                  <a:schemeClr val="tx1"/>
                </a:solidFill>
                <a:latin typeface="+mn-lt"/>
                <a:ea typeface="+mn-ea"/>
                <a:cs typeface="+mn-cs"/>
              </a:defRPr>
            </a:lvl6pPr>
            <a:lvl7pPr marL="1828800" indent="-182880" algn="l" rtl="0" eaLnBrk="1" latinLnBrk="0" hangingPunct="1">
              <a:spcBef>
                <a:spcPct val="20000"/>
              </a:spcBef>
              <a:buClr>
                <a:schemeClr val="accent1"/>
              </a:buClr>
              <a:buSzPct val="100000"/>
              <a:buFont typeface="Wingdings 2"/>
              <a:buChar char=""/>
              <a:defRPr kumimoji="0" sz="1800" kern="1200">
                <a:solidFill>
                  <a:schemeClr val="tx1"/>
                </a:solidFill>
                <a:latin typeface="+mn-lt"/>
                <a:ea typeface="+mn-ea"/>
                <a:cs typeface="+mn-cs"/>
              </a:defRPr>
            </a:lvl7pPr>
            <a:lvl8pPr marL="2029968" indent="-182880" algn="l" rtl="0" eaLnBrk="1" latinLnBrk="0" hangingPunct="1">
              <a:spcBef>
                <a:spcPct val="20000"/>
              </a:spcBef>
              <a:buClr>
                <a:schemeClr val="accent2"/>
              </a:buClr>
              <a:buFont typeface="Wingdings 2" pitchFamily="18" charset="2"/>
              <a:buChar char=""/>
              <a:defRPr kumimoji="0" sz="1800" kern="1200">
                <a:solidFill>
                  <a:schemeClr val="tx1"/>
                </a:solidFill>
                <a:latin typeface="+mn-lt"/>
                <a:ea typeface="+mn-ea"/>
                <a:cs typeface="+mn-cs"/>
              </a:defRPr>
            </a:lvl8pPr>
            <a:lvl9pPr marL="2231136" indent="-182880" algn="l" rtl="0" eaLnBrk="1" latinLnBrk="0" hangingPunct="1">
              <a:spcBef>
                <a:spcPct val="20000"/>
              </a:spcBef>
              <a:buClr>
                <a:schemeClr val="accent3"/>
              </a:buClr>
              <a:buFont typeface="Wingdings 2" pitchFamily="18" charset="2"/>
              <a:buChar char=""/>
              <a:defRPr kumimoji="0" sz="1800" kern="1200" baseline="0">
                <a:solidFill>
                  <a:schemeClr val="tx1"/>
                </a:solidFill>
                <a:latin typeface="+mn-lt"/>
                <a:ea typeface="+mn-ea"/>
                <a:cs typeface="+mn-cs"/>
              </a:defRPr>
            </a:lvl9pPr>
            <a:extLst/>
          </a:lstStyle>
          <a:p>
            <a:pPr>
              <a:lnSpc>
                <a:spcPts val="4000"/>
              </a:lnSpc>
            </a:pPr>
            <a:r>
              <a:rPr lang="zh-CN" altLang="en-US" sz="2800" b="1" dirty="0"/>
              <a:t>怎么构造</a:t>
            </a:r>
            <a:r>
              <a:rPr lang="en-US" altLang="zh-CN" sz="2800" b="1" dirty="0" err="1"/>
              <a:t>Lyapunov</a:t>
            </a:r>
            <a:r>
              <a:rPr lang="zh-CN" altLang="en-US" sz="2800" b="1" dirty="0"/>
              <a:t>函数？</a:t>
            </a:r>
            <a:endParaRPr lang="en-US" altLang="zh-CN" sz="2800" b="1" dirty="0"/>
          </a:p>
          <a:p>
            <a:pPr marL="118872" indent="360000">
              <a:lnSpc>
                <a:spcPts val="4000"/>
              </a:lnSpc>
              <a:buNone/>
            </a:pPr>
            <a:r>
              <a:rPr lang="zh-CN" altLang="en-US" sz="2800" b="1" dirty="0">
                <a:solidFill>
                  <a:srgbClr val="FFFF00"/>
                </a:solidFill>
              </a:rPr>
              <a:t>没有统一方法</a:t>
            </a:r>
            <a:endParaRPr lang="en-US" altLang="zh-CN" sz="2800" b="1" dirty="0">
              <a:solidFill>
                <a:srgbClr val="FFFF00"/>
              </a:solidFill>
            </a:endParaRPr>
          </a:p>
        </p:txBody>
      </p:sp>
      <p:sp>
        <p:nvSpPr>
          <p:cNvPr id="15" name="TextBox 14"/>
          <p:cNvSpPr txBox="1"/>
          <p:nvPr/>
        </p:nvSpPr>
        <p:spPr>
          <a:xfrm>
            <a:off x="5436096" y="4386880"/>
            <a:ext cx="3341439" cy="830997"/>
          </a:xfrm>
          <a:prstGeom prst="rect">
            <a:avLst/>
          </a:prstGeom>
          <a:noFill/>
        </p:spPr>
        <p:txBody>
          <a:bodyPr wrap="square" rtlCol="0">
            <a:spAutoFit/>
          </a:bodyPr>
          <a:lstStyle/>
          <a:p>
            <a:r>
              <a:rPr lang="zh-CN" altLang="en-US" sz="2400" b="1" dirty="0">
                <a:solidFill>
                  <a:schemeClr val="bg1"/>
                </a:solidFill>
              </a:rPr>
              <a:t>这些逆定理的证明大多假定系统的解已经得到</a:t>
            </a:r>
          </a:p>
        </p:txBody>
      </p:sp>
      <p:sp>
        <p:nvSpPr>
          <p:cNvPr id="18" name="内容占位符 2"/>
          <p:cNvSpPr txBox="1">
            <a:spLocks/>
          </p:cNvSpPr>
          <p:nvPr/>
        </p:nvSpPr>
        <p:spPr>
          <a:xfrm>
            <a:off x="395536" y="5301208"/>
            <a:ext cx="8382000" cy="1224136"/>
          </a:xfrm>
          <a:prstGeom prst="rect">
            <a:avLst/>
          </a:prstGeom>
        </p:spPr>
        <p:txBody>
          <a:bodyPr vert="horz" lIns="54864" tIns="91440" rtlCol="0">
            <a:normAutofit/>
          </a:bodyPr>
          <a:lstStyle>
            <a:lvl1pPr marL="438912" indent="-320040" algn="l" rtl="0" eaLnBrk="1" latinLnBrk="0" hangingPunct="1">
              <a:spcBef>
                <a:spcPts val="0"/>
              </a:spcBef>
              <a:buClr>
                <a:schemeClr val="accent1"/>
              </a:buClr>
              <a:buSzPct val="80000"/>
              <a:buFont typeface="Wingdings 2"/>
              <a:buChar char=""/>
              <a:defRPr kumimoji="0" sz="3200" kern="1200">
                <a:solidFill>
                  <a:schemeClr val="bg1"/>
                </a:solidFill>
                <a:latin typeface="Times New Roman" pitchFamily="18" charset="0"/>
                <a:ea typeface="+mn-ea"/>
                <a:cs typeface="Times New Roman" pitchFamily="18" charset="0"/>
              </a:defRPr>
            </a:lvl1pPr>
            <a:lvl2pPr marL="731520" indent="-274320" algn="l" rtl="0" eaLnBrk="1" latinLnBrk="0" hangingPunct="1">
              <a:spcBef>
                <a:spcPct val="20000"/>
              </a:spcBef>
              <a:buClr>
                <a:schemeClr val="accent2"/>
              </a:buClr>
              <a:buSzPct val="90000"/>
              <a:buFont typeface="Wingdings"/>
              <a:buChar char=""/>
              <a:defRPr kumimoji="0" sz="2800" kern="1200">
                <a:solidFill>
                  <a:schemeClr val="bg1"/>
                </a:solidFill>
                <a:latin typeface="Times New Roman" pitchFamily="18" charset="0"/>
                <a:ea typeface="+mn-ea"/>
                <a:cs typeface="Times New Roman" pitchFamily="18" charset="0"/>
              </a:defRPr>
            </a:lvl2pPr>
            <a:lvl3pPr marL="996696" indent="-228600" algn="l" rtl="0" eaLnBrk="1" latinLnBrk="0" hangingPunct="1">
              <a:spcBef>
                <a:spcPct val="20000"/>
              </a:spcBef>
              <a:buClr>
                <a:schemeClr val="accent3"/>
              </a:buClr>
              <a:buFont typeface="Arial"/>
              <a:buChar char="▪"/>
              <a:defRPr kumimoji="0" sz="2400" kern="1200">
                <a:solidFill>
                  <a:schemeClr val="bg1"/>
                </a:solidFill>
                <a:latin typeface="Times New Roman" pitchFamily="18" charset="0"/>
                <a:ea typeface="+mn-ea"/>
                <a:cs typeface="Times New Roman" pitchFamily="18" charset="0"/>
              </a:defRPr>
            </a:lvl3pPr>
            <a:lvl4pPr marL="1216152" indent="-182880" algn="l" rtl="0" eaLnBrk="1" latinLnBrk="0" hangingPunct="1">
              <a:spcBef>
                <a:spcPct val="20000"/>
              </a:spcBef>
              <a:buClr>
                <a:schemeClr val="accent4"/>
              </a:buClr>
              <a:buFont typeface="Arial"/>
              <a:buChar char="▪"/>
              <a:defRPr kumimoji="0" sz="2000" kern="1200">
                <a:solidFill>
                  <a:schemeClr val="bg1"/>
                </a:solidFill>
                <a:latin typeface="Times New Roman" pitchFamily="18" charset="0"/>
                <a:ea typeface="+mn-ea"/>
                <a:cs typeface="Times New Roman" pitchFamily="18" charset="0"/>
              </a:defRPr>
            </a:lvl4pPr>
            <a:lvl5pPr marL="1426464" indent="-182880" algn="l" rtl="0" eaLnBrk="1" latinLnBrk="0" hangingPunct="1">
              <a:spcBef>
                <a:spcPct val="20000"/>
              </a:spcBef>
              <a:buClr>
                <a:schemeClr val="accent5"/>
              </a:buClr>
              <a:buFont typeface="Wingdings 3"/>
              <a:buChar char=""/>
              <a:defRPr kumimoji="0" lang="en-US" sz="2000" kern="1200" smtClean="0">
                <a:solidFill>
                  <a:schemeClr val="tx1"/>
                </a:solidFill>
                <a:latin typeface="Times New Roman" pitchFamily="18" charset="0"/>
                <a:ea typeface="+mn-ea"/>
                <a:cs typeface="Times New Roman" pitchFamily="18" charset="0"/>
              </a:defRPr>
            </a:lvl5pPr>
            <a:lvl6pPr marL="1627632" indent="-182880" algn="l" rtl="0" eaLnBrk="1" latinLnBrk="0" hangingPunct="1">
              <a:spcBef>
                <a:spcPct val="20000"/>
              </a:spcBef>
              <a:buClr>
                <a:schemeClr val="accent6"/>
              </a:buClr>
              <a:buSzPct val="100000"/>
              <a:buFont typeface="Wingdings 2"/>
              <a:buChar char=""/>
              <a:defRPr kumimoji="0" sz="2000" kern="1200">
                <a:solidFill>
                  <a:schemeClr val="tx1"/>
                </a:solidFill>
                <a:latin typeface="+mn-lt"/>
                <a:ea typeface="+mn-ea"/>
                <a:cs typeface="+mn-cs"/>
              </a:defRPr>
            </a:lvl6pPr>
            <a:lvl7pPr marL="1828800" indent="-182880" algn="l" rtl="0" eaLnBrk="1" latinLnBrk="0" hangingPunct="1">
              <a:spcBef>
                <a:spcPct val="20000"/>
              </a:spcBef>
              <a:buClr>
                <a:schemeClr val="accent1"/>
              </a:buClr>
              <a:buSzPct val="100000"/>
              <a:buFont typeface="Wingdings 2"/>
              <a:buChar char=""/>
              <a:defRPr kumimoji="0" sz="1800" kern="1200">
                <a:solidFill>
                  <a:schemeClr val="tx1"/>
                </a:solidFill>
                <a:latin typeface="+mn-lt"/>
                <a:ea typeface="+mn-ea"/>
                <a:cs typeface="+mn-cs"/>
              </a:defRPr>
            </a:lvl7pPr>
            <a:lvl8pPr marL="2029968" indent="-182880" algn="l" rtl="0" eaLnBrk="1" latinLnBrk="0" hangingPunct="1">
              <a:spcBef>
                <a:spcPct val="20000"/>
              </a:spcBef>
              <a:buClr>
                <a:schemeClr val="accent2"/>
              </a:buClr>
              <a:buFont typeface="Wingdings 2" pitchFamily="18" charset="2"/>
              <a:buChar char=""/>
              <a:defRPr kumimoji="0" sz="1800" kern="1200">
                <a:solidFill>
                  <a:schemeClr val="tx1"/>
                </a:solidFill>
                <a:latin typeface="+mn-lt"/>
                <a:ea typeface="+mn-ea"/>
                <a:cs typeface="+mn-cs"/>
              </a:defRPr>
            </a:lvl8pPr>
            <a:lvl9pPr marL="2231136" indent="-182880" algn="l" rtl="0" eaLnBrk="1" latinLnBrk="0" hangingPunct="1">
              <a:spcBef>
                <a:spcPct val="20000"/>
              </a:spcBef>
              <a:buClr>
                <a:schemeClr val="accent3"/>
              </a:buClr>
              <a:buFont typeface="Wingdings 2" pitchFamily="18" charset="2"/>
              <a:buChar char=""/>
              <a:defRPr kumimoji="0" sz="1800" kern="1200" baseline="0">
                <a:solidFill>
                  <a:schemeClr val="tx1"/>
                </a:solidFill>
                <a:latin typeface="+mn-lt"/>
                <a:ea typeface="+mn-ea"/>
                <a:cs typeface="+mn-cs"/>
              </a:defRPr>
            </a:lvl9pPr>
            <a:extLst/>
          </a:lstStyle>
          <a:p>
            <a:pPr>
              <a:lnSpc>
                <a:spcPts val="4000"/>
              </a:lnSpc>
            </a:pPr>
            <a:r>
              <a:rPr lang="zh-CN" altLang="en-US" sz="2800" b="1" dirty="0"/>
              <a:t>逆定理研究的意义有：</a:t>
            </a:r>
            <a:r>
              <a:rPr lang="zh-CN" altLang="en-US" sz="2800" b="1" dirty="0">
                <a:solidFill>
                  <a:srgbClr val="FFFF00"/>
                </a:solidFill>
              </a:rPr>
              <a:t>寻找</a:t>
            </a:r>
            <a:r>
              <a:rPr lang="en-US" altLang="zh-CN" sz="2800" b="1" dirty="0" err="1">
                <a:solidFill>
                  <a:srgbClr val="FFFF00"/>
                </a:solidFill>
              </a:rPr>
              <a:t>Lyapunov</a:t>
            </a:r>
            <a:r>
              <a:rPr lang="zh-CN" altLang="en-US" sz="2800" b="1" dirty="0">
                <a:solidFill>
                  <a:srgbClr val="FFFF00"/>
                </a:solidFill>
              </a:rPr>
              <a:t>函数的希望；微分方程解的定性研究</a:t>
            </a:r>
            <a:r>
              <a:rPr lang="en-US" altLang="zh-CN" sz="2800" b="1" dirty="0">
                <a:solidFill>
                  <a:srgbClr val="FFFF00"/>
                </a:solidFill>
              </a:rPr>
              <a:t>…</a:t>
            </a:r>
          </a:p>
        </p:txBody>
      </p:sp>
      <p:sp>
        <p:nvSpPr>
          <p:cNvPr id="9" name="日期占位符 3"/>
          <p:cNvSpPr txBox="1">
            <a:spLocks/>
          </p:cNvSpPr>
          <p:nvPr/>
        </p:nvSpPr>
        <p:spPr>
          <a:xfrm>
            <a:off x="457200" y="6476999"/>
            <a:ext cx="2133600" cy="274320"/>
          </a:xfrm>
          <a:prstGeom prst="rect">
            <a:avLst/>
          </a:prstGeom>
        </p:spPr>
        <p:txBody>
          <a:bodyPr vert="horz" lIns="109728" rIns="45720" bIns="0" rtlCol="0" anchor="b"/>
          <a:lstStyle>
            <a:defPPr>
              <a:defRPr lang="zh-CN"/>
            </a:defPPr>
            <a:lvl1pPr marL="0" algn="l" defTabSz="914400" rtl="0" eaLnBrk="1" latinLnBrk="0" hangingPunct="1">
              <a:defRPr kumimoji="0" sz="1800" kern="1200">
                <a:solidFill>
                  <a:srgbClr val="FF0000"/>
                </a:solidFill>
                <a:latin typeface="Times New Roman" pitchFamily="18" charset="0"/>
                <a:ea typeface="+mn-ea"/>
                <a:cs typeface="Times New Roman" pitchFamily="18"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dirty="0"/>
          </a:p>
        </p:txBody>
      </p:sp>
    </p:spTree>
    <p:custDataLst>
      <p:tags r:id="rId1"/>
    </p:custDataLst>
    <p:extLst>
      <p:ext uri="{BB962C8B-B14F-4D97-AF65-F5344CB8AC3E}">
        <p14:creationId xmlns:p14="http://schemas.microsoft.com/office/powerpoint/2010/main" val="40280143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wipe(left)">
                                      <p:cBhvr>
                                        <p:cTn id="7" dur="5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8"/>
                                        </p:tgtEl>
                                        <p:attrNameLst>
                                          <p:attrName>style.visibility</p:attrName>
                                        </p:attrNameLst>
                                      </p:cBhvr>
                                      <p:to>
                                        <p:strVal val="visible"/>
                                      </p:to>
                                    </p:set>
                                    <p:animEffect transition="in" filter="wipe(left)">
                                      <p:cBhvr>
                                        <p:cTn id="12"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8" grpId="0"/>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B3CF463-42AA-C2C3-3E74-DEF1ADE612C6}"/>
              </a:ext>
            </a:extLst>
          </p:cNvPr>
          <p:cNvSpPr>
            <a:spLocks noGrp="1"/>
          </p:cNvSpPr>
          <p:nvPr>
            <p:ph type="title"/>
          </p:nvPr>
        </p:nvSpPr>
        <p:spPr/>
        <p:txBody>
          <a:bodyPr>
            <a:normAutofit fontScale="90000"/>
          </a:bodyPr>
          <a:lstStyle/>
          <a:p>
            <a:r>
              <a:rPr lang="en-US" altLang="zh-CN" sz="4800" dirty="0"/>
              <a:t>Lyapunov</a:t>
            </a:r>
            <a:r>
              <a:rPr lang="zh-CN" altLang="en-US" sz="4800" dirty="0"/>
              <a:t>函数的构造例：四元数</a:t>
            </a:r>
            <a:endParaRPr lang="zh-CN" altLang="en-US" dirty="0"/>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EE60A45A-BDD7-288A-1F0E-DFDA4453C20A}"/>
                  </a:ext>
                </a:extLst>
              </p:cNvPr>
              <p:cNvSpPr>
                <a:spLocks noGrp="1"/>
              </p:cNvSpPr>
              <p:nvPr>
                <p:ph idx="1"/>
              </p:nvPr>
            </p:nvSpPr>
            <p:spPr>
              <a:xfrm>
                <a:off x="457200" y="1196752"/>
                <a:ext cx="8229600" cy="5112568"/>
              </a:xfrm>
            </p:spPr>
            <p:txBody>
              <a:bodyPr>
                <a:normAutofit fontScale="85000" lnSpcReduction="10000"/>
              </a:bodyPr>
              <a:lstStyle/>
              <a:p>
                <a:pPr>
                  <a:lnSpc>
                    <a:spcPct val="150000"/>
                  </a:lnSpc>
                </a:pPr>
                <a:r>
                  <a:rPr lang="zh-CN" altLang="en-US" dirty="0"/>
                  <a:t>使用四元数描述卫星姿态：</a:t>
                </a:r>
                <a:endParaRPr lang="en-US" altLang="zh-CN" dirty="0"/>
              </a:p>
              <a:p>
                <a:pPr marL="118872" indent="0">
                  <a:buNone/>
                </a:pPr>
                <a14:m>
                  <m:oMathPara xmlns:m="http://schemas.openxmlformats.org/officeDocument/2006/math">
                    <m:oMathParaPr>
                      <m:jc m:val="centerGroup"/>
                    </m:oMathParaPr>
                    <m:oMath xmlns:m="http://schemas.openxmlformats.org/officeDocument/2006/math">
                      <m:acc>
                        <m:accPr>
                          <m:chr m:val="̇"/>
                          <m:ctrlPr>
                            <a:rPr lang="en-US" altLang="zh-CN" i="1">
                              <a:latin typeface="Cambria Math" panose="02040503050406030204" pitchFamily="18" charset="0"/>
                            </a:rPr>
                          </m:ctrlPr>
                        </m:accPr>
                        <m:e>
                          <m:r>
                            <a:rPr lang="en-US" altLang="zh-CN" i="1">
                              <a:latin typeface="Cambria Math" panose="02040503050406030204" pitchFamily="18" charset="0"/>
                            </a:rPr>
                            <m:t>𝑞</m:t>
                          </m:r>
                        </m:e>
                      </m:acc>
                      <m:r>
                        <a:rPr lang="zh-CN" altLang="en-US" i="1">
                          <a:latin typeface="Cambria Math" panose="02040503050406030204" pitchFamily="18" charset="0"/>
                        </a:rPr>
                        <m:t>=</m:t>
                      </m:r>
                      <m:d>
                        <m:dPr>
                          <m:begChr m:val="["/>
                          <m:endChr m:val="]"/>
                          <m:ctrlPr>
                            <a:rPr lang="en-US" altLang="zh-CN" i="1">
                              <a:latin typeface="Cambria Math" panose="02040503050406030204" pitchFamily="18" charset="0"/>
                            </a:rPr>
                          </m:ctrlPr>
                        </m:dPr>
                        <m:e>
                          <m:m>
                            <m:mPr>
                              <m:mcs>
                                <m:mc>
                                  <m:mcPr>
                                    <m:count m:val="1"/>
                                    <m:mcJc m:val="center"/>
                                  </m:mcPr>
                                </m:mc>
                              </m:mcs>
                              <m:ctrlPr>
                                <a:rPr lang="en-US" altLang="zh-CN" i="1">
                                  <a:latin typeface="Cambria Math" panose="02040503050406030204" pitchFamily="18" charset="0"/>
                                </a:rPr>
                              </m:ctrlPr>
                            </m:mPr>
                            <m:mr>
                              <m:e>
                                <m:acc>
                                  <m:accPr>
                                    <m:chr m:val="̇"/>
                                    <m:ctrlPr>
                                      <a:rPr lang="en-US" altLang="zh-CN" i="1">
                                        <a:latin typeface="Cambria Math" panose="02040503050406030204" pitchFamily="18" charset="0"/>
                                      </a:rPr>
                                    </m:ctrlPr>
                                  </m:accPr>
                                  <m:e>
                                    <m:acc>
                                      <m:accPr>
                                        <m:chr m:val="̅"/>
                                        <m:ctrlPr>
                                          <a:rPr lang="en-US" altLang="zh-CN" i="1">
                                            <a:latin typeface="Cambria Math" panose="02040503050406030204" pitchFamily="18" charset="0"/>
                                          </a:rPr>
                                        </m:ctrlPr>
                                      </m:accPr>
                                      <m:e>
                                        <m:r>
                                          <a:rPr lang="en-US" altLang="zh-CN" i="1">
                                            <a:latin typeface="Cambria Math" panose="02040503050406030204" pitchFamily="18" charset="0"/>
                                          </a:rPr>
                                          <m:t>𝑞</m:t>
                                        </m:r>
                                      </m:e>
                                    </m:acc>
                                  </m:e>
                                </m:acc>
                              </m:e>
                            </m:mr>
                            <m:mr>
                              <m:e>
                                <m:acc>
                                  <m:accPr>
                                    <m:chr m:val="̇"/>
                                    <m:ctrlPr>
                                      <a:rPr lang="en-US" altLang="zh-CN" i="1">
                                        <a:latin typeface="Cambria Math" panose="02040503050406030204" pitchFamily="18" charset="0"/>
                                      </a:rPr>
                                    </m:ctrlPr>
                                  </m:accPr>
                                  <m:e>
                                    <m:acc>
                                      <m:accPr>
                                        <m:chr m:val="̂"/>
                                        <m:ctrlPr>
                                          <a:rPr lang="en-US" altLang="zh-CN" i="1">
                                            <a:latin typeface="Cambria Math" panose="02040503050406030204" pitchFamily="18" charset="0"/>
                                          </a:rPr>
                                        </m:ctrlPr>
                                      </m:accPr>
                                      <m:e>
                                        <m:r>
                                          <a:rPr lang="en-US" altLang="zh-CN" i="1">
                                            <a:latin typeface="Cambria Math" panose="02040503050406030204" pitchFamily="18" charset="0"/>
                                          </a:rPr>
                                          <m:t>𝑞</m:t>
                                        </m:r>
                                      </m:e>
                                    </m:acc>
                                  </m:e>
                                </m:acc>
                              </m:e>
                            </m:mr>
                          </m:m>
                        </m:e>
                      </m:d>
                      <m:r>
                        <a:rPr lang="en-US" altLang="zh-CN" i="1">
                          <a:latin typeface="Cambria Math" panose="02040503050406030204" pitchFamily="18" charset="0"/>
                        </a:rPr>
                        <m:t>=</m:t>
                      </m:r>
                      <m:f>
                        <m:fPr>
                          <m:ctrlPr>
                            <a:rPr lang="en-US" altLang="zh-CN" i="1">
                              <a:latin typeface="Cambria Math" panose="02040503050406030204" pitchFamily="18" charset="0"/>
                            </a:rPr>
                          </m:ctrlPr>
                        </m:fPr>
                        <m:num>
                          <m:r>
                            <a:rPr lang="en-US" altLang="zh-CN" i="1">
                              <a:latin typeface="Cambria Math" panose="02040503050406030204" pitchFamily="18" charset="0"/>
                            </a:rPr>
                            <m:t>1</m:t>
                          </m:r>
                        </m:num>
                        <m:den>
                          <m:r>
                            <a:rPr lang="en-US" altLang="zh-CN" i="1">
                              <a:latin typeface="Cambria Math" panose="02040503050406030204" pitchFamily="18" charset="0"/>
                            </a:rPr>
                            <m:t>2</m:t>
                          </m:r>
                        </m:den>
                      </m:f>
                      <m:d>
                        <m:dPr>
                          <m:begChr m:val="["/>
                          <m:endChr m:val="]"/>
                          <m:ctrlPr>
                            <a:rPr lang="en-US" altLang="zh-CN" i="1">
                              <a:latin typeface="Cambria Math" panose="02040503050406030204" pitchFamily="18" charset="0"/>
                            </a:rPr>
                          </m:ctrlPr>
                        </m:dPr>
                        <m:e>
                          <m:m>
                            <m:mPr>
                              <m:mcs>
                                <m:mc>
                                  <m:mcPr>
                                    <m:count m:val="1"/>
                                    <m:mcJc m:val="center"/>
                                  </m:mcPr>
                                </m:mc>
                              </m:mcs>
                              <m:ctrlPr>
                                <a:rPr lang="en-US" altLang="zh-CN" i="1">
                                  <a:latin typeface="Cambria Math" panose="02040503050406030204" pitchFamily="18" charset="0"/>
                                </a:rPr>
                              </m:ctrlPr>
                            </m:mPr>
                            <m:mr>
                              <m:e>
                                <m:r>
                                  <m:rPr>
                                    <m:brk m:alnAt="7"/>
                                  </m:rPr>
                                  <a:rPr lang="en-US" altLang="zh-CN" i="1">
                                    <a:latin typeface="Cambria Math" panose="02040503050406030204" pitchFamily="18" charset="0"/>
                                  </a:rPr>
                                  <m:t>−</m:t>
                                </m:r>
                                <m:sSup>
                                  <m:sSupPr>
                                    <m:ctrlPr>
                                      <a:rPr lang="en-US" altLang="zh-CN" i="1">
                                        <a:latin typeface="Cambria Math" panose="02040503050406030204" pitchFamily="18" charset="0"/>
                                      </a:rPr>
                                    </m:ctrlPr>
                                  </m:sSupPr>
                                  <m:e>
                                    <m:acc>
                                      <m:accPr>
                                        <m:chr m:val="̅"/>
                                        <m:ctrlPr>
                                          <a:rPr lang="en-US" altLang="zh-CN" i="1">
                                            <a:latin typeface="Cambria Math" panose="02040503050406030204" pitchFamily="18" charset="0"/>
                                          </a:rPr>
                                        </m:ctrlPr>
                                      </m:accPr>
                                      <m:e>
                                        <m:r>
                                          <a:rPr lang="en-US" altLang="zh-CN" i="1">
                                            <a:latin typeface="Cambria Math" panose="02040503050406030204" pitchFamily="18" charset="0"/>
                                          </a:rPr>
                                          <m:t>𝑞</m:t>
                                        </m:r>
                                      </m:e>
                                    </m:acc>
                                  </m:e>
                                  <m:sup>
                                    <m:r>
                                      <m:rPr>
                                        <m:sty m:val="p"/>
                                      </m:rPr>
                                      <a:rPr lang="en-US" altLang="zh-CN" i="1">
                                        <a:latin typeface="Cambria Math" panose="02040503050406030204" pitchFamily="18" charset="0"/>
                                      </a:rPr>
                                      <m:t>T</m:t>
                                    </m:r>
                                  </m:sup>
                                </m:sSup>
                              </m:e>
                            </m:mr>
                            <m:mr>
                              <m:e>
                                <m:acc>
                                  <m:accPr>
                                    <m:chr m:val="̅"/>
                                    <m:ctrlPr>
                                      <a:rPr lang="en-US" altLang="zh-CN" i="1">
                                        <a:latin typeface="Cambria Math" panose="02040503050406030204" pitchFamily="18" charset="0"/>
                                      </a:rPr>
                                    </m:ctrlPr>
                                  </m:accPr>
                                  <m:e>
                                    <m:r>
                                      <a:rPr lang="en-US" altLang="zh-CN" i="1">
                                        <a:latin typeface="Cambria Math" panose="02040503050406030204" pitchFamily="18" charset="0"/>
                                      </a:rPr>
                                      <m:t>𝑞</m:t>
                                    </m:r>
                                  </m:e>
                                </m:acc>
                                <m:sSub>
                                  <m:sSubPr>
                                    <m:ctrlPr>
                                      <a:rPr lang="en-US" altLang="zh-CN" i="1">
                                        <a:latin typeface="Cambria Math" panose="02040503050406030204" pitchFamily="18" charset="0"/>
                                      </a:rPr>
                                    </m:ctrlPr>
                                  </m:sSubPr>
                                  <m:e>
                                    <m:r>
                                      <a:rPr lang="en-US" altLang="zh-CN" i="1">
                                        <a:latin typeface="Cambria Math" panose="02040503050406030204" pitchFamily="18" charset="0"/>
                                      </a:rPr>
                                      <m:t>𝐼</m:t>
                                    </m:r>
                                  </m:e>
                                  <m:sub>
                                    <m:r>
                                      <a:rPr lang="en-US" altLang="zh-CN" i="1">
                                        <a:latin typeface="Cambria Math" panose="02040503050406030204" pitchFamily="18" charset="0"/>
                                      </a:rPr>
                                      <m:t>3</m:t>
                                    </m:r>
                                    <m:r>
                                      <a:rPr lang="en-US" altLang="zh-CN" i="1">
                                        <a:latin typeface="Cambria Math" panose="02040503050406030204" pitchFamily="18" charset="0"/>
                                        <a:ea typeface="Cambria Math" panose="02040503050406030204" pitchFamily="18" charset="0"/>
                                      </a:rPr>
                                      <m:t>×3</m:t>
                                    </m:r>
                                  </m:sub>
                                </m:sSub>
                                <m:r>
                                  <a:rPr lang="en-US" altLang="zh-CN" i="1">
                                    <a:latin typeface="Cambria Math" panose="02040503050406030204" pitchFamily="18" charset="0"/>
                                  </a:rPr>
                                  <m:t>+</m:t>
                                </m:r>
                                <m:sSup>
                                  <m:sSupPr>
                                    <m:ctrlPr>
                                      <a:rPr lang="en-US" altLang="zh-CN" i="1">
                                        <a:latin typeface="Cambria Math" panose="02040503050406030204" pitchFamily="18" charset="0"/>
                                      </a:rPr>
                                    </m:ctrlPr>
                                  </m:sSupPr>
                                  <m:e>
                                    <m:acc>
                                      <m:accPr>
                                        <m:chr m:val="̂"/>
                                        <m:ctrlPr>
                                          <a:rPr lang="en-US" altLang="zh-CN" i="1">
                                            <a:latin typeface="Cambria Math" panose="02040503050406030204" pitchFamily="18" charset="0"/>
                                          </a:rPr>
                                        </m:ctrlPr>
                                      </m:accPr>
                                      <m:e>
                                        <m:r>
                                          <a:rPr lang="en-US" altLang="zh-CN" i="1">
                                            <a:latin typeface="Cambria Math" panose="02040503050406030204" pitchFamily="18" charset="0"/>
                                          </a:rPr>
                                          <m:t>𝑞</m:t>
                                        </m:r>
                                      </m:e>
                                    </m:acc>
                                  </m:e>
                                  <m:sup>
                                    <m:r>
                                      <a:rPr lang="en-US" altLang="zh-CN" i="1">
                                        <a:latin typeface="Cambria Math" panose="02040503050406030204" pitchFamily="18" charset="0"/>
                                        <a:ea typeface="Cambria Math" panose="02040503050406030204" pitchFamily="18" charset="0"/>
                                      </a:rPr>
                                      <m:t>×</m:t>
                                    </m:r>
                                  </m:sup>
                                </m:sSup>
                              </m:e>
                            </m:mr>
                          </m:m>
                        </m:e>
                      </m:d>
                      <m:r>
                        <a:rPr lang="zh-CN" altLang="en-US" i="1">
                          <a:latin typeface="Cambria Math" panose="02040503050406030204" pitchFamily="18" charset="0"/>
                        </a:rPr>
                        <m:t>𝜔</m:t>
                      </m:r>
                    </m:oMath>
                  </m:oMathPara>
                </a14:m>
                <a:endParaRPr lang="en-US" altLang="zh-CN" dirty="0"/>
              </a:p>
              <a:p>
                <a:pPr>
                  <a:lnSpc>
                    <a:spcPct val="150000"/>
                  </a:lnSpc>
                </a:pPr>
                <a:r>
                  <a:rPr lang="zh-CN" altLang="en-US" dirty="0"/>
                  <a:t>四元数可由欧拉轴</a:t>
                </a:r>
                <a14:m>
                  <m:oMath xmlns:m="http://schemas.openxmlformats.org/officeDocument/2006/math">
                    <m:r>
                      <a:rPr lang="en-US" altLang="zh-CN" i="1">
                        <a:latin typeface="Cambria Math" panose="02040503050406030204" pitchFamily="18" charset="0"/>
                      </a:rPr>
                      <m:t>𝑒</m:t>
                    </m:r>
                  </m:oMath>
                </a14:m>
                <a:r>
                  <a:rPr lang="zh-CN" altLang="en-US" dirty="0"/>
                  <a:t>、角</a:t>
                </a:r>
                <a14:m>
                  <m:oMath xmlns:m="http://schemas.openxmlformats.org/officeDocument/2006/math">
                    <m:r>
                      <a:rPr lang="zh-CN" altLang="en-US" i="1">
                        <a:latin typeface="Cambria Math" panose="02040503050406030204" pitchFamily="18" charset="0"/>
                      </a:rPr>
                      <m:t>𝜙</m:t>
                    </m:r>
                  </m:oMath>
                </a14:m>
                <a:r>
                  <a:rPr lang="zh-CN" altLang="en-US" dirty="0"/>
                  <a:t>定义：</a:t>
                </a:r>
                <a:endParaRPr lang="en-US" altLang="zh-CN" dirty="0"/>
              </a:p>
              <a:p>
                <a:pPr marL="118872" indent="0">
                  <a:buNone/>
                </a:pPr>
                <a14:m>
                  <m:oMathPara xmlns:m="http://schemas.openxmlformats.org/officeDocument/2006/math">
                    <m:oMathParaPr>
                      <m:jc m:val="centerGroup"/>
                    </m:oMathParaPr>
                    <m:oMath xmlns:m="http://schemas.openxmlformats.org/officeDocument/2006/math">
                      <m:r>
                        <a:rPr lang="en-US" altLang="zh-CN" i="1">
                          <a:latin typeface="Cambria Math" panose="02040503050406030204" pitchFamily="18" charset="0"/>
                        </a:rPr>
                        <m:t>𝑞</m:t>
                      </m:r>
                      <m:r>
                        <a:rPr lang="en-US" altLang="zh-CN" i="1">
                          <a:latin typeface="Cambria Math" panose="02040503050406030204" pitchFamily="18" charset="0"/>
                        </a:rPr>
                        <m:t>=</m:t>
                      </m:r>
                      <m:d>
                        <m:dPr>
                          <m:begChr m:val="["/>
                          <m:endChr m:val="]"/>
                          <m:ctrlPr>
                            <a:rPr lang="en-US" altLang="zh-CN" i="1">
                              <a:latin typeface="Cambria Math" panose="02040503050406030204" pitchFamily="18" charset="0"/>
                            </a:rPr>
                          </m:ctrlPr>
                        </m:dPr>
                        <m:e>
                          <m:m>
                            <m:mPr>
                              <m:mcs>
                                <m:mc>
                                  <m:mcPr>
                                    <m:count m:val="1"/>
                                    <m:mcJc m:val="center"/>
                                  </m:mcPr>
                                </m:mc>
                              </m:mcs>
                              <m:ctrlPr>
                                <a:rPr lang="en-US" altLang="zh-CN" i="1">
                                  <a:latin typeface="Cambria Math" panose="02040503050406030204" pitchFamily="18" charset="0"/>
                                </a:rPr>
                              </m:ctrlPr>
                            </m:mPr>
                            <m:mr>
                              <m:e>
                                <m:acc>
                                  <m:accPr>
                                    <m:chr m:val="̅"/>
                                    <m:ctrlPr>
                                      <a:rPr lang="en-US" altLang="zh-CN" i="1">
                                        <a:latin typeface="Cambria Math" panose="02040503050406030204" pitchFamily="18" charset="0"/>
                                      </a:rPr>
                                    </m:ctrlPr>
                                  </m:accPr>
                                  <m:e>
                                    <m:r>
                                      <a:rPr lang="en-US" altLang="zh-CN" i="1">
                                        <a:latin typeface="Cambria Math" panose="02040503050406030204" pitchFamily="18" charset="0"/>
                                      </a:rPr>
                                      <m:t>𝑞</m:t>
                                    </m:r>
                                  </m:e>
                                </m:acc>
                              </m:e>
                            </m:mr>
                            <m:mr>
                              <m:e>
                                <m:acc>
                                  <m:accPr>
                                    <m:chr m:val="̂"/>
                                    <m:ctrlPr>
                                      <a:rPr lang="en-US" altLang="zh-CN" i="1">
                                        <a:latin typeface="Cambria Math" panose="02040503050406030204" pitchFamily="18" charset="0"/>
                                      </a:rPr>
                                    </m:ctrlPr>
                                  </m:accPr>
                                  <m:e>
                                    <m:r>
                                      <a:rPr lang="en-US" altLang="zh-CN" i="1">
                                        <a:latin typeface="Cambria Math" panose="02040503050406030204" pitchFamily="18" charset="0"/>
                                      </a:rPr>
                                      <m:t>𝑞</m:t>
                                    </m:r>
                                  </m:e>
                                </m:acc>
                              </m:e>
                            </m:mr>
                          </m:m>
                        </m:e>
                      </m:d>
                      <m:r>
                        <a:rPr lang="en-US" altLang="zh-CN" i="1">
                          <a:latin typeface="Cambria Math" panose="02040503050406030204" pitchFamily="18" charset="0"/>
                        </a:rPr>
                        <m:t>=</m:t>
                      </m:r>
                      <m:d>
                        <m:dPr>
                          <m:begChr m:val="["/>
                          <m:endChr m:val="]"/>
                          <m:ctrlPr>
                            <a:rPr lang="en-US" altLang="zh-CN" i="1">
                              <a:latin typeface="Cambria Math" panose="02040503050406030204" pitchFamily="18" charset="0"/>
                            </a:rPr>
                          </m:ctrlPr>
                        </m:dPr>
                        <m:e>
                          <m:m>
                            <m:mPr>
                              <m:mcs>
                                <m:mc>
                                  <m:mcPr>
                                    <m:count m:val="1"/>
                                    <m:mcJc m:val="center"/>
                                  </m:mcPr>
                                </m:mc>
                              </m:mcs>
                              <m:ctrlPr>
                                <a:rPr lang="en-US" altLang="zh-CN" i="1">
                                  <a:latin typeface="Cambria Math" panose="02040503050406030204" pitchFamily="18" charset="0"/>
                                </a:rPr>
                              </m:ctrlPr>
                            </m:mPr>
                            <m:mr>
                              <m:e>
                                <m:func>
                                  <m:funcPr>
                                    <m:ctrlPr>
                                      <a:rPr lang="en-US" altLang="zh-CN" i="1">
                                        <a:latin typeface="Cambria Math" panose="02040503050406030204" pitchFamily="18" charset="0"/>
                                      </a:rPr>
                                    </m:ctrlPr>
                                  </m:funcPr>
                                  <m:fName>
                                    <m:r>
                                      <m:rPr>
                                        <m:sty m:val="p"/>
                                        <m:brk m:alnAt="7"/>
                                      </m:rPr>
                                      <a:rPr lang="en-US" altLang="zh-CN">
                                        <a:latin typeface="Cambria Math" panose="02040503050406030204" pitchFamily="18" charset="0"/>
                                      </a:rPr>
                                      <m:t>c</m:t>
                                    </m:r>
                                    <m:r>
                                      <m:rPr>
                                        <m:sty m:val="p"/>
                                      </m:rPr>
                                      <a:rPr lang="en-US" altLang="zh-CN">
                                        <a:latin typeface="Cambria Math" panose="02040503050406030204" pitchFamily="18" charset="0"/>
                                      </a:rPr>
                                      <m:t>os</m:t>
                                    </m:r>
                                  </m:fName>
                                  <m:e>
                                    <m:f>
                                      <m:fPr>
                                        <m:ctrlPr>
                                          <a:rPr lang="en-US" altLang="zh-CN" i="1">
                                            <a:latin typeface="Cambria Math" panose="02040503050406030204" pitchFamily="18" charset="0"/>
                                          </a:rPr>
                                        </m:ctrlPr>
                                      </m:fPr>
                                      <m:num>
                                        <m:r>
                                          <a:rPr lang="zh-CN" altLang="en-US" i="1">
                                            <a:latin typeface="Cambria Math" panose="02040503050406030204" pitchFamily="18" charset="0"/>
                                          </a:rPr>
                                          <m:t>𝜙</m:t>
                                        </m:r>
                                      </m:num>
                                      <m:den>
                                        <m:r>
                                          <a:rPr lang="en-US" altLang="zh-CN" i="1">
                                            <a:latin typeface="Cambria Math" panose="02040503050406030204" pitchFamily="18" charset="0"/>
                                          </a:rPr>
                                          <m:t>2</m:t>
                                        </m:r>
                                      </m:den>
                                    </m:f>
                                  </m:e>
                                </m:func>
                              </m:e>
                            </m:mr>
                            <m:mr>
                              <m:e>
                                <m:r>
                                  <a:rPr lang="en-US" altLang="zh-CN" i="1">
                                    <a:latin typeface="Cambria Math" panose="02040503050406030204" pitchFamily="18" charset="0"/>
                                  </a:rPr>
                                  <m:t>𝑒</m:t>
                                </m:r>
                                <m:func>
                                  <m:funcPr>
                                    <m:ctrlPr>
                                      <a:rPr lang="en-US" altLang="zh-CN" i="1">
                                        <a:latin typeface="Cambria Math" panose="02040503050406030204" pitchFamily="18" charset="0"/>
                                      </a:rPr>
                                    </m:ctrlPr>
                                  </m:funcPr>
                                  <m:fName>
                                    <m:r>
                                      <m:rPr>
                                        <m:sty m:val="p"/>
                                      </m:rPr>
                                      <a:rPr lang="en-US" altLang="zh-CN">
                                        <a:latin typeface="Cambria Math" panose="02040503050406030204" pitchFamily="18" charset="0"/>
                                      </a:rPr>
                                      <m:t>sin</m:t>
                                    </m:r>
                                  </m:fName>
                                  <m:e>
                                    <m:f>
                                      <m:fPr>
                                        <m:ctrlPr>
                                          <a:rPr lang="en-US" altLang="zh-CN" i="1">
                                            <a:latin typeface="Cambria Math" panose="02040503050406030204" pitchFamily="18" charset="0"/>
                                          </a:rPr>
                                        </m:ctrlPr>
                                      </m:fPr>
                                      <m:num>
                                        <m:r>
                                          <a:rPr lang="zh-CN" altLang="en-US" i="1">
                                            <a:latin typeface="Cambria Math" panose="02040503050406030204" pitchFamily="18" charset="0"/>
                                          </a:rPr>
                                          <m:t>𝜙</m:t>
                                        </m:r>
                                      </m:num>
                                      <m:den>
                                        <m:r>
                                          <a:rPr lang="en-US" altLang="zh-CN" i="1">
                                            <a:latin typeface="Cambria Math" panose="02040503050406030204" pitchFamily="18" charset="0"/>
                                          </a:rPr>
                                          <m:t>2</m:t>
                                        </m:r>
                                      </m:den>
                                    </m:f>
                                  </m:e>
                                </m:func>
                              </m:e>
                            </m:mr>
                          </m:m>
                        </m:e>
                      </m:d>
                    </m:oMath>
                  </m:oMathPara>
                </a14:m>
                <a:endParaRPr lang="en-US" altLang="zh-CN" dirty="0"/>
              </a:p>
              <a:p>
                <a:pPr marL="118872" indent="0">
                  <a:lnSpc>
                    <a:spcPct val="160000"/>
                  </a:lnSpc>
                  <a:buNone/>
                </a:pPr>
                <a:r>
                  <a:rPr lang="zh-CN" altLang="en-US" dirty="0"/>
                  <a:t>满足约束：</a:t>
                </a:r>
                <a14:m>
                  <m:oMath xmlns:m="http://schemas.openxmlformats.org/officeDocument/2006/math">
                    <m:sSup>
                      <m:sSupPr>
                        <m:ctrlPr>
                          <a:rPr lang="en-US" altLang="zh-CN" i="1">
                            <a:latin typeface="Cambria Math" panose="02040503050406030204" pitchFamily="18" charset="0"/>
                          </a:rPr>
                        </m:ctrlPr>
                      </m:sSupPr>
                      <m:e>
                        <m:acc>
                          <m:accPr>
                            <m:chr m:val="̅"/>
                            <m:ctrlPr>
                              <a:rPr lang="en-US" altLang="zh-CN" i="1">
                                <a:latin typeface="Cambria Math" panose="02040503050406030204" pitchFamily="18" charset="0"/>
                              </a:rPr>
                            </m:ctrlPr>
                          </m:accPr>
                          <m:e>
                            <m:r>
                              <a:rPr lang="en-US" altLang="zh-CN" i="1">
                                <a:latin typeface="Cambria Math" panose="02040503050406030204" pitchFamily="18" charset="0"/>
                              </a:rPr>
                              <m:t>𝑞</m:t>
                            </m:r>
                          </m:e>
                        </m:acc>
                      </m:e>
                      <m:sup>
                        <m:r>
                          <a:rPr lang="en-US" altLang="zh-CN" i="1">
                            <a:latin typeface="Cambria Math" panose="02040503050406030204" pitchFamily="18" charset="0"/>
                          </a:rPr>
                          <m:t>2</m:t>
                        </m:r>
                      </m:sup>
                    </m:sSup>
                    <m:r>
                      <a:rPr lang="en-US" altLang="zh-CN" i="1">
                        <a:latin typeface="Cambria Math" panose="02040503050406030204" pitchFamily="18" charset="0"/>
                      </a:rPr>
                      <m:t>+</m:t>
                    </m:r>
                    <m:sSup>
                      <m:sSupPr>
                        <m:ctrlPr>
                          <a:rPr lang="en-US" altLang="zh-CN" i="1">
                            <a:latin typeface="Cambria Math" panose="02040503050406030204" pitchFamily="18" charset="0"/>
                          </a:rPr>
                        </m:ctrlPr>
                      </m:sSupPr>
                      <m:e>
                        <m:acc>
                          <m:accPr>
                            <m:chr m:val="̂"/>
                            <m:ctrlPr>
                              <a:rPr lang="en-US" altLang="zh-CN" i="1">
                                <a:latin typeface="Cambria Math" panose="02040503050406030204" pitchFamily="18" charset="0"/>
                              </a:rPr>
                            </m:ctrlPr>
                          </m:accPr>
                          <m:e>
                            <m:r>
                              <a:rPr lang="en-US" altLang="zh-CN" i="1">
                                <a:latin typeface="Cambria Math" panose="02040503050406030204" pitchFamily="18" charset="0"/>
                              </a:rPr>
                              <m:t>𝑞</m:t>
                            </m:r>
                          </m:e>
                        </m:acc>
                      </m:e>
                      <m:sup>
                        <m:r>
                          <m:rPr>
                            <m:sty m:val="p"/>
                          </m:rPr>
                          <a:rPr lang="en-US" altLang="zh-CN" i="1">
                            <a:latin typeface="Cambria Math" panose="02040503050406030204" pitchFamily="18" charset="0"/>
                          </a:rPr>
                          <m:t>T</m:t>
                        </m:r>
                      </m:sup>
                    </m:sSup>
                    <m:acc>
                      <m:accPr>
                        <m:chr m:val="̂"/>
                        <m:ctrlPr>
                          <a:rPr lang="en-US" altLang="zh-CN" i="1">
                            <a:latin typeface="Cambria Math" panose="02040503050406030204" pitchFamily="18" charset="0"/>
                          </a:rPr>
                        </m:ctrlPr>
                      </m:accPr>
                      <m:e>
                        <m:r>
                          <a:rPr lang="en-US" altLang="zh-CN" i="1">
                            <a:latin typeface="Cambria Math" panose="02040503050406030204" pitchFamily="18" charset="0"/>
                          </a:rPr>
                          <m:t>𝑞</m:t>
                        </m:r>
                      </m:e>
                    </m:acc>
                    <m:r>
                      <a:rPr lang="en-US" altLang="zh-CN" i="1">
                        <a:latin typeface="Cambria Math" panose="02040503050406030204" pitchFamily="18" charset="0"/>
                      </a:rPr>
                      <m:t>=1</m:t>
                    </m:r>
                  </m:oMath>
                </a14:m>
                <a:endParaRPr lang="en-US" altLang="zh-CN" dirty="0"/>
              </a:p>
              <a:p>
                <a:pPr>
                  <a:lnSpc>
                    <a:spcPct val="160000"/>
                  </a:lnSpc>
                </a:pPr>
                <a:r>
                  <a:rPr lang="zh-CN" altLang="en-US" dirty="0"/>
                  <a:t>讨论其稳定性？备选</a:t>
                </a:r>
                <a:r>
                  <a:rPr lang="en-US" altLang="zh-CN" dirty="0"/>
                  <a:t>Lyapunov</a:t>
                </a:r>
                <a:r>
                  <a:rPr lang="zh-CN" altLang="en-US" dirty="0"/>
                  <a:t>函数取？</a:t>
                </a:r>
              </a:p>
            </p:txBody>
          </p:sp>
        </mc:Choice>
        <mc:Fallback xmlns="">
          <p:sp>
            <p:nvSpPr>
              <p:cNvPr id="3" name="内容占位符 2">
                <a:extLst>
                  <a:ext uri="{FF2B5EF4-FFF2-40B4-BE49-F238E27FC236}">
                    <a16:creationId xmlns:a16="http://schemas.microsoft.com/office/drawing/2014/main" id="{EE60A45A-BDD7-288A-1F0E-DFDA4453C20A}"/>
                  </a:ext>
                </a:extLst>
              </p:cNvPr>
              <p:cNvSpPr>
                <a:spLocks noGrp="1" noRot="1" noChangeAspect="1" noMove="1" noResize="1" noEditPoints="1" noAdjustHandles="1" noChangeArrowheads="1" noChangeShapeType="1" noTextEdit="1"/>
              </p:cNvSpPr>
              <p:nvPr>
                <p:ph idx="1"/>
              </p:nvPr>
            </p:nvSpPr>
            <p:spPr>
              <a:xfrm>
                <a:off x="457200" y="1196752"/>
                <a:ext cx="8229600" cy="5112568"/>
              </a:xfrm>
              <a:blipFill>
                <a:blip r:embed="rId2"/>
                <a:stretch>
                  <a:fillRect l="-444" b="-954"/>
                </a:stretch>
              </a:blipFill>
            </p:spPr>
            <p:txBody>
              <a:bodyPr/>
              <a:lstStyle/>
              <a:p>
                <a:r>
                  <a:rPr lang="zh-CN" altLang="en-US">
                    <a:noFill/>
                  </a:rPr>
                  <a:t> </a:t>
                </a:r>
              </a:p>
            </p:txBody>
          </p:sp>
        </mc:Fallback>
      </mc:AlternateContent>
      <p:sp>
        <p:nvSpPr>
          <p:cNvPr id="4" name="页脚占位符 3">
            <a:extLst>
              <a:ext uri="{FF2B5EF4-FFF2-40B4-BE49-F238E27FC236}">
                <a16:creationId xmlns:a16="http://schemas.microsoft.com/office/drawing/2014/main" id="{9C5CA9EC-479B-BC09-2A1E-AB4266CF9263}"/>
              </a:ext>
            </a:extLst>
          </p:cNvPr>
          <p:cNvSpPr>
            <a:spLocks noGrp="1"/>
          </p:cNvSpPr>
          <p:nvPr>
            <p:ph type="ftr" sz="quarter" idx="11"/>
          </p:nvPr>
        </p:nvSpPr>
        <p:spPr/>
        <p:txBody>
          <a:bodyPr/>
          <a:lstStyle/>
          <a:p>
            <a:endParaRPr lang="zh-CN" altLang="en-US" dirty="0"/>
          </a:p>
        </p:txBody>
      </p:sp>
      <p:sp>
        <p:nvSpPr>
          <p:cNvPr id="5" name="灯片编号占位符 4">
            <a:extLst>
              <a:ext uri="{FF2B5EF4-FFF2-40B4-BE49-F238E27FC236}">
                <a16:creationId xmlns:a16="http://schemas.microsoft.com/office/drawing/2014/main" id="{60CFA626-2206-306A-8007-B72C2938CB3A}"/>
              </a:ext>
            </a:extLst>
          </p:cNvPr>
          <p:cNvSpPr>
            <a:spLocks noGrp="1"/>
          </p:cNvSpPr>
          <p:nvPr>
            <p:ph type="sldNum" sz="quarter" idx="12"/>
          </p:nvPr>
        </p:nvSpPr>
        <p:spPr/>
        <p:txBody>
          <a:bodyPr/>
          <a:lstStyle/>
          <a:p>
            <a:fld id="{58C210BB-F110-452C-89E7-9EA0A8D47DCE}" type="slidenum">
              <a:rPr lang="zh-CN" altLang="en-US" smtClean="0"/>
              <a:pPr/>
              <a:t>47</a:t>
            </a:fld>
            <a:endParaRPr lang="zh-CN" altLang="en-US" dirty="0"/>
          </a:p>
        </p:txBody>
      </p:sp>
    </p:spTree>
    <p:extLst>
      <p:ext uri="{BB962C8B-B14F-4D97-AF65-F5344CB8AC3E}">
        <p14:creationId xmlns:p14="http://schemas.microsoft.com/office/powerpoint/2010/main" val="1642843210"/>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355B3B-8EB1-E17C-FAD3-17CA96CB00EC}"/>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BC2D010D-2E2F-E6CB-C104-1F5E4E932B70}"/>
              </a:ext>
            </a:extLst>
          </p:cNvPr>
          <p:cNvSpPr>
            <a:spLocks noGrp="1"/>
          </p:cNvSpPr>
          <p:nvPr>
            <p:ph type="title"/>
          </p:nvPr>
        </p:nvSpPr>
        <p:spPr/>
        <p:txBody>
          <a:bodyPr>
            <a:normAutofit fontScale="90000"/>
          </a:bodyPr>
          <a:lstStyle/>
          <a:p>
            <a:r>
              <a:rPr lang="en-US" altLang="zh-CN" sz="4800" dirty="0"/>
              <a:t>Lyapunov</a:t>
            </a:r>
            <a:r>
              <a:rPr lang="zh-CN" altLang="en-US" sz="4800" dirty="0"/>
              <a:t>函数的构造例：四元数</a:t>
            </a:r>
            <a:endParaRPr lang="zh-CN" altLang="en-US" dirty="0"/>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49DCB534-FEAF-4D78-7642-6C66A8FE59CC}"/>
                  </a:ext>
                </a:extLst>
              </p:cNvPr>
              <p:cNvSpPr>
                <a:spLocks noGrp="1"/>
              </p:cNvSpPr>
              <p:nvPr>
                <p:ph idx="1"/>
              </p:nvPr>
            </p:nvSpPr>
            <p:spPr>
              <a:xfrm>
                <a:off x="457200" y="1196752"/>
                <a:ext cx="8229600" cy="5112568"/>
              </a:xfrm>
            </p:spPr>
            <p:txBody>
              <a:bodyPr>
                <a:normAutofit/>
              </a:bodyPr>
              <a:lstStyle/>
              <a:p>
                <a:pPr>
                  <a:lnSpc>
                    <a:spcPct val="150000"/>
                  </a:lnSpc>
                </a:pPr>
                <a:r>
                  <a:rPr lang="zh-CN" altLang="en-US" dirty="0"/>
                  <a:t>使用四元数描述卫星姿态：</a:t>
                </a:r>
                <a:endParaRPr lang="en-US" altLang="zh-CN" dirty="0"/>
              </a:p>
              <a:p>
                <a:pPr marL="118872" indent="0">
                  <a:buNone/>
                </a:pPr>
                <a14:m>
                  <m:oMathPara xmlns:m="http://schemas.openxmlformats.org/officeDocument/2006/math">
                    <m:oMathParaPr>
                      <m:jc m:val="centerGroup"/>
                    </m:oMathParaPr>
                    <m:oMath xmlns:m="http://schemas.openxmlformats.org/officeDocument/2006/math">
                      <m:acc>
                        <m:accPr>
                          <m:chr m:val="̇"/>
                          <m:ctrlPr>
                            <a:rPr lang="en-US" altLang="zh-CN" i="1">
                              <a:latin typeface="Cambria Math" panose="02040503050406030204" pitchFamily="18" charset="0"/>
                            </a:rPr>
                          </m:ctrlPr>
                        </m:accPr>
                        <m:e>
                          <m:r>
                            <a:rPr lang="en-US" altLang="zh-CN" i="1">
                              <a:latin typeface="Cambria Math" panose="02040503050406030204" pitchFamily="18" charset="0"/>
                            </a:rPr>
                            <m:t>𝑞</m:t>
                          </m:r>
                        </m:e>
                      </m:acc>
                      <m:r>
                        <a:rPr lang="zh-CN" altLang="en-US" i="1">
                          <a:latin typeface="Cambria Math" panose="02040503050406030204" pitchFamily="18" charset="0"/>
                        </a:rPr>
                        <m:t>=</m:t>
                      </m:r>
                      <m:d>
                        <m:dPr>
                          <m:begChr m:val="["/>
                          <m:endChr m:val="]"/>
                          <m:ctrlPr>
                            <a:rPr lang="en-US" altLang="zh-CN" i="1">
                              <a:latin typeface="Cambria Math" panose="02040503050406030204" pitchFamily="18" charset="0"/>
                            </a:rPr>
                          </m:ctrlPr>
                        </m:dPr>
                        <m:e>
                          <m:m>
                            <m:mPr>
                              <m:mcs>
                                <m:mc>
                                  <m:mcPr>
                                    <m:count m:val="1"/>
                                    <m:mcJc m:val="center"/>
                                  </m:mcPr>
                                </m:mc>
                              </m:mcs>
                              <m:ctrlPr>
                                <a:rPr lang="en-US" altLang="zh-CN" i="1">
                                  <a:latin typeface="Cambria Math" panose="02040503050406030204" pitchFamily="18" charset="0"/>
                                </a:rPr>
                              </m:ctrlPr>
                            </m:mPr>
                            <m:mr>
                              <m:e>
                                <m:acc>
                                  <m:accPr>
                                    <m:chr m:val="̇"/>
                                    <m:ctrlPr>
                                      <a:rPr lang="en-US" altLang="zh-CN" i="1">
                                        <a:latin typeface="Cambria Math" panose="02040503050406030204" pitchFamily="18" charset="0"/>
                                      </a:rPr>
                                    </m:ctrlPr>
                                  </m:accPr>
                                  <m:e>
                                    <m:acc>
                                      <m:accPr>
                                        <m:chr m:val="̅"/>
                                        <m:ctrlPr>
                                          <a:rPr lang="en-US" altLang="zh-CN" i="1">
                                            <a:latin typeface="Cambria Math" panose="02040503050406030204" pitchFamily="18" charset="0"/>
                                          </a:rPr>
                                        </m:ctrlPr>
                                      </m:accPr>
                                      <m:e>
                                        <m:r>
                                          <a:rPr lang="en-US" altLang="zh-CN" i="1">
                                            <a:latin typeface="Cambria Math" panose="02040503050406030204" pitchFamily="18" charset="0"/>
                                          </a:rPr>
                                          <m:t>𝑞</m:t>
                                        </m:r>
                                      </m:e>
                                    </m:acc>
                                  </m:e>
                                </m:acc>
                              </m:e>
                            </m:mr>
                            <m:mr>
                              <m:e>
                                <m:acc>
                                  <m:accPr>
                                    <m:chr m:val="̇"/>
                                    <m:ctrlPr>
                                      <a:rPr lang="en-US" altLang="zh-CN" i="1">
                                        <a:latin typeface="Cambria Math" panose="02040503050406030204" pitchFamily="18" charset="0"/>
                                      </a:rPr>
                                    </m:ctrlPr>
                                  </m:accPr>
                                  <m:e>
                                    <m:acc>
                                      <m:accPr>
                                        <m:chr m:val="̂"/>
                                        <m:ctrlPr>
                                          <a:rPr lang="en-US" altLang="zh-CN" i="1">
                                            <a:latin typeface="Cambria Math" panose="02040503050406030204" pitchFamily="18" charset="0"/>
                                          </a:rPr>
                                        </m:ctrlPr>
                                      </m:accPr>
                                      <m:e>
                                        <m:r>
                                          <a:rPr lang="en-US" altLang="zh-CN" i="1">
                                            <a:latin typeface="Cambria Math" panose="02040503050406030204" pitchFamily="18" charset="0"/>
                                          </a:rPr>
                                          <m:t>𝑞</m:t>
                                        </m:r>
                                      </m:e>
                                    </m:acc>
                                  </m:e>
                                </m:acc>
                              </m:e>
                            </m:mr>
                          </m:m>
                        </m:e>
                      </m:d>
                      <m:r>
                        <a:rPr lang="en-US" altLang="zh-CN" i="1">
                          <a:latin typeface="Cambria Math" panose="02040503050406030204" pitchFamily="18" charset="0"/>
                        </a:rPr>
                        <m:t>=</m:t>
                      </m:r>
                      <m:f>
                        <m:fPr>
                          <m:ctrlPr>
                            <a:rPr lang="en-US" altLang="zh-CN" i="1">
                              <a:latin typeface="Cambria Math" panose="02040503050406030204" pitchFamily="18" charset="0"/>
                            </a:rPr>
                          </m:ctrlPr>
                        </m:fPr>
                        <m:num>
                          <m:r>
                            <a:rPr lang="en-US" altLang="zh-CN" i="1">
                              <a:latin typeface="Cambria Math" panose="02040503050406030204" pitchFamily="18" charset="0"/>
                            </a:rPr>
                            <m:t>1</m:t>
                          </m:r>
                        </m:num>
                        <m:den>
                          <m:r>
                            <a:rPr lang="en-US" altLang="zh-CN" i="1">
                              <a:latin typeface="Cambria Math" panose="02040503050406030204" pitchFamily="18" charset="0"/>
                            </a:rPr>
                            <m:t>2</m:t>
                          </m:r>
                        </m:den>
                      </m:f>
                      <m:d>
                        <m:dPr>
                          <m:begChr m:val="["/>
                          <m:endChr m:val="]"/>
                          <m:ctrlPr>
                            <a:rPr lang="en-US" altLang="zh-CN" i="1">
                              <a:latin typeface="Cambria Math" panose="02040503050406030204" pitchFamily="18" charset="0"/>
                            </a:rPr>
                          </m:ctrlPr>
                        </m:dPr>
                        <m:e>
                          <m:m>
                            <m:mPr>
                              <m:mcs>
                                <m:mc>
                                  <m:mcPr>
                                    <m:count m:val="1"/>
                                    <m:mcJc m:val="center"/>
                                  </m:mcPr>
                                </m:mc>
                              </m:mcs>
                              <m:ctrlPr>
                                <a:rPr lang="en-US" altLang="zh-CN" i="1">
                                  <a:latin typeface="Cambria Math" panose="02040503050406030204" pitchFamily="18" charset="0"/>
                                </a:rPr>
                              </m:ctrlPr>
                            </m:mPr>
                            <m:mr>
                              <m:e>
                                <m:r>
                                  <m:rPr>
                                    <m:brk m:alnAt="7"/>
                                  </m:rPr>
                                  <a:rPr lang="en-US" altLang="zh-CN" i="1">
                                    <a:latin typeface="Cambria Math" panose="02040503050406030204" pitchFamily="18" charset="0"/>
                                  </a:rPr>
                                  <m:t>−</m:t>
                                </m:r>
                                <m:sSup>
                                  <m:sSupPr>
                                    <m:ctrlPr>
                                      <a:rPr lang="en-US" altLang="zh-CN" i="1">
                                        <a:latin typeface="Cambria Math" panose="02040503050406030204" pitchFamily="18" charset="0"/>
                                      </a:rPr>
                                    </m:ctrlPr>
                                  </m:sSupPr>
                                  <m:e>
                                    <m:acc>
                                      <m:accPr>
                                        <m:chr m:val="̅"/>
                                        <m:ctrlPr>
                                          <a:rPr lang="en-US" altLang="zh-CN" i="1">
                                            <a:latin typeface="Cambria Math" panose="02040503050406030204" pitchFamily="18" charset="0"/>
                                          </a:rPr>
                                        </m:ctrlPr>
                                      </m:accPr>
                                      <m:e>
                                        <m:r>
                                          <a:rPr lang="en-US" altLang="zh-CN" i="1">
                                            <a:latin typeface="Cambria Math" panose="02040503050406030204" pitchFamily="18" charset="0"/>
                                          </a:rPr>
                                          <m:t>𝑞</m:t>
                                        </m:r>
                                      </m:e>
                                    </m:acc>
                                  </m:e>
                                  <m:sup>
                                    <m:r>
                                      <m:rPr>
                                        <m:sty m:val="p"/>
                                      </m:rPr>
                                      <a:rPr lang="en-US" altLang="zh-CN" i="1">
                                        <a:latin typeface="Cambria Math" panose="02040503050406030204" pitchFamily="18" charset="0"/>
                                      </a:rPr>
                                      <m:t>T</m:t>
                                    </m:r>
                                  </m:sup>
                                </m:sSup>
                              </m:e>
                            </m:mr>
                            <m:mr>
                              <m:e>
                                <m:acc>
                                  <m:accPr>
                                    <m:chr m:val="̅"/>
                                    <m:ctrlPr>
                                      <a:rPr lang="en-US" altLang="zh-CN" i="1">
                                        <a:latin typeface="Cambria Math" panose="02040503050406030204" pitchFamily="18" charset="0"/>
                                      </a:rPr>
                                    </m:ctrlPr>
                                  </m:accPr>
                                  <m:e>
                                    <m:r>
                                      <a:rPr lang="en-US" altLang="zh-CN" i="1">
                                        <a:latin typeface="Cambria Math" panose="02040503050406030204" pitchFamily="18" charset="0"/>
                                      </a:rPr>
                                      <m:t>𝑞</m:t>
                                    </m:r>
                                  </m:e>
                                </m:acc>
                                <m:sSub>
                                  <m:sSubPr>
                                    <m:ctrlPr>
                                      <a:rPr lang="en-US" altLang="zh-CN" i="1">
                                        <a:latin typeface="Cambria Math" panose="02040503050406030204" pitchFamily="18" charset="0"/>
                                      </a:rPr>
                                    </m:ctrlPr>
                                  </m:sSubPr>
                                  <m:e>
                                    <m:r>
                                      <a:rPr lang="en-US" altLang="zh-CN" i="1">
                                        <a:latin typeface="Cambria Math" panose="02040503050406030204" pitchFamily="18" charset="0"/>
                                      </a:rPr>
                                      <m:t>𝐼</m:t>
                                    </m:r>
                                  </m:e>
                                  <m:sub>
                                    <m:r>
                                      <a:rPr lang="en-US" altLang="zh-CN" i="1">
                                        <a:latin typeface="Cambria Math" panose="02040503050406030204" pitchFamily="18" charset="0"/>
                                      </a:rPr>
                                      <m:t>3</m:t>
                                    </m:r>
                                    <m:r>
                                      <a:rPr lang="en-US" altLang="zh-CN" i="1">
                                        <a:latin typeface="Cambria Math" panose="02040503050406030204" pitchFamily="18" charset="0"/>
                                        <a:ea typeface="Cambria Math" panose="02040503050406030204" pitchFamily="18" charset="0"/>
                                      </a:rPr>
                                      <m:t>×3</m:t>
                                    </m:r>
                                  </m:sub>
                                </m:sSub>
                                <m:r>
                                  <a:rPr lang="en-US" altLang="zh-CN" i="1">
                                    <a:latin typeface="Cambria Math" panose="02040503050406030204" pitchFamily="18" charset="0"/>
                                  </a:rPr>
                                  <m:t>+</m:t>
                                </m:r>
                                <m:sSup>
                                  <m:sSupPr>
                                    <m:ctrlPr>
                                      <a:rPr lang="en-US" altLang="zh-CN" i="1">
                                        <a:latin typeface="Cambria Math" panose="02040503050406030204" pitchFamily="18" charset="0"/>
                                      </a:rPr>
                                    </m:ctrlPr>
                                  </m:sSupPr>
                                  <m:e>
                                    <m:acc>
                                      <m:accPr>
                                        <m:chr m:val="̂"/>
                                        <m:ctrlPr>
                                          <a:rPr lang="en-US" altLang="zh-CN" i="1">
                                            <a:latin typeface="Cambria Math" panose="02040503050406030204" pitchFamily="18" charset="0"/>
                                          </a:rPr>
                                        </m:ctrlPr>
                                      </m:accPr>
                                      <m:e>
                                        <m:r>
                                          <a:rPr lang="en-US" altLang="zh-CN" i="1">
                                            <a:latin typeface="Cambria Math" panose="02040503050406030204" pitchFamily="18" charset="0"/>
                                          </a:rPr>
                                          <m:t>𝑞</m:t>
                                        </m:r>
                                      </m:e>
                                    </m:acc>
                                  </m:e>
                                  <m:sup>
                                    <m:r>
                                      <a:rPr lang="en-US" altLang="zh-CN" i="1">
                                        <a:latin typeface="Cambria Math" panose="02040503050406030204" pitchFamily="18" charset="0"/>
                                        <a:ea typeface="Cambria Math" panose="02040503050406030204" pitchFamily="18" charset="0"/>
                                      </a:rPr>
                                      <m:t>×</m:t>
                                    </m:r>
                                  </m:sup>
                                </m:sSup>
                              </m:e>
                            </m:mr>
                          </m:m>
                        </m:e>
                      </m:d>
                      <m:r>
                        <a:rPr lang="zh-CN" altLang="en-US" i="1">
                          <a:latin typeface="Cambria Math" panose="02040503050406030204" pitchFamily="18" charset="0"/>
                        </a:rPr>
                        <m:t>𝜔</m:t>
                      </m:r>
                    </m:oMath>
                  </m:oMathPara>
                </a14:m>
                <a:endParaRPr lang="en-US" altLang="zh-CN" dirty="0"/>
              </a:p>
              <a:p>
                <a:pPr marL="118872" indent="0">
                  <a:lnSpc>
                    <a:spcPct val="160000"/>
                  </a:lnSpc>
                  <a:buNone/>
                </a:pPr>
                <a:r>
                  <a:rPr lang="zh-CN" altLang="en-US" dirty="0"/>
                  <a:t>满足约束：</a:t>
                </a:r>
                <a14:m>
                  <m:oMath xmlns:m="http://schemas.openxmlformats.org/officeDocument/2006/math">
                    <m:sSup>
                      <m:sSupPr>
                        <m:ctrlPr>
                          <a:rPr lang="en-US" altLang="zh-CN" i="1">
                            <a:latin typeface="Cambria Math" panose="02040503050406030204" pitchFamily="18" charset="0"/>
                          </a:rPr>
                        </m:ctrlPr>
                      </m:sSupPr>
                      <m:e>
                        <m:acc>
                          <m:accPr>
                            <m:chr m:val="̅"/>
                            <m:ctrlPr>
                              <a:rPr lang="en-US" altLang="zh-CN" i="1">
                                <a:latin typeface="Cambria Math" panose="02040503050406030204" pitchFamily="18" charset="0"/>
                              </a:rPr>
                            </m:ctrlPr>
                          </m:accPr>
                          <m:e>
                            <m:r>
                              <a:rPr lang="en-US" altLang="zh-CN" i="1">
                                <a:latin typeface="Cambria Math" panose="02040503050406030204" pitchFamily="18" charset="0"/>
                              </a:rPr>
                              <m:t>𝑞</m:t>
                            </m:r>
                          </m:e>
                        </m:acc>
                      </m:e>
                      <m:sup>
                        <m:r>
                          <a:rPr lang="en-US" altLang="zh-CN" i="1">
                            <a:latin typeface="Cambria Math" panose="02040503050406030204" pitchFamily="18" charset="0"/>
                          </a:rPr>
                          <m:t>2</m:t>
                        </m:r>
                      </m:sup>
                    </m:sSup>
                    <m:r>
                      <a:rPr lang="en-US" altLang="zh-CN" i="1">
                        <a:latin typeface="Cambria Math" panose="02040503050406030204" pitchFamily="18" charset="0"/>
                      </a:rPr>
                      <m:t>+</m:t>
                    </m:r>
                    <m:sSup>
                      <m:sSupPr>
                        <m:ctrlPr>
                          <a:rPr lang="en-US" altLang="zh-CN" i="1">
                            <a:latin typeface="Cambria Math" panose="02040503050406030204" pitchFamily="18" charset="0"/>
                          </a:rPr>
                        </m:ctrlPr>
                      </m:sSupPr>
                      <m:e>
                        <m:acc>
                          <m:accPr>
                            <m:chr m:val="̂"/>
                            <m:ctrlPr>
                              <a:rPr lang="en-US" altLang="zh-CN" i="1">
                                <a:latin typeface="Cambria Math" panose="02040503050406030204" pitchFamily="18" charset="0"/>
                              </a:rPr>
                            </m:ctrlPr>
                          </m:accPr>
                          <m:e>
                            <m:r>
                              <a:rPr lang="en-US" altLang="zh-CN" i="1">
                                <a:latin typeface="Cambria Math" panose="02040503050406030204" pitchFamily="18" charset="0"/>
                              </a:rPr>
                              <m:t>𝑞</m:t>
                            </m:r>
                          </m:e>
                        </m:acc>
                      </m:e>
                      <m:sup>
                        <m:r>
                          <m:rPr>
                            <m:sty m:val="p"/>
                          </m:rPr>
                          <a:rPr lang="en-US" altLang="zh-CN" i="1">
                            <a:latin typeface="Cambria Math" panose="02040503050406030204" pitchFamily="18" charset="0"/>
                          </a:rPr>
                          <m:t>T</m:t>
                        </m:r>
                      </m:sup>
                    </m:sSup>
                    <m:acc>
                      <m:accPr>
                        <m:chr m:val="̂"/>
                        <m:ctrlPr>
                          <a:rPr lang="en-US" altLang="zh-CN" i="1">
                            <a:latin typeface="Cambria Math" panose="02040503050406030204" pitchFamily="18" charset="0"/>
                          </a:rPr>
                        </m:ctrlPr>
                      </m:accPr>
                      <m:e>
                        <m:r>
                          <a:rPr lang="en-US" altLang="zh-CN" i="1">
                            <a:latin typeface="Cambria Math" panose="02040503050406030204" pitchFamily="18" charset="0"/>
                          </a:rPr>
                          <m:t>𝑞</m:t>
                        </m:r>
                      </m:e>
                    </m:acc>
                    <m:r>
                      <a:rPr lang="en-US" altLang="zh-CN" i="1">
                        <a:latin typeface="Cambria Math" panose="02040503050406030204" pitchFamily="18" charset="0"/>
                      </a:rPr>
                      <m:t>=1</m:t>
                    </m:r>
                  </m:oMath>
                </a14:m>
                <a:endParaRPr lang="en-US" altLang="zh-CN" dirty="0"/>
              </a:p>
              <a:p>
                <a:pPr>
                  <a:lnSpc>
                    <a:spcPct val="160000"/>
                  </a:lnSpc>
                </a:pPr>
                <a:r>
                  <a:rPr lang="zh-CN" altLang="en-US" dirty="0"/>
                  <a:t>取</a:t>
                </a:r>
                <a:r>
                  <a:rPr lang="en-US" altLang="zh-CN" dirty="0"/>
                  <a:t>Lyapunov</a:t>
                </a:r>
                <a:r>
                  <a:rPr lang="zh-CN" altLang="en-US" dirty="0"/>
                  <a:t>函数</a:t>
                </a:r>
                <a14:m>
                  <m:oMath xmlns:m="http://schemas.openxmlformats.org/officeDocument/2006/math">
                    <m:sSub>
                      <m:sSubPr>
                        <m:ctrlPr>
                          <a:rPr lang="en-US" altLang="zh-CN" i="1">
                            <a:solidFill>
                              <a:srgbClr val="FFFF00"/>
                            </a:solidFill>
                            <a:latin typeface="Cambria Math" panose="02040503050406030204" pitchFamily="18" charset="0"/>
                          </a:rPr>
                        </m:ctrlPr>
                      </m:sSubPr>
                      <m:e>
                        <m:r>
                          <a:rPr lang="en-US" altLang="zh-CN" i="1">
                            <a:solidFill>
                              <a:srgbClr val="FFFF00"/>
                            </a:solidFill>
                            <a:latin typeface="Cambria Math" panose="02040503050406030204" pitchFamily="18" charset="0"/>
                          </a:rPr>
                          <m:t>𝑉</m:t>
                        </m:r>
                      </m:e>
                      <m:sub>
                        <m:r>
                          <a:rPr lang="en-US" altLang="zh-CN" i="1">
                            <a:solidFill>
                              <a:srgbClr val="FFFF00"/>
                            </a:solidFill>
                            <a:latin typeface="Cambria Math" panose="02040503050406030204" pitchFamily="18" charset="0"/>
                          </a:rPr>
                          <m:t>1</m:t>
                        </m:r>
                      </m:sub>
                    </m:sSub>
                    <m:r>
                      <a:rPr lang="en-US" altLang="zh-CN" i="1" smtClean="0">
                        <a:solidFill>
                          <a:srgbClr val="FFFF00"/>
                        </a:solidFill>
                        <a:latin typeface="Cambria Math" panose="02040503050406030204" pitchFamily="18" charset="0"/>
                      </a:rPr>
                      <m:t>=2−2</m:t>
                    </m:r>
                    <m:acc>
                      <m:accPr>
                        <m:chr m:val="̅"/>
                        <m:ctrlPr>
                          <a:rPr lang="en-US" altLang="zh-CN" i="1">
                            <a:solidFill>
                              <a:srgbClr val="FFFF00"/>
                            </a:solidFill>
                            <a:latin typeface="Cambria Math" panose="02040503050406030204" pitchFamily="18" charset="0"/>
                          </a:rPr>
                        </m:ctrlPr>
                      </m:accPr>
                      <m:e>
                        <m:r>
                          <a:rPr lang="en-US" altLang="zh-CN" i="1">
                            <a:solidFill>
                              <a:srgbClr val="FFFF00"/>
                            </a:solidFill>
                            <a:latin typeface="Cambria Math" panose="02040503050406030204" pitchFamily="18" charset="0"/>
                          </a:rPr>
                          <m:t>𝑞</m:t>
                        </m:r>
                      </m:e>
                    </m:acc>
                    <m:r>
                      <a:rPr lang="en-US" altLang="zh-CN" i="1">
                        <a:latin typeface="Cambria Math" panose="02040503050406030204" pitchFamily="18" charset="0"/>
                      </a:rPr>
                      <m:t> </m:t>
                    </m:r>
                  </m:oMath>
                </a14:m>
                <a:r>
                  <a:rPr lang="zh-CN" altLang="en-US" dirty="0"/>
                  <a:t>？</a:t>
                </a:r>
                <a:endParaRPr lang="en-US" altLang="zh-CN" dirty="0"/>
              </a:p>
              <a:p>
                <a:pPr marL="118872" indent="0">
                  <a:lnSpc>
                    <a:spcPct val="160000"/>
                  </a:lnSpc>
                  <a:buNone/>
                </a:pPr>
                <a14:m>
                  <m:oMathPara xmlns:m="http://schemas.openxmlformats.org/officeDocument/2006/math">
                    <m:oMathParaPr>
                      <m:jc m:val="centerGroup"/>
                    </m:oMathParaPr>
                    <m:oMath xmlns:m="http://schemas.openxmlformats.org/officeDocument/2006/math">
                      <m:sSub>
                        <m:sSubPr>
                          <m:ctrlPr>
                            <a:rPr lang="en-US" altLang="zh-CN" i="1">
                              <a:solidFill>
                                <a:srgbClr val="FFFF00"/>
                              </a:solidFill>
                              <a:latin typeface="Cambria Math" panose="02040503050406030204" pitchFamily="18" charset="0"/>
                            </a:rPr>
                          </m:ctrlPr>
                        </m:sSubPr>
                        <m:e>
                          <m:r>
                            <a:rPr lang="en-US" altLang="zh-CN" i="1">
                              <a:solidFill>
                                <a:srgbClr val="FFFF00"/>
                              </a:solidFill>
                              <a:latin typeface="Cambria Math" panose="02040503050406030204" pitchFamily="18" charset="0"/>
                            </a:rPr>
                            <m:t>𝑉</m:t>
                          </m:r>
                        </m:e>
                        <m:sub>
                          <m:r>
                            <a:rPr lang="en-US" altLang="zh-CN" i="1">
                              <a:solidFill>
                                <a:srgbClr val="FFFF00"/>
                              </a:solidFill>
                              <a:latin typeface="Cambria Math" panose="02040503050406030204" pitchFamily="18" charset="0"/>
                            </a:rPr>
                            <m:t>1</m:t>
                          </m:r>
                        </m:sub>
                      </m:sSub>
                      <m:r>
                        <a:rPr lang="en-US" altLang="zh-CN" i="1">
                          <a:latin typeface="Cambria Math" panose="02040503050406030204" pitchFamily="18" charset="0"/>
                        </a:rPr>
                        <m:t>=2−2</m:t>
                      </m:r>
                      <m:acc>
                        <m:accPr>
                          <m:chr m:val="̅"/>
                          <m:ctrlPr>
                            <a:rPr lang="en-US" altLang="zh-CN" i="1">
                              <a:latin typeface="Cambria Math" panose="02040503050406030204" pitchFamily="18" charset="0"/>
                            </a:rPr>
                          </m:ctrlPr>
                        </m:accPr>
                        <m:e>
                          <m:r>
                            <a:rPr lang="en-US" altLang="zh-CN" i="1">
                              <a:latin typeface="Cambria Math" panose="02040503050406030204" pitchFamily="18" charset="0"/>
                            </a:rPr>
                            <m:t>𝑞</m:t>
                          </m:r>
                        </m:e>
                      </m:acc>
                      <m:r>
                        <a:rPr lang="zh-CN" altLang="en-US" i="1">
                          <a:solidFill>
                            <a:srgbClr val="FFFF00"/>
                          </a:solidFill>
                          <a:latin typeface="Cambria Math" panose="02040503050406030204" pitchFamily="18" charset="0"/>
                        </a:rPr>
                        <m:t>=</m:t>
                      </m:r>
                      <m:sSup>
                        <m:sSupPr>
                          <m:ctrlPr>
                            <a:rPr lang="en-US" altLang="zh-CN" i="1">
                              <a:solidFill>
                                <a:srgbClr val="FFFF00"/>
                              </a:solidFill>
                              <a:latin typeface="Cambria Math" panose="02040503050406030204" pitchFamily="18" charset="0"/>
                            </a:rPr>
                          </m:ctrlPr>
                        </m:sSupPr>
                        <m:e>
                          <m:acc>
                            <m:accPr>
                              <m:chr m:val="̂"/>
                              <m:ctrlPr>
                                <a:rPr lang="en-US" altLang="zh-CN" i="1">
                                  <a:solidFill>
                                    <a:srgbClr val="FFFF00"/>
                                  </a:solidFill>
                                  <a:latin typeface="Cambria Math" panose="02040503050406030204" pitchFamily="18" charset="0"/>
                                </a:rPr>
                              </m:ctrlPr>
                            </m:accPr>
                            <m:e>
                              <m:r>
                                <a:rPr lang="en-US" altLang="zh-CN" i="1">
                                  <a:solidFill>
                                    <a:srgbClr val="FFFF00"/>
                                  </a:solidFill>
                                  <a:latin typeface="Cambria Math" panose="02040503050406030204" pitchFamily="18" charset="0"/>
                                </a:rPr>
                                <m:t>𝑞</m:t>
                              </m:r>
                            </m:e>
                          </m:acc>
                        </m:e>
                        <m:sup>
                          <m:r>
                            <m:rPr>
                              <m:sty m:val="p"/>
                            </m:rPr>
                            <a:rPr lang="en-US" altLang="zh-CN" i="1">
                              <a:solidFill>
                                <a:srgbClr val="FFFF00"/>
                              </a:solidFill>
                              <a:latin typeface="Cambria Math" panose="02040503050406030204" pitchFamily="18" charset="0"/>
                            </a:rPr>
                            <m:t>T</m:t>
                          </m:r>
                        </m:sup>
                      </m:sSup>
                      <m:acc>
                        <m:accPr>
                          <m:chr m:val="̂"/>
                          <m:ctrlPr>
                            <a:rPr lang="en-US" altLang="zh-CN" i="1">
                              <a:solidFill>
                                <a:srgbClr val="FFFF00"/>
                              </a:solidFill>
                              <a:latin typeface="Cambria Math" panose="02040503050406030204" pitchFamily="18" charset="0"/>
                            </a:rPr>
                          </m:ctrlPr>
                        </m:accPr>
                        <m:e>
                          <m:r>
                            <a:rPr lang="en-US" altLang="zh-CN" i="1">
                              <a:solidFill>
                                <a:srgbClr val="FFFF00"/>
                              </a:solidFill>
                              <a:latin typeface="Cambria Math" panose="02040503050406030204" pitchFamily="18" charset="0"/>
                            </a:rPr>
                            <m:t>𝑞</m:t>
                          </m:r>
                        </m:e>
                      </m:acc>
                      <m:r>
                        <a:rPr lang="en-US" altLang="zh-CN" i="1">
                          <a:solidFill>
                            <a:srgbClr val="FFFF00"/>
                          </a:solidFill>
                          <a:latin typeface="Cambria Math" panose="02040503050406030204" pitchFamily="18" charset="0"/>
                        </a:rPr>
                        <m:t>+</m:t>
                      </m:r>
                      <m:sSup>
                        <m:sSupPr>
                          <m:ctrlPr>
                            <a:rPr lang="en-US" altLang="zh-CN" i="1">
                              <a:solidFill>
                                <a:srgbClr val="FFFF00"/>
                              </a:solidFill>
                              <a:latin typeface="Cambria Math" panose="02040503050406030204" pitchFamily="18" charset="0"/>
                            </a:rPr>
                          </m:ctrlPr>
                        </m:sSupPr>
                        <m:e>
                          <m:d>
                            <m:dPr>
                              <m:ctrlPr>
                                <a:rPr lang="en-US" altLang="zh-CN" i="1">
                                  <a:solidFill>
                                    <a:srgbClr val="FFFF00"/>
                                  </a:solidFill>
                                  <a:latin typeface="Cambria Math" panose="02040503050406030204" pitchFamily="18" charset="0"/>
                                </a:rPr>
                              </m:ctrlPr>
                            </m:dPr>
                            <m:e>
                              <m:r>
                                <a:rPr lang="en-US" altLang="zh-CN" i="1">
                                  <a:solidFill>
                                    <a:srgbClr val="FFFF00"/>
                                  </a:solidFill>
                                  <a:latin typeface="Cambria Math" panose="02040503050406030204" pitchFamily="18" charset="0"/>
                                </a:rPr>
                                <m:t>1−</m:t>
                              </m:r>
                              <m:acc>
                                <m:accPr>
                                  <m:chr m:val="̅"/>
                                  <m:ctrlPr>
                                    <a:rPr lang="en-US" altLang="zh-CN" i="1">
                                      <a:solidFill>
                                        <a:srgbClr val="FFFF00"/>
                                      </a:solidFill>
                                      <a:latin typeface="Cambria Math" panose="02040503050406030204" pitchFamily="18" charset="0"/>
                                    </a:rPr>
                                  </m:ctrlPr>
                                </m:accPr>
                                <m:e>
                                  <m:r>
                                    <a:rPr lang="en-US" altLang="zh-CN" i="1">
                                      <a:solidFill>
                                        <a:srgbClr val="FFFF00"/>
                                      </a:solidFill>
                                      <a:latin typeface="Cambria Math" panose="02040503050406030204" pitchFamily="18" charset="0"/>
                                    </a:rPr>
                                    <m:t>𝑞</m:t>
                                  </m:r>
                                </m:e>
                              </m:acc>
                            </m:e>
                          </m:d>
                        </m:e>
                        <m:sup>
                          <m:r>
                            <a:rPr lang="en-US" altLang="zh-CN" i="1">
                              <a:solidFill>
                                <a:srgbClr val="FFFF00"/>
                              </a:solidFill>
                              <a:latin typeface="Cambria Math" panose="02040503050406030204" pitchFamily="18" charset="0"/>
                            </a:rPr>
                            <m:t>2</m:t>
                          </m:r>
                        </m:sup>
                      </m:sSup>
                    </m:oMath>
                  </m:oMathPara>
                </a14:m>
                <a:endParaRPr lang="en-US" altLang="zh-CN" dirty="0"/>
              </a:p>
              <a:p>
                <a:pPr>
                  <a:lnSpc>
                    <a:spcPct val="160000"/>
                  </a:lnSpc>
                </a:pPr>
                <a14:m>
                  <m:oMath xmlns:m="http://schemas.openxmlformats.org/officeDocument/2006/math">
                    <m:sSub>
                      <m:sSubPr>
                        <m:ctrlPr>
                          <a:rPr lang="en-US" altLang="zh-CN" i="1">
                            <a:latin typeface="Cambria Math" panose="02040503050406030204" pitchFamily="18" charset="0"/>
                          </a:rPr>
                        </m:ctrlPr>
                      </m:sSubPr>
                      <m:e>
                        <m:acc>
                          <m:accPr>
                            <m:chr m:val="̇"/>
                            <m:ctrlPr>
                              <a:rPr lang="en-US" altLang="zh-CN" i="1">
                                <a:latin typeface="Cambria Math" panose="02040503050406030204" pitchFamily="18" charset="0"/>
                              </a:rPr>
                            </m:ctrlPr>
                          </m:accPr>
                          <m:e>
                            <m:r>
                              <a:rPr lang="en-US" altLang="zh-CN" i="1">
                                <a:latin typeface="Cambria Math" panose="02040503050406030204" pitchFamily="18" charset="0"/>
                              </a:rPr>
                              <m:t>𝑉</m:t>
                            </m:r>
                          </m:e>
                        </m:acc>
                      </m:e>
                      <m:sub>
                        <m:r>
                          <a:rPr lang="en-US" altLang="zh-CN" i="1">
                            <a:latin typeface="Cambria Math" panose="02040503050406030204" pitchFamily="18" charset="0"/>
                          </a:rPr>
                          <m:t>1</m:t>
                        </m:r>
                      </m:sub>
                    </m:sSub>
                  </m:oMath>
                </a14:m>
                <a:r>
                  <a:rPr lang="en-US" altLang="zh-CN" b="1" dirty="0"/>
                  <a:t> = </a:t>
                </a:r>
                <a:r>
                  <a:rPr lang="zh-CN" altLang="en-US" b="1" dirty="0"/>
                  <a:t>？</a:t>
                </a:r>
              </a:p>
            </p:txBody>
          </p:sp>
        </mc:Choice>
        <mc:Fallback xmlns="">
          <p:sp>
            <p:nvSpPr>
              <p:cNvPr id="3" name="内容占位符 2">
                <a:extLst>
                  <a:ext uri="{FF2B5EF4-FFF2-40B4-BE49-F238E27FC236}">
                    <a16:creationId xmlns:a16="http://schemas.microsoft.com/office/drawing/2014/main" id="{49DCB534-FEAF-4D78-7642-6C66A8FE59CC}"/>
                  </a:ext>
                </a:extLst>
              </p:cNvPr>
              <p:cNvSpPr>
                <a:spLocks noGrp="1" noRot="1" noChangeAspect="1" noMove="1" noResize="1" noEditPoints="1" noAdjustHandles="1" noChangeArrowheads="1" noChangeShapeType="1" noTextEdit="1"/>
              </p:cNvSpPr>
              <p:nvPr>
                <p:ph idx="1"/>
              </p:nvPr>
            </p:nvSpPr>
            <p:spPr>
              <a:xfrm>
                <a:off x="457200" y="1196752"/>
                <a:ext cx="8229600" cy="5112568"/>
              </a:xfrm>
              <a:blipFill>
                <a:blip r:embed="rId2"/>
                <a:stretch>
                  <a:fillRect l="-889" b="-2503"/>
                </a:stretch>
              </a:blipFill>
            </p:spPr>
            <p:txBody>
              <a:bodyPr/>
              <a:lstStyle/>
              <a:p>
                <a:r>
                  <a:rPr lang="zh-CN" altLang="en-US">
                    <a:noFill/>
                  </a:rPr>
                  <a:t> </a:t>
                </a:r>
              </a:p>
            </p:txBody>
          </p:sp>
        </mc:Fallback>
      </mc:AlternateContent>
      <p:sp>
        <p:nvSpPr>
          <p:cNvPr id="4" name="页脚占位符 3">
            <a:extLst>
              <a:ext uri="{FF2B5EF4-FFF2-40B4-BE49-F238E27FC236}">
                <a16:creationId xmlns:a16="http://schemas.microsoft.com/office/drawing/2014/main" id="{5344C1C5-528B-D03C-B519-7C5ABAC6B78A}"/>
              </a:ext>
            </a:extLst>
          </p:cNvPr>
          <p:cNvSpPr>
            <a:spLocks noGrp="1"/>
          </p:cNvSpPr>
          <p:nvPr>
            <p:ph type="ftr" sz="quarter" idx="11"/>
          </p:nvPr>
        </p:nvSpPr>
        <p:spPr/>
        <p:txBody>
          <a:bodyPr/>
          <a:lstStyle/>
          <a:p>
            <a:endParaRPr lang="zh-CN" altLang="en-US" dirty="0"/>
          </a:p>
        </p:txBody>
      </p:sp>
      <p:sp>
        <p:nvSpPr>
          <p:cNvPr id="5" name="灯片编号占位符 4">
            <a:extLst>
              <a:ext uri="{FF2B5EF4-FFF2-40B4-BE49-F238E27FC236}">
                <a16:creationId xmlns:a16="http://schemas.microsoft.com/office/drawing/2014/main" id="{0DDD69C0-3264-A578-75F4-CE89C5ABE49D}"/>
              </a:ext>
            </a:extLst>
          </p:cNvPr>
          <p:cNvSpPr>
            <a:spLocks noGrp="1"/>
          </p:cNvSpPr>
          <p:nvPr>
            <p:ph type="sldNum" sz="quarter" idx="12"/>
          </p:nvPr>
        </p:nvSpPr>
        <p:spPr/>
        <p:txBody>
          <a:bodyPr/>
          <a:lstStyle/>
          <a:p>
            <a:fld id="{58C210BB-F110-452C-89E7-9EA0A8D47DCE}" type="slidenum">
              <a:rPr lang="zh-CN" altLang="en-US" smtClean="0"/>
              <a:pPr/>
              <a:t>48</a:t>
            </a:fld>
            <a:endParaRPr lang="zh-CN" altLang="en-US" dirty="0"/>
          </a:p>
        </p:txBody>
      </p:sp>
    </p:spTree>
    <p:extLst>
      <p:ext uri="{BB962C8B-B14F-4D97-AF65-F5344CB8AC3E}">
        <p14:creationId xmlns:p14="http://schemas.microsoft.com/office/powerpoint/2010/main" val="25150422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anim calcmode="lin" valueType="num">
                                      <p:cBhvr additive="base">
                                        <p:cTn id="7"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5" end="5"/>
                                            </p:txEl>
                                          </p:spTgt>
                                        </p:tgtEl>
                                        <p:attrNameLst>
                                          <p:attrName>style.visibility</p:attrName>
                                        </p:attrNameLst>
                                      </p:cBhvr>
                                      <p:to>
                                        <p:strVal val="visible"/>
                                      </p:to>
                                    </p:set>
                                    <p:anim calcmode="lin" valueType="num">
                                      <p:cBhvr additive="base">
                                        <p:cTn id="13"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2BC9E7-7762-9A34-0D40-2DB431CAF33C}"/>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848DEF0E-B7E0-2218-F4A1-024086F2EBF9}"/>
              </a:ext>
            </a:extLst>
          </p:cNvPr>
          <p:cNvSpPr>
            <a:spLocks noGrp="1"/>
          </p:cNvSpPr>
          <p:nvPr>
            <p:ph type="title"/>
          </p:nvPr>
        </p:nvSpPr>
        <p:spPr/>
        <p:txBody>
          <a:bodyPr>
            <a:normAutofit fontScale="90000"/>
          </a:bodyPr>
          <a:lstStyle/>
          <a:p>
            <a:r>
              <a:rPr lang="en-US" altLang="zh-CN" sz="4800" dirty="0"/>
              <a:t>Lyapunov</a:t>
            </a:r>
            <a:r>
              <a:rPr lang="zh-CN" altLang="en-US" sz="4800" dirty="0"/>
              <a:t>函数的构造例：四元数</a:t>
            </a:r>
            <a:endParaRPr lang="zh-CN" altLang="en-US" dirty="0"/>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4A682A97-4795-D938-524A-76C81DB588D5}"/>
                  </a:ext>
                </a:extLst>
              </p:cNvPr>
              <p:cNvSpPr>
                <a:spLocks noGrp="1"/>
              </p:cNvSpPr>
              <p:nvPr>
                <p:ph idx="1"/>
              </p:nvPr>
            </p:nvSpPr>
            <p:spPr>
              <a:xfrm>
                <a:off x="457200" y="1196752"/>
                <a:ext cx="8229600" cy="5112568"/>
              </a:xfrm>
            </p:spPr>
            <p:txBody>
              <a:bodyPr>
                <a:normAutofit fontScale="77500" lnSpcReduction="20000"/>
              </a:bodyPr>
              <a:lstStyle/>
              <a:p>
                <a:pPr marL="118872" indent="0">
                  <a:buNone/>
                </a:pPr>
                <a14:m>
                  <m:oMathPara xmlns:m="http://schemas.openxmlformats.org/officeDocument/2006/math">
                    <m:oMathParaPr>
                      <m:jc m:val="centerGroup"/>
                    </m:oMathParaPr>
                    <m:oMath xmlns:m="http://schemas.openxmlformats.org/officeDocument/2006/math">
                      <m:acc>
                        <m:accPr>
                          <m:chr m:val="̇"/>
                          <m:ctrlPr>
                            <a:rPr lang="en-US" altLang="zh-CN" i="1">
                              <a:latin typeface="Cambria Math" panose="02040503050406030204" pitchFamily="18" charset="0"/>
                            </a:rPr>
                          </m:ctrlPr>
                        </m:accPr>
                        <m:e>
                          <m:r>
                            <a:rPr lang="en-US" altLang="zh-CN" i="1">
                              <a:latin typeface="Cambria Math" panose="02040503050406030204" pitchFamily="18" charset="0"/>
                            </a:rPr>
                            <m:t>𝑞</m:t>
                          </m:r>
                        </m:e>
                      </m:acc>
                      <m:r>
                        <a:rPr lang="zh-CN" altLang="en-US" i="1">
                          <a:latin typeface="Cambria Math" panose="02040503050406030204" pitchFamily="18" charset="0"/>
                        </a:rPr>
                        <m:t>=</m:t>
                      </m:r>
                      <m:d>
                        <m:dPr>
                          <m:begChr m:val="["/>
                          <m:endChr m:val="]"/>
                          <m:ctrlPr>
                            <a:rPr lang="en-US" altLang="zh-CN" i="1">
                              <a:latin typeface="Cambria Math" panose="02040503050406030204" pitchFamily="18" charset="0"/>
                            </a:rPr>
                          </m:ctrlPr>
                        </m:dPr>
                        <m:e>
                          <m:m>
                            <m:mPr>
                              <m:mcs>
                                <m:mc>
                                  <m:mcPr>
                                    <m:count m:val="1"/>
                                    <m:mcJc m:val="center"/>
                                  </m:mcPr>
                                </m:mc>
                              </m:mcs>
                              <m:ctrlPr>
                                <a:rPr lang="en-US" altLang="zh-CN" i="1">
                                  <a:latin typeface="Cambria Math" panose="02040503050406030204" pitchFamily="18" charset="0"/>
                                </a:rPr>
                              </m:ctrlPr>
                            </m:mPr>
                            <m:mr>
                              <m:e>
                                <m:acc>
                                  <m:accPr>
                                    <m:chr m:val="̇"/>
                                    <m:ctrlPr>
                                      <a:rPr lang="en-US" altLang="zh-CN" i="1">
                                        <a:latin typeface="Cambria Math" panose="02040503050406030204" pitchFamily="18" charset="0"/>
                                      </a:rPr>
                                    </m:ctrlPr>
                                  </m:accPr>
                                  <m:e>
                                    <m:acc>
                                      <m:accPr>
                                        <m:chr m:val="̅"/>
                                        <m:ctrlPr>
                                          <a:rPr lang="en-US" altLang="zh-CN" i="1">
                                            <a:latin typeface="Cambria Math" panose="02040503050406030204" pitchFamily="18" charset="0"/>
                                          </a:rPr>
                                        </m:ctrlPr>
                                      </m:accPr>
                                      <m:e>
                                        <m:r>
                                          <a:rPr lang="en-US" altLang="zh-CN" i="1">
                                            <a:latin typeface="Cambria Math" panose="02040503050406030204" pitchFamily="18" charset="0"/>
                                          </a:rPr>
                                          <m:t>𝑞</m:t>
                                        </m:r>
                                      </m:e>
                                    </m:acc>
                                  </m:e>
                                </m:acc>
                              </m:e>
                            </m:mr>
                            <m:mr>
                              <m:e>
                                <m:acc>
                                  <m:accPr>
                                    <m:chr m:val="̇"/>
                                    <m:ctrlPr>
                                      <a:rPr lang="en-US" altLang="zh-CN" i="1">
                                        <a:latin typeface="Cambria Math" panose="02040503050406030204" pitchFamily="18" charset="0"/>
                                      </a:rPr>
                                    </m:ctrlPr>
                                  </m:accPr>
                                  <m:e>
                                    <m:acc>
                                      <m:accPr>
                                        <m:chr m:val="̂"/>
                                        <m:ctrlPr>
                                          <a:rPr lang="en-US" altLang="zh-CN" i="1">
                                            <a:latin typeface="Cambria Math" panose="02040503050406030204" pitchFamily="18" charset="0"/>
                                          </a:rPr>
                                        </m:ctrlPr>
                                      </m:accPr>
                                      <m:e>
                                        <m:r>
                                          <a:rPr lang="en-US" altLang="zh-CN" i="1">
                                            <a:latin typeface="Cambria Math" panose="02040503050406030204" pitchFamily="18" charset="0"/>
                                          </a:rPr>
                                          <m:t>𝑞</m:t>
                                        </m:r>
                                      </m:e>
                                    </m:acc>
                                  </m:e>
                                </m:acc>
                              </m:e>
                            </m:mr>
                          </m:m>
                        </m:e>
                      </m:d>
                      <m:r>
                        <a:rPr lang="en-US" altLang="zh-CN" i="1">
                          <a:latin typeface="Cambria Math" panose="02040503050406030204" pitchFamily="18" charset="0"/>
                        </a:rPr>
                        <m:t>=</m:t>
                      </m:r>
                      <m:f>
                        <m:fPr>
                          <m:ctrlPr>
                            <a:rPr lang="en-US" altLang="zh-CN" i="1">
                              <a:latin typeface="Cambria Math" panose="02040503050406030204" pitchFamily="18" charset="0"/>
                            </a:rPr>
                          </m:ctrlPr>
                        </m:fPr>
                        <m:num>
                          <m:r>
                            <a:rPr lang="en-US" altLang="zh-CN" i="1">
                              <a:latin typeface="Cambria Math" panose="02040503050406030204" pitchFamily="18" charset="0"/>
                            </a:rPr>
                            <m:t>1</m:t>
                          </m:r>
                        </m:num>
                        <m:den>
                          <m:r>
                            <a:rPr lang="en-US" altLang="zh-CN" i="1">
                              <a:latin typeface="Cambria Math" panose="02040503050406030204" pitchFamily="18" charset="0"/>
                            </a:rPr>
                            <m:t>2</m:t>
                          </m:r>
                        </m:den>
                      </m:f>
                      <m:d>
                        <m:dPr>
                          <m:begChr m:val="["/>
                          <m:endChr m:val="]"/>
                          <m:ctrlPr>
                            <a:rPr lang="en-US" altLang="zh-CN" i="1">
                              <a:latin typeface="Cambria Math" panose="02040503050406030204" pitchFamily="18" charset="0"/>
                            </a:rPr>
                          </m:ctrlPr>
                        </m:dPr>
                        <m:e>
                          <m:m>
                            <m:mPr>
                              <m:mcs>
                                <m:mc>
                                  <m:mcPr>
                                    <m:count m:val="1"/>
                                    <m:mcJc m:val="center"/>
                                  </m:mcPr>
                                </m:mc>
                              </m:mcs>
                              <m:ctrlPr>
                                <a:rPr lang="en-US" altLang="zh-CN" i="1">
                                  <a:latin typeface="Cambria Math" panose="02040503050406030204" pitchFamily="18" charset="0"/>
                                </a:rPr>
                              </m:ctrlPr>
                            </m:mPr>
                            <m:mr>
                              <m:e>
                                <m:r>
                                  <m:rPr>
                                    <m:brk m:alnAt="7"/>
                                  </m:rPr>
                                  <a:rPr lang="en-US" altLang="zh-CN" i="1">
                                    <a:latin typeface="Cambria Math" panose="02040503050406030204" pitchFamily="18" charset="0"/>
                                  </a:rPr>
                                  <m:t>−</m:t>
                                </m:r>
                                <m:sSup>
                                  <m:sSupPr>
                                    <m:ctrlPr>
                                      <a:rPr lang="en-US" altLang="zh-CN" i="1">
                                        <a:latin typeface="Cambria Math" panose="02040503050406030204" pitchFamily="18" charset="0"/>
                                      </a:rPr>
                                    </m:ctrlPr>
                                  </m:sSupPr>
                                  <m:e>
                                    <m:acc>
                                      <m:accPr>
                                        <m:chr m:val="̅"/>
                                        <m:ctrlPr>
                                          <a:rPr lang="en-US" altLang="zh-CN" i="1">
                                            <a:latin typeface="Cambria Math" panose="02040503050406030204" pitchFamily="18" charset="0"/>
                                          </a:rPr>
                                        </m:ctrlPr>
                                      </m:accPr>
                                      <m:e>
                                        <m:r>
                                          <a:rPr lang="en-US" altLang="zh-CN" i="1">
                                            <a:latin typeface="Cambria Math" panose="02040503050406030204" pitchFamily="18" charset="0"/>
                                          </a:rPr>
                                          <m:t>𝑞</m:t>
                                        </m:r>
                                      </m:e>
                                    </m:acc>
                                  </m:e>
                                  <m:sup>
                                    <m:r>
                                      <m:rPr>
                                        <m:sty m:val="p"/>
                                      </m:rPr>
                                      <a:rPr lang="en-US" altLang="zh-CN" i="1">
                                        <a:latin typeface="Cambria Math" panose="02040503050406030204" pitchFamily="18" charset="0"/>
                                      </a:rPr>
                                      <m:t>T</m:t>
                                    </m:r>
                                  </m:sup>
                                </m:sSup>
                              </m:e>
                            </m:mr>
                            <m:mr>
                              <m:e>
                                <m:acc>
                                  <m:accPr>
                                    <m:chr m:val="̅"/>
                                    <m:ctrlPr>
                                      <a:rPr lang="en-US" altLang="zh-CN" i="1">
                                        <a:latin typeface="Cambria Math" panose="02040503050406030204" pitchFamily="18" charset="0"/>
                                      </a:rPr>
                                    </m:ctrlPr>
                                  </m:accPr>
                                  <m:e>
                                    <m:r>
                                      <a:rPr lang="en-US" altLang="zh-CN" i="1">
                                        <a:latin typeface="Cambria Math" panose="02040503050406030204" pitchFamily="18" charset="0"/>
                                      </a:rPr>
                                      <m:t>𝑞</m:t>
                                    </m:r>
                                  </m:e>
                                </m:acc>
                                <m:sSub>
                                  <m:sSubPr>
                                    <m:ctrlPr>
                                      <a:rPr lang="en-US" altLang="zh-CN" i="1">
                                        <a:latin typeface="Cambria Math" panose="02040503050406030204" pitchFamily="18" charset="0"/>
                                      </a:rPr>
                                    </m:ctrlPr>
                                  </m:sSubPr>
                                  <m:e>
                                    <m:r>
                                      <a:rPr lang="en-US" altLang="zh-CN" i="1">
                                        <a:latin typeface="Cambria Math" panose="02040503050406030204" pitchFamily="18" charset="0"/>
                                      </a:rPr>
                                      <m:t>𝐼</m:t>
                                    </m:r>
                                  </m:e>
                                  <m:sub>
                                    <m:r>
                                      <a:rPr lang="en-US" altLang="zh-CN" i="1">
                                        <a:latin typeface="Cambria Math" panose="02040503050406030204" pitchFamily="18" charset="0"/>
                                      </a:rPr>
                                      <m:t>3</m:t>
                                    </m:r>
                                    <m:r>
                                      <a:rPr lang="en-US" altLang="zh-CN" i="1">
                                        <a:latin typeface="Cambria Math" panose="02040503050406030204" pitchFamily="18" charset="0"/>
                                        <a:ea typeface="Cambria Math" panose="02040503050406030204" pitchFamily="18" charset="0"/>
                                      </a:rPr>
                                      <m:t>×3</m:t>
                                    </m:r>
                                  </m:sub>
                                </m:sSub>
                                <m:r>
                                  <a:rPr lang="en-US" altLang="zh-CN" i="1">
                                    <a:latin typeface="Cambria Math" panose="02040503050406030204" pitchFamily="18" charset="0"/>
                                  </a:rPr>
                                  <m:t>+</m:t>
                                </m:r>
                                <m:sSup>
                                  <m:sSupPr>
                                    <m:ctrlPr>
                                      <a:rPr lang="en-US" altLang="zh-CN" i="1">
                                        <a:latin typeface="Cambria Math" panose="02040503050406030204" pitchFamily="18" charset="0"/>
                                      </a:rPr>
                                    </m:ctrlPr>
                                  </m:sSupPr>
                                  <m:e>
                                    <m:acc>
                                      <m:accPr>
                                        <m:chr m:val="̂"/>
                                        <m:ctrlPr>
                                          <a:rPr lang="en-US" altLang="zh-CN" i="1">
                                            <a:latin typeface="Cambria Math" panose="02040503050406030204" pitchFamily="18" charset="0"/>
                                          </a:rPr>
                                        </m:ctrlPr>
                                      </m:accPr>
                                      <m:e>
                                        <m:r>
                                          <a:rPr lang="en-US" altLang="zh-CN" i="1">
                                            <a:latin typeface="Cambria Math" panose="02040503050406030204" pitchFamily="18" charset="0"/>
                                          </a:rPr>
                                          <m:t>𝑞</m:t>
                                        </m:r>
                                      </m:e>
                                    </m:acc>
                                  </m:e>
                                  <m:sup>
                                    <m:r>
                                      <a:rPr lang="en-US" altLang="zh-CN" i="1">
                                        <a:latin typeface="Cambria Math" panose="02040503050406030204" pitchFamily="18" charset="0"/>
                                        <a:ea typeface="Cambria Math" panose="02040503050406030204" pitchFamily="18" charset="0"/>
                                      </a:rPr>
                                      <m:t>×</m:t>
                                    </m:r>
                                  </m:sup>
                                </m:sSup>
                              </m:e>
                            </m:mr>
                          </m:m>
                        </m:e>
                      </m:d>
                      <m:r>
                        <a:rPr lang="zh-CN" altLang="en-US" i="1">
                          <a:latin typeface="Cambria Math" panose="02040503050406030204" pitchFamily="18" charset="0"/>
                        </a:rPr>
                        <m:t>𝜔</m:t>
                      </m:r>
                    </m:oMath>
                  </m:oMathPara>
                </a14:m>
                <a:endParaRPr lang="en-US" altLang="zh-CN" dirty="0"/>
              </a:p>
              <a:p>
                <a:pPr marL="118872" indent="0">
                  <a:lnSpc>
                    <a:spcPct val="160000"/>
                  </a:lnSpc>
                  <a:buNone/>
                </a:pPr>
                <a14:m>
                  <m:oMathPara xmlns:m="http://schemas.openxmlformats.org/officeDocument/2006/math">
                    <m:oMathParaPr>
                      <m:jc m:val="centerGroup"/>
                    </m:oMathParaPr>
                    <m:oMath xmlns:m="http://schemas.openxmlformats.org/officeDocument/2006/math">
                      <m:sSub>
                        <m:sSubPr>
                          <m:ctrlPr>
                            <a:rPr lang="en-US" altLang="zh-CN" i="1">
                              <a:solidFill>
                                <a:srgbClr val="FFFF00"/>
                              </a:solidFill>
                              <a:latin typeface="Cambria Math" panose="02040503050406030204" pitchFamily="18" charset="0"/>
                            </a:rPr>
                          </m:ctrlPr>
                        </m:sSubPr>
                        <m:e>
                          <m:r>
                            <a:rPr lang="en-US" altLang="zh-CN" i="1">
                              <a:solidFill>
                                <a:srgbClr val="FFFF00"/>
                              </a:solidFill>
                              <a:latin typeface="Cambria Math" panose="02040503050406030204" pitchFamily="18" charset="0"/>
                            </a:rPr>
                            <m:t>𝑉</m:t>
                          </m:r>
                        </m:e>
                        <m:sub>
                          <m:r>
                            <a:rPr lang="en-US" altLang="zh-CN" i="1">
                              <a:solidFill>
                                <a:srgbClr val="FFFF00"/>
                              </a:solidFill>
                              <a:latin typeface="Cambria Math" panose="02040503050406030204" pitchFamily="18" charset="0"/>
                            </a:rPr>
                            <m:t>1</m:t>
                          </m:r>
                        </m:sub>
                      </m:sSub>
                      <m:r>
                        <a:rPr lang="en-US" altLang="zh-CN" i="1">
                          <a:latin typeface="Cambria Math" panose="02040503050406030204" pitchFamily="18" charset="0"/>
                        </a:rPr>
                        <m:t>=2−2</m:t>
                      </m:r>
                      <m:acc>
                        <m:accPr>
                          <m:chr m:val="̅"/>
                          <m:ctrlPr>
                            <a:rPr lang="en-US" altLang="zh-CN" i="1">
                              <a:latin typeface="Cambria Math" panose="02040503050406030204" pitchFamily="18" charset="0"/>
                            </a:rPr>
                          </m:ctrlPr>
                        </m:accPr>
                        <m:e>
                          <m:r>
                            <a:rPr lang="en-US" altLang="zh-CN" i="1">
                              <a:latin typeface="Cambria Math" panose="02040503050406030204" pitchFamily="18" charset="0"/>
                            </a:rPr>
                            <m:t>𝑞</m:t>
                          </m:r>
                        </m:e>
                      </m:acc>
                      <m:r>
                        <a:rPr lang="zh-CN" altLang="en-US" i="1">
                          <a:solidFill>
                            <a:srgbClr val="FFFF00"/>
                          </a:solidFill>
                          <a:latin typeface="Cambria Math" panose="02040503050406030204" pitchFamily="18" charset="0"/>
                        </a:rPr>
                        <m:t>=</m:t>
                      </m:r>
                      <m:sSup>
                        <m:sSupPr>
                          <m:ctrlPr>
                            <a:rPr lang="en-US" altLang="zh-CN" i="1">
                              <a:solidFill>
                                <a:srgbClr val="FFFF00"/>
                              </a:solidFill>
                              <a:latin typeface="Cambria Math" panose="02040503050406030204" pitchFamily="18" charset="0"/>
                            </a:rPr>
                          </m:ctrlPr>
                        </m:sSupPr>
                        <m:e>
                          <m:acc>
                            <m:accPr>
                              <m:chr m:val="̂"/>
                              <m:ctrlPr>
                                <a:rPr lang="en-US" altLang="zh-CN" i="1">
                                  <a:solidFill>
                                    <a:srgbClr val="FFFF00"/>
                                  </a:solidFill>
                                  <a:latin typeface="Cambria Math" panose="02040503050406030204" pitchFamily="18" charset="0"/>
                                </a:rPr>
                              </m:ctrlPr>
                            </m:accPr>
                            <m:e>
                              <m:r>
                                <a:rPr lang="en-US" altLang="zh-CN" i="1">
                                  <a:solidFill>
                                    <a:srgbClr val="FFFF00"/>
                                  </a:solidFill>
                                  <a:latin typeface="Cambria Math" panose="02040503050406030204" pitchFamily="18" charset="0"/>
                                </a:rPr>
                                <m:t>𝑞</m:t>
                              </m:r>
                            </m:e>
                          </m:acc>
                        </m:e>
                        <m:sup>
                          <m:r>
                            <m:rPr>
                              <m:sty m:val="p"/>
                            </m:rPr>
                            <a:rPr lang="en-US" altLang="zh-CN" i="1">
                              <a:solidFill>
                                <a:srgbClr val="FFFF00"/>
                              </a:solidFill>
                              <a:latin typeface="Cambria Math" panose="02040503050406030204" pitchFamily="18" charset="0"/>
                            </a:rPr>
                            <m:t>T</m:t>
                          </m:r>
                        </m:sup>
                      </m:sSup>
                      <m:acc>
                        <m:accPr>
                          <m:chr m:val="̂"/>
                          <m:ctrlPr>
                            <a:rPr lang="en-US" altLang="zh-CN" i="1">
                              <a:solidFill>
                                <a:srgbClr val="FFFF00"/>
                              </a:solidFill>
                              <a:latin typeface="Cambria Math" panose="02040503050406030204" pitchFamily="18" charset="0"/>
                            </a:rPr>
                          </m:ctrlPr>
                        </m:accPr>
                        <m:e>
                          <m:r>
                            <a:rPr lang="en-US" altLang="zh-CN" i="1">
                              <a:solidFill>
                                <a:srgbClr val="FFFF00"/>
                              </a:solidFill>
                              <a:latin typeface="Cambria Math" panose="02040503050406030204" pitchFamily="18" charset="0"/>
                            </a:rPr>
                            <m:t>𝑞</m:t>
                          </m:r>
                        </m:e>
                      </m:acc>
                      <m:r>
                        <a:rPr lang="en-US" altLang="zh-CN" i="1">
                          <a:solidFill>
                            <a:srgbClr val="FFFF00"/>
                          </a:solidFill>
                          <a:latin typeface="Cambria Math" panose="02040503050406030204" pitchFamily="18" charset="0"/>
                        </a:rPr>
                        <m:t>+</m:t>
                      </m:r>
                      <m:sSup>
                        <m:sSupPr>
                          <m:ctrlPr>
                            <a:rPr lang="en-US" altLang="zh-CN" i="1">
                              <a:solidFill>
                                <a:srgbClr val="FFFF00"/>
                              </a:solidFill>
                              <a:latin typeface="Cambria Math" panose="02040503050406030204" pitchFamily="18" charset="0"/>
                            </a:rPr>
                          </m:ctrlPr>
                        </m:sSupPr>
                        <m:e>
                          <m:d>
                            <m:dPr>
                              <m:ctrlPr>
                                <a:rPr lang="en-US" altLang="zh-CN" i="1">
                                  <a:solidFill>
                                    <a:srgbClr val="FFFF00"/>
                                  </a:solidFill>
                                  <a:latin typeface="Cambria Math" panose="02040503050406030204" pitchFamily="18" charset="0"/>
                                </a:rPr>
                              </m:ctrlPr>
                            </m:dPr>
                            <m:e>
                              <m:r>
                                <a:rPr lang="en-US" altLang="zh-CN" i="1">
                                  <a:solidFill>
                                    <a:srgbClr val="FFFF00"/>
                                  </a:solidFill>
                                  <a:latin typeface="Cambria Math" panose="02040503050406030204" pitchFamily="18" charset="0"/>
                                </a:rPr>
                                <m:t>1−</m:t>
                              </m:r>
                              <m:acc>
                                <m:accPr>
                                  <m:chr m:val="̅"/>
                                  <m:ctrlPr>
                                    <a:rPr lang="en-US" altLang="zh-CN" i="1">
                                      <a:solidFill>
                                        <a:srgbClr val="FFFF00"/>
                                      </a:solidFill>
                                      <a:latin typeface="Cambria Math" panose="02040503050406030204" pitchFamily="18" charset="0"/>
                                    </a:rPr>
                                  </m:ctrlPr>
                                </m:accPr>
                                <m:e>
                                  <m:r>
                                    <a:rPr lang="en-US" altLang="zh-CN" i="1">
                                      <a:solidFill>
                                        <a:srgbClr val="FFFF00"/>
                                      </a:solidFill>
                                      <a:latin typeface="Cambria Math" panose="02040503050406030204" pitchFamily="18" charset="0"/>
                                    </a:rPr>
                                    <m:t>𝑞</m:t>
                                  </m:r>
                                </m:e>
                              </m:acc>
                            </m:e>
                          </m:d>
                        </m:e>
                        <m:sup>
                          <m:r>
                            <a:rPr lang="en-US" altLang="zh-CN" i="1">
                              <a:solidFill>
                                <a:srgbClr val="FFFF00"/>
                              </a:solidFill>
                              <a:latin typeface="Cambria Math" panose="02040503050406030204" pitchFamily="18" charset="0"/>
                            </a:rPr>
                            <m:t>2</m:t>
                          </m:r>
                        </m:sup>
                      </m:sSup>
                    </m:oMath>
                  </m:oMathPara>
                </a14:m>
                <a:endParaRPr lang="en-US" altLang="zh-CN" dirty="0"/>
              </a:p>
              <a:p>
                <a:pPr marL="118872" indent="0">
                  <a:lnSpc>
                    <a:spcPct val="170000"/>
                  </a:lnSpc>
                  <a:buNone/>
                </a:pPr>
                <a14:m>
                  <m:oMathPara xmlns:m="http://schemas.openxmlformats.org/officeDocument/2006/math">
                    <m:oMathParaPr>
                      <m:jc m:val="centerGroup"/>
                    </m:oMathParaPr>
                    <m:oMath xmlns:m="http://schemas.openxmlformats.org/officeDocument/2006/math">
                      <m:sSub>
                        <m:sSubPr>
                          <m:ctrlPr>
                            <a:rPr lang="en-US" altLang="zh-CN" i="1">
                              <a:latin typeface="Cambria Math" panose="02040503050406030204" pitchFamily="18" charset="0"/>
                            </a:rPr>
                          </m:ctrlPr>
                        </m:sSubPr>
                        <m:e>
                          <m:acc>
                            <m:accPr>
                              <m:chr m:val="̇"/>
                              <m:ctrlPr>
                                <a:rPr lang="en-US" altLang="zh-CN" i="1">
                                  <a:latin typeface="Cambria Math" panose="02040503050406030204" pitchFamily="18" charset="0"/>
                                </a:rPr>
                              </m:ctrlPr>
                            </m:accPr>
                            <m:e>
                              <m:r>
                                <a:rPr lang="en-US" altLang="zh-CN" i="1">
                                  <a:latin typeface="Cambria Math" panose="02040503050406030204" pitchFamily="18" charset="0"/>
                                </a:rPr>
                                <m:t>𝑉</m:t>
                              </m:r>
                            </m:e>
                          </m:acc>
                        </m:e>
                        <m:sub>
                          <m:r>
                            <a:rPr lang="en-US" altLang="zh-CN" i="1">
                              <a:latin typeface="Cambria Math" panose="02040503050406030204" pitchFamily="18" charset="0"/>
                            </a:rPr>
                            <m:t>1</m:t>
                          </m:r>
                        </m:sub>
                      </m:sSub>
                      <m:r>
                        <a:rPr lang="en-US" altLang="zh-CN" i="1">
                          <a:latin typeface="Cambria Math" panose="02040503050406030204" pitchFamily="18" charset="0"/>
                        </a:rPr>
                        <m:t>=2</m:t>
                      </m:r>
                      <m:sSup>
                        <m:sSupPr>
                          <m:ctrlPr>
                            <a:rPr lang="en-US" altLang="zh-CN" i="1">
                              <a:latin typeface="Cambria Math" panose="02040503050406030204" pitchFamily="18" charset="0"/>
                            </a:rPr>
                          </m:ctrlPr>
                        </m:sSupPr>
                        <m:e>
                          <m:acc>
                            <m:accPr>
                              <m:chr m:val="̂"/>
                              <m:ctrlPr>
                                <a:rPr lang="en-US" altLang="zh-CN" i="1">
                                  <a:latin typeface="Cambria Math" panose="02040503050406030204" pitchFamily="18" charset="0"/>
                                </a:rPr>
                              </m:ctrlPr>
                            </m:accPr>
                            <m:e>
                              <m:r>
                                <a:rPr lang="en-US" altLang="zh-CN" i="1">
                                  <a:latin typeface="Cambria Math" panose="02040503050406030204" pitchFamily="18" charset="0"/>
                                </a:rPr>
                                <m:t>𝑞</m:t>
                              </m:r>
                            </m:e>
                          </m:acc>
                        </m:e>
                        <m:sup>
                          <m:r>
                            <m:rPr>
                              <m:sty m:val="p"/>
                            </m:rPr>
                            <a:rPr lang="en-US" altLang="zh-CN" i="1">
                              <a:latin typeface="Cambria Math" panose="02040503050406030204" pitchFamily="18" charset="0"/>
                            </a:rPr>
                            <m:t>T</m:t>
                          </m:r>
                        </m:sup>
                      </m:sSup>
                      <m:acc>
                        <m:accPr>
                          <m:chr m:val="̇"/>
                          <m:ctrlPr>
                            <a:rPr lang="en-US" altLang="zh-CN" i="1">
                              <a:solidFill>
                                <a:srgbClr val="FFFF00"/>
                              </a:solidFill>
                              <a:latin typeface="Cambria Math" panose="02040503050406030204" pitchFamily="18" charset="0"/>
                            </a:rPr>
                          </m:ctrlPr>
                        </m:accPr>
                        <m:e>
                          <m:acc>
                            <m:accPr>
                              <m:chr m:val="̂"/>
                              <m:ctrlPr>
                                <a:rPr lang="en-US" altLang="zh-CN" i="1">
                                  <a:solidFill>
                                    <a:srgbClr val="FFFF00"/>
                                  </a:solidFill>
                                  <a:latin typeface="Cambria Math" panose="02040503050406030204" pitchFamily="18" charset="0"/>
                                </a:rPr>
                              </m:ctrlPr>
                            </m:accPr>
                            <m:e>
                              <m:r>
                                <a:rPr lang="en-US" altLang="zh-CN" i="1">
                                  <a:solidFill>
                                    <a:srgbClr val="FFFF00"/>
                                  </a:solidFill>
                                  <a:latin typeface="Cambria Math" panose="02040503050406030204" pitchFamily="18" charset="0"/>
                                </a:rPr>
                                <m:t>𝑞</m:t>
                              </m:r>
                            </m:e>
                          </m:acc>
                        </m:e>
                      </m:acc>
                      <m:r>
                        <a:rPr lang="en-US" altLang="zh-CN" i="1">
                          <a:latin typeface="Cambria Math" panose="02040503050406030204" pitchFamily="18" charset="0"/>
                        </a:rPr>
                        <m:t>+2</m:t>
                      </m:r>
                      <m:d>
                        <m:dPr>
                          <m:ctrlPr>
                            <a:rPr lang="en-US" altLang="zh-CN" i="1">
                              <a:latin typeface="Cambria Math" panose="02040503050406030204" pitchFamily="18" charset="0"/>
                            </a:rPr>
                          </m:ctrlPr>
                        </m:dPr>
                        <m:e>
                          <m:r>
                            <a:rPr lang="en-US" altLang="zh-CN" i="1">
                              <a:latin typeface="Cambria Math" panose="02040503050406030204" pitchFamily="18" charset="0"/>
                            </a:rPr>
                            <m:t>1−</m:t>
                          </m:r>
                          <m:acc>
                            <m:accPr>
                              <m:chr m:val="̅"/>
                              <m:ctrlPr>
                                <a:rPr lang="en-US" altLang="zh-CN" i="1">
                                  <a:latin typeface="Cambria Math" panose="02040503050406030204" pitchFamily="18" charset="0"/>
                                </a:rPr>
                              </m:ctrlPr>
                            </m:accPr>
                            <m:e>
                              <m:r>
                                <a:rPr lang="en-US" altLang="zh-CN" i="1">
                                  <a:latin typeface="Cambria Math" panose="02040503050406030204" pitchFamily="18" charset="0"/>
                                </a:rPr>
                                <m:t>𝑞</m:t>
                              </m:r>
                            </m:e>
                          </m:acc>
                        </m:e>
                      </m:d>
                      <m:acc>
                        <m:accPr>
                          <m:chr m:val="̇"/>
                          <m:ctrlPr>
                            <a:rPr lang="en-US" altLang="zh-CN" i="1">
                              <a:solidFill>
                                <a:srgbClr val="FFFF00"/>
                              </a:solidFill>
                              <a:latin typeface="Cambria Math" panose="02040503050406030204" pitchFamily="18" charset="0"/>
                            </a:rPr>
                          </m:ctrlPr>
                        </m:accPr>
                        <m:e>
                          <m:acc>
                            <m:accPr>
                              <m:chr m:val="̅"/>
                              <m:ctrlPr>
                                <a:rPr lang="en-US" altLang="zh-CN" i="1">
                                  <a:solidFill>
                                    <a:srgbClr val="FFFF00"/>
                                  </a:solidFill>
                                  <a:latin typeface="Cambria Math" panose="02040503050406030204" pitchFamily="18" charset="0"/>
                                </a:rPr>
                              </m:ctrlPr>
                            </m:accPr>
                            <m:e>
                              <m:r>
                                <a:rPr lang="en-US" altLang="zh-CN" i="1">
                                  <a:solidFill>
                                    <a:srgbClr val="FFFF00"/>
                                  </a:solidFill>
                                  <a:latin typeface="Cambria Math" panose="02040503050406030204" pitchFamily="18" charset="0"/>
                                </a:rPr>
                                <m:t>𝑞</m:t>
                              </m:r>
                            </m:e>
                          </m:acc>
                        </m:e>
                      </m:acc>
                      <m:r>
                        <a:rPr lang="en-US" altLang="zh-CN" i="1">
                          <a:latin typeface="Cambria Math" panose="02040503050406030204" pitchFamily="18" charset="0"/>
                        </a:rPr>
                        <m:t>                               </m:t>
                      </m:r>
                    </m:oMath>
                  </m:oMathPara>
                </a14:m>
                <a:endParaRPr lang="en-US" altLang="zh-CN" i="1" dirty="0">
                  <a:latin typeface="Cambria Math" panose="02040503050406030204" pitchFamily="18" charset="0"/>
                </a:endParaRPr>
              </a:p>
              <a:p>
                <a:pPr marL="118872" indent="0">
                  <a:buNone/>
                </a:pPr>
                <a14:m>
                  <m:oMathPara xmlns:m="http://schemas.openxmlformats.org/officeDocument/2006/math">
                    <m:oMathParaPr>
                      <m:jc m:val="centerGroup"/>
                    </m:oMathParaPr>
                    <m:oMath xmlns:m="http://schemas.openxmlformats.org/officeDocument/2006/math">
                      <m:r>
                        <a:rPr lang="en-US" altLang="zh-CN" i="1">
                          <a:latin typeface="Cambria Math" panose="02040503050406030204" pitchFamily="18" charset="0"/>
                        </a:rPr>
                        <m:t>=2</m:t>
                      </m:r>
                      <m:d>
                        <m:dPr>
                          <m:begChr m:val="["/>
                          <m:endChr m:val="]"/>
                          <m:ctrlPr>
                            <a:rPr lang="en-US" altLang="zh-CN" i="1">
                              <a:solidFill>
                                <a:srgbClr val="FFFF00"/>
                              </a:solidFill>
                              <a:latin typeface="Cambria Math" panose="02040503050406030204" pitchFamily="18" charset="0"/>
                            </a:rPr>
                          </m:ctrlPr>
                        </m:dPr>
                        <m:e>
                          <m:m>
                            <m:mPr>
                              <m:mcs>
                                <m:mc>
                                  <m:mcPr>
                                    <m:count m:val="2"/>
                                    <m:mcJc m:val="center"/>
                                  </m:mcPr>
                                </m:mc>
                              </m:mcs>
                              <m:ctrlPr>
                                <a:rPr lang="en-US" altLang="zh-CN" i="1">
                                  <a:solidFill>
                                    <a:srgbClr val="FFFF00"/>
                                  </a:solidFill>
                                  <a:latin typeface="Cambria Math" panose="02040503050406030204" pitchFamily="18" charset="0"/>
                                </a:rPr>
                              </m:ctrlPr>
                            </m:mPr>
                            <m:mr>
                              <m:e>
                                <m:acc>
                                  <m:accPr>
                                    <m:chr m:val="̇"/>
                                    <m:ctrlPr>
                                      <a:rPr lang="en-US" altLang="zh-CN" i="1">
                                        <a:solidFill>
                                          <a:srgbClr val="FFFF00"/>
                                        </a:solidFill>
                                        <a:latin typeface="Cambria Math" panose="02040503050406030204" pitchFamily="18" charset="0"/>
                                      </a:rPr>
                                    </m:ctrlPr>
                                  </m:accPr>
                                  <m:e>
                                    <m:acc>
                                      <m:accPr>
                                        <m:chr m:val="̅"/>
                                        <m:ctrlPr>
                                          <a:rPr lang="en-US" altLang="zh-CN" i="1">
                                            <a:solidFill>
                                              <a:srgbClr val="FFFF00"/>
                                            </a:solidFill>
                                            <a:latin typeface="Cambria Math" panose="02040503050406030204" pitchFamily="18" charset="0"/>
                                          </a:rPr>
                                        </m:ctrlPr>
                                      </m:accPr>
                                      <m:e>
                                        <m:r>
                                          <a:rPr lang="en-US" altLang="zh-CN" i="1">
                                            <a:solidFill>
                                              <a:srgbClr val="FFFF00"/>
                                            </a:solidFill>
                                            <a:latin typeface="Cambria Math" panose="02040503050406030204" pitchFamily="18" charset="0"/>
                                          </a:rPr>
                                          <m:t>𝑞</m:t>
                                        </m:r>
                                      </m:e>
                                    </m:acc>
                                  </m:e>
                                </m:acc>
                              </m:e>
                              <m:e>
                                <m:sSup>
                                  <m:sSupPr>
                                    <m:ctrlPr>
                                      <a:rPr lang="en-US" altLang="zh-CN" i="1">
                                        <a:solidFill>
                                          <a:srgbClr val="FFFF00"/>
                                        </a:solidFill>
                                        <a:latin typeface="Cambria Math" panose="02040503050406030204" pitchFamily="18" charset="0"/>
                                      </a:rPr>
                                    </m:ctrlPr>
                                  </m:sSupPr>
                                  <m:e>
                                    <m:acc>
                                      <m:accPr>
                                        <m:chr m:val="̇"/>
                                        <m:ctrlPr>
                                          <a:rPr lang="en-US" altLang="zh-CN" i="1">
                                            <a:solidFill>
                                              <a:srgbClr val="FFFF00"/>
                                            </a:solidFill>
                                            <a:latin typeface="Cambria Math" panose="02040503050406030204" pitchFamily="18" charset="0"/>
                                          </a:rPr>
                                        </m:ctrlPr>
                                      </m:accPr>
                                      <m:e>
                                        <m:acc>
                                          <m:accPr>
                                            <m:chr m:val="̂"/>
                                            <m:ctrlPr>
                                              <a:rPr lang="en-US" altLang="zh-CN" i="1">
                                                <a:solidFill>
                                                  <a:srgbClr val="FFFF00"/>
                                                </a:solidFill>
                                                <a:latin typeface="Cambria Math" panose="02040503050406030204" pitchFamily="18" charset="0"/>
                                              </a:rPr>
                                            </m:ctrlPr>
                                          </m:accPr>
                                          <m:e>
                                            <m:r>
                                              <a:rPr lang="en-US" altLang="zh-CN" i="1">
                                                <a:solidFill>
                                                  <a:srgbClr val="FFFF00"/>
                                                </a:solidFill>
                                                <a:latin typeface="Cambria Math" panose="02040503050406030204" pitchFamily="18" charset="0"/>
                                              </a:rPr>
                                              <m:t>𝑞</m:t>
                                            </m:r>
                                          </m:e>
                                        </m:acc>
                                      </m:e>
                                    </m:acc>
                                  </m:e>
                                  <m:sup>
                                    <m:r>
                                      <m:rPr>
                                        <m:sty m:val="p"/>
                                      </m:rPr>
                                      <a:rPr lang="en-US" altLang="zh-CN" i="1">
                                        <a:solidFill>
                                          <a:srgbClr val="FFFF00"/>
                                        </a:solidFill>
                                        <a:latin typeface="Cambria Math" panose="02040503050406030204" pitchFamily="18" charset="0"/>
                                      </a:rPr>
                                      <m:t>T</m:t>
                                    </m:r>
                                  </m:sup>
                                </m:sSup>
                              </m:e>
                            </m:mr>
                          </m:m>
                        </m:e>
                      </m:d>
                      <m:d>
                        <m:dPr>
                          <m:begChr m:val="["/>
                          <m:endChr m:val="]"/>
                          <m:ctrlPr>
                            <a:rPr lang="en-US" altLang="zh-CN" i="1">
                              <a:latin typeface="Cambria Math" panose="02040503050406030204" pitchFamily="18" charset="0"/>
                            </a:rPr>
                          </m:ctrlPr>
                        </m:dPr>
                        <m:e>
                          <m:m>
                            <m:mPr>
                              <m:mcs>
                                <m:mc>
                                  <m:mcPr>
                                    <m:count m:val="1"/>
                                    <m:mcJc m:val="center"/>
                                  </m:mcPr>
                                </m:mc>
                              </m:mcs>
                              <m:ctrlPr>
                                <a:rPr lang="en-US" altLang="zh-CN" i="1">
                                  <a:latin typeface="Cambria Math" panose="02040503050406030204" pitchFamily="18" charset="0"/>
                                </a:rPr>
                              </m:ctrlPr>
                            </m:mPr>
                            <m:mr>
                              <m:e>
                                <m:acc>
                                  <m:accPr>
                                    <m:chr m:val="̅"/>
                                    <m:ctrlPr>
                                      <a:rPr lang="en-US" altLang="zh-CN" i="1">
                                        <a:latin typeface="Cambria Math" panose="02040503050406030204" pitchFamily="18" charset="0"/>
                                      </a:rPr>
                                    </m:ctrlPr>
                                  </m:accPr>
                                  <m:e>
                                    <m:r>
                                      <a:rPr lang="en-US" altLang="zh-CN" i="1">
                                        <a:latin typeface="Cambria Math" panose="02040503050406030204" pitchFamily="18" charset="0"/>
                                      </a:rPr>
                                      <m:t>𝑞</m:t>
                                    </m:r>
                                  </m:e>
                                </m:acc>
                                <m:r>
                                  <a:rPr lang="en-US" altLang="zh-CN" i="1">
                                    <a:latin typeface="Cambria Math" panose="02040503050406030204" pitchFamily="18" charset="0"/>
                                  </a:rPr>
                                  <m:t>−1</m:t>
                                </m:r>
                              </m:e>
                            </m:mr>
                            <m:mr>
                              <m:e>
                                <m:acc>
                                  <m:accPr>
                                    <m:chr m:val="̂"/>
                                    <m:ctrlPr>
                                      <a:rPr lang="en-US" altLang="zh-CN" i="1">
                                        <a:latin typeface="Cambria Math" panose="02040503050406030204" pitchFamily="18" charset="0"/>
                                      </a:rPr>
                                    </m:ctrlPr>
                                  </m:accPr>
                                  <m:e>
                                    <m:r>
                                      <a:rPr lang="en-US" altLang="zh-CN" i="1">
                                        <a:latin typeface="Cambria Math" panose="02040503050406030204" pitchFamily="18" charset="0"/>
                                      </a:rPr>
                                      <m:t>𝑞</m:t>
                                    </m:r>
                                  </m:e>
                                </m:acc>
                              </m:e>
                            </m:mr>
                          </m:m>
                        </m:e>
                      </m:d>
                      <m:r>
                        <a:rPr lang="en-US" altLang="zh-CN" i="1">
                          <a:latin typeface="Cambria Math" panose="02040503050406030204" pitchFamily="18" charset="0"/>
                        </a:rPr>
                        <m:t>                            </m:t>
                      </m:r>
                    </m:oMath>
                  </m:oMathPara>
                </a14:m>
                <a:endParaRPr lang="en-US" altLang="zh-CN" i="1" dirty="0">
                  <a:latin typeface="Cambria Math" panose="02040503050406030204" pitchFamily="18" charset="0"/>
                </a:endParaRPr>
              </a:p>
              <a:p>
                <a:pPr marL="118872" indent="0">
                  <a:buNone/>
                </a:pPr>
                <a14:m>
                  <m:oMathPara xmlns:m="http://schemas.openxmlformats.org/officeDocument/2006/math">
                    <m:oMathParaPr>
                      <m:jc m:val="centerGroup"/>
                    </m:oMathParaPr>
                    <m:oMath xmlns:m="http://schemas.openxmlformats.org/officeDocument/2006/math">
                      <m:r>
                        <a:rPr lang="en-US" altLang="zh-CN" i="1">
                          <a:latin typeface="Cambria Math" panose="02040503050406030204" pitchFamily="18" charset="0"/>
                        </a:rPr>
                        <m:t>=</m:t>
                      </m:r>
                      <m:sSup>
                        <m:sSupPr>
                          <m:ctrlPr>
                            <a:rPr lang="en-US" altLang="zh-CN" i="1">
                              <a:latin typeface="Cambria Math" panose="02040503050406030204" pitchFamily="18" charset="0"/>
                            </a:rPr>
                          </m:ctrlPr>
                        </m:sSupPr>
                        <m:e>
                          <m:r>
                            <a:rPr lang="zh-CN" altLang="en-US" i="1">
                              <a:latin typeface="Cambria Math" panose="02040503050406030204" pitchFamily="18" charset="0"/>
                            </a:rPr>
                            <m:t>𝜔</m:t>
                          </m:r>
                        </m:e>
                        <m:sup>
                          <m:r>
                            <m:rPr>
                              <m:sty m:val="p"/>
                            </m:rPr>
                            <a:rPr lang="en-US" altLang="zh-CN" i="1">
                              <a:latin typeface="Cambria Math" panose="02040503050406030204" pitchFamily="18" charset="0"/>
                            </a:rPr>
                            <m:t>T</m:t>
                          </m:r>
                        </m:sup>
                      </m:sSup>
                      <m:d>
                        <m:dPr>
                          <m:begChr m:val="["/>
                          <m:endChr m:val="]"/>
                          <m:ctrlPr>
                            <a:rPr lang="en-US" altLang="zh-CN" i="1">
                              <a:latin typeface="Cambria Math" panose="02040503050406030204" pitchFamily="18" charset="0"/>
                            </a:rPr>
                          </m:ctrlPr>
                        </m:dPr>
                        <m:e>
                          <m:m>
                            <m:mPr>
                              <m:mcs>
                                <m:mc>
                                  <m:mcPr>
                                    <m:count m:val="2"/>
                                    <m:mcJc m:val="center"/>
                                  </m:mcPr>
                                </m:mc>
                              </m:mcs>
                              <m:ctrlPr>
                                <a:rPr lang="en-US" altLang="zh-CN" i="1">
                                  <a:latin typeface="Cambria Math" panose="02040503050406030204" pitchFamily="18" charset="0"/>
                                </a:rPr>
                              </m:ctrlPr>
                            </m:mPr>
                            <m:mr>
                              <m:e>
                                <m:r>
                                  <m:rPr>
                                    <m:brk m:alnAt="7"/>
                                  </m:rPr>
                                  <a:rPr lang="en-US" altLang="zh-CN" i="1">
                                    <a:latin typeface="Cambria Math" panose="02040503050406030204" pitchFamily="18" charset="0"/>
                                  </a:rPr>
                                  <m:t>−</m:t>
                                </m:r>
                                <m:sSup>
                                  <m:sSupPr>
                                    <m:ctrlPr>
                                      <a:rPr lang="en-US" altLang="zh-CN" i="1">
                                        <a:latin typeface="Cambria Math" panose="02040503050406030204" pitchFamily="18" charset="0"/>
                                      </a:rPr>
                                    </m:ctrlPr>
                                  </m:sSupPr>
                                  <m:e>
                                    <m:acc>
                                      <m:accPr>
                                        <m:chr m:val="̅"/>
                                        <m:ctrlPr>
                                          <a:rPr lang="en-US" altLang="zh-CN" i="1">
                                            <a:latin typeface="Cambria Math" panose="02040503050406030204" pitchFamily="18" charset="0"/>
                                          </a:rPr>
                                        </m:ctrlPr>
                                      </m:accPr>
                                      <m:e>
                                        <m:r>
                                          <a:rPr lang="en-US" altLang="zh-CN" i="1">
                                            <a:latin typeface="Cambria Math" panose="02040503050406030204" pitchFamily="18" charset="0"/>
                                          </a:rPr>
                                          <m:t>𝑞</m:t>
                                        </m:r>
                                      </m:e>
                                    </m:acc>
                                  </m:e>
                                  <m:sup>
                                    <m:r>
                                      <m:rPr>
                                        <m:sty m:val="p"/>
                                      </m:rPr>
                                      <a:rPr lang="en-US" altLang="zh-CN" i="1">
                                        <a:latin typeface="Cambria Math" panose="02040503050406030204" pitchFamily="18" charset="0"/>
                                      </a:rPr>
                                      <m:t>T</m:t>
                                    </m:r>
                                  </m:sup>
                                </m:sSup>
                              </m:e>
                              <m:e>
                                <m:acc>
                                  <m:accPr>
                                    <m:chr m:val="̅"/>
                                    <m:ctrlPr>
                                      <a:rPr lang="en-US" altLang="zh-CN" i="1">
                                        <a:latin typeface="Cambria Math" panose="02040503050406030204" pitchFamily="18" charset="0"/>
                                      </a:rPr>
                                    </m:ctrlPr>
                                  </m:accPr>
                                  <m:e>
                                    <m:r>
                                      <a:rPr lang="en-US" altLang="zh-CN" i="1">
                                        <a:latin typeface="Cambria Math" panose="02040503050406030204" pitchFamily="18" charset="0"/>
                                      </a:rPr>
                                      <m:t>𝑞</m:t>
                                    </m:r>
                                  </m:e>
                                </m:acc>
                                <m:sSub>
                                  <m:sSubPr>
                                    <m:ctrlPr>
                                      <a:rPr lang="en-US" altLang="zh-CN" i="1">
                                        <a:latin typeface="Cambria Math" panose="02040503050406030204" pitchFamily="18" charset="0"/>
                                      </a:rPr>
                                    </m:ctrlPr>
                                  </m:sSubPr>
                                  <m:e>
                                    <m:r>
                                      <a:rPr lang="en-US" altLang="zh-CN" i="1">
                                        <a:latin typeface="Cambria Math" panose="02040503050406030204" pitchFamily="18" charset="0"/>
                                      </a:rPr>
                                      <m:t>𝐼</m:t>
                                    </m:r>
                                  </m:e>
                                  <m:sub>
                                    <m:r>
                                      <a:rPr lang="en-US" altLang="zh-CN" i="1">
                                        <a:latin typeface="Cambria Math" panose="02040503050406030204" pitchFamily="18" charset="0"/>
                                      </a:rPr>
                                      <m:t>3</m:t>
                                    </m:r>
                                    <m:r>
                                      <a:rPr lang="en-US" altLang="zh-CN" i="1">
                                        <a:latin typeface="Cambria Math" panose="02040503050406030204" pitchFamily="18" charset="0"/>
                                        <a:ea typeface="Cambria Math" panose="02040503050406030204" pitchFamily="18" charset="0"/>
                                      </a:rPr>
                                      <m:t>×3</m:t>
                                    </m:r>
                                  </m:sub>
                                </m:sSub>
                                <m:r>
                                  <a:rPr lang="en-US" altLang="zh-CN" i="1">
                                    <a:latin typeface="Cambria Math" panose="02040503050406030204" pitchFamily="18" charset="0"/>
                                  </a:rPr>
                                  <m:t>+</m:t>
                                </m:r>
                                <m:sSup>
                                  <m:sSupPr>
                                    <m:ctrlPr>
                                      <a:rPr lang="en-US" altLang="zh-CN" i="1">
                                        <a:latin typeface="Cambria Math" panose="02040503050406030204" pitchFamily="18" charset="0"/>
                                      </a:rPr>
                                    </m:ctrlPr>
                                  </m:sSupPr>
                                  <m:e>
                                    <m:sSup>
                                      <m:sSupPr>
                                        <m:ctrlPr>
                                          <a:rPr lang="en-US" altLang="zh-CN" i="1">
                                            <a:latin typeface="Cambria Math" panose="02040503050406030204" pitchFamily="18" charset="0"/>
                                          </a:rPr>
                                        </m:ctrlPr>
                                      </m:sSupPr>
                                      <m:e>
                                        <m:acc>
                                          <m:accPr>
                                            <m:chr m:val="̂"/>
                                            <m:ctrlPr>
                                              <a:rPr lang="en-US" altLang="zh-CN" i="1">
                                                <a:latin typeface="Cambria Math" panose="02040503050406030204" pitchFamily="18" charset="0"/>
                                              </a:rPr>
                                            </m:ctrlPr>
                                          </m:accPr>
                                          <m:e>
                                            <m:r>
                                              <a:rPr lang="en-US" altLang="zh-CN" i="1">
                                                <a:latin typeface="Cambria Math" panose="02040503050406030204" pitchFamily="18" charset="0"/>
                                              </a:rPr>
                                              <m:t>𝑞</m:t>
                                            </m:r>
                                          </m:e>
                                        </m:acc>
                                      </m:e>
                                      <m:sup>
                                        <m:r>
                                          <a:rPr lang="en-US" altLang="zh-CN" i="1">
                                            <a:latin typeface="Cambria Math" panose="02040503050406030204" pitchFamily="18" charset="0"/>
                                            <a:ea typeface="Cambria Math" panose="02040503050406030204" pitchFamily="18" charset="0"/>
                                          </a:rPr>
                                          <m:t>×</m:t>
                                        </m:r>
                                      </m:sup>
                                    </m:sSup>
                                  </m:e>
                                  <m:sup>
                                    <m:r>
                                      <m:rPr>
                                        <m:sty m:val="p"/>
                                      </m:rPr>
                                      <a:rPr lang="en-US" altLang="zh-CN" i="1">
                                        <a:latin typeface="Cambria Math" panose="02040503050406030204" pitchFamily="18" charset="0"/>
                                      </a:rPr>
                                      <m:t>T</m:t>
                                    </m:r>
                                  </m:sup>
                                </m:sSup>
                              </m:e>
                            </m:mr>
                          </m:m>
                        </m:e>
                      </m:d>
                      <m:d>
                        <m:dPr>
                          <m:begChr m:val="["/>
                          <m:endChr m:val="]"/>
                          <m:ctrlPr>
                            <a:rPr lang="en-US" altLang="zh-CN" i="1">
                              <a:latin typeface="Cambria Math" panose="02040503050406030204" pitchFamily="18" charset="0"/>
                            </a:rPr>
                          </m:ctrlPr>
                        </m:dPr>
                        <m:e>
                          <m:m>
                            <m:mPr>
                              <m:mcs>
                                <m:mc>
                                  <m:mcPr>
                                    <m:count m:val="1"/>
                                    <m:mcJc m:val="center"/>
                                  </m:mcPr>
                                </m:mc>
                              </m:mcs>
                              <m:ctrlPr>
                                <a:rPr lang="en-US" altLang="zh-CN" i="1">
                                  <a:latin typeface="Cambria Math" panose="02040503050406030204" pitchFamily="18" charset="0"/>
                                </a:rPr>
                              </m:ctrlPr>
                            </m:mPr>
                            <m:mr>
                              <m:e>
                                <m:acc>
                                  <m:accPr>
                                    <m:chr m:val="̅"/>
                                    <m:ctrlPr>
                                      <a:rPr lang="en-US" altLang="zh-CN" i="1">
                                        <a:latin typeface="Cambria Math" panose="02040503050406030204" pitchFamily="18" charset="0"/>
                                      </a:rPr>
                                    </m:ctrlPr>
                                  </m:accPr>
                                  <m:e>
                                    <m:r>
                                      <a:rPr lang="en-US" altLang="zh-CN" i="1">
                                        <a:latin typeface="Cambria Math" panose="02040503050406030204" pitchFamily="18" charset="0"/>
                                      </a:rPr>
                                      <m:t>𝑞</m:t>
                                    </m:r>
                                  </m:e>
                                </m:acc>
                                <m:r>
                                  <a:rPr lang="en-US" altLang="zh-CN" i="1">
                                    <a:latin typeface="Cambria Math" panose="02040503050406030204" pitchFamily="18" charset="0"/>
                                  </a:rPr>
                                  <m:t>−1</m:t>
                                </m:r>
                              </m:e>
                            </m:mr>
                            <m:mr>
                              <m:e>
                                <m:acc>
                                  <m:accPr>
                                    <m:chr m:val="̂"/>
                                    <m:ctrlPr>
                                      <a:rPr lang="en-US" altLang="zh-CN" i="1">
                                        <a:latin typeface="Cambria Math" panose="02040503050406030204" pitchFamily="18" charset="0"/>
                                      </a:rPr>
                                    </m:ctrlPr>
                                  </m:accPr>
                                  <m:e>
                                    <m:r>
                                      <a:rPr lang="en-US" altLang="zh-CN" i="1">
                                        <a:latin typeface="Cambria Math" panose="02040503050406030204" pitchFamily="18" charset="0"/>
                                      </a:rPr>
                                      <m:t>𝑞</m:t>
                                    </m:r>
                                  </m:e>
                                </m:acc>
                              </m:e>
                            </m:mr>
                          </m:m>
                        </m:e>
                      </m:d>
                    </m:oMath>
                  </m:oMathPara>
                </a14:m>
                <a:endParaRPr lang="en-US" altLang="zh-CN" i="1" dirty="0">
                  <a:latin typeface="Cambria Math" panose="02040503050406030204" pitchFamily="18" charset="0"/>
                </a:endParaRPr>
              </a:p>
              <a:p>
                <a:pPr marL="118872" indent="0">
                  <a:buNone/>
                </a:pPr>
                <a14:m>
                  <m:oMathPara xmlns:m="http://schemas.openxmlformats.org/officeDocument/2006/math">
                    <m:oMathParaPr>
                      <m:jc m:val="centerGroup"/>
                    </m:oMathParaPr>
                    <m:oMath xmlns:m="http://schemas.openxmlformats.org/officeDocument/2006/math">
                      <m:r>
                        <a:rPr lang="en-US" altLang="zh-CN" i="1">
                          <a:latin typeface="Cambria Math" panose="02040503050406030204" pitchFamily="18" charset="0"/>
                        </a:rPr>
                        <m:t>=</m:t>
                      </m:r>
                      <m:sSup>
                        <m:sSupPr>
                          <m:ctrlPr>
                            <a:rPr lang="en-US" altLang="zh-CN" i="1">
                              <a:latin typeface="Cambria Math" panose="02040503050406030204" pitchFamily="18" charset="0"/>
                            </a:rPr>
                          </m:ctrlPr>
                        </m:sSupPr>
                        <m:e>
                          <m:r>
                            <a:rPr lang="zh-CN" altLang="en-US" i="1">
                              <a:latin typeface="Cambria Math" panose="02040503050406030204" pitchFamily="18" charset="0"/>
                            </a:rPr>
                            <m:t>𝜔</m:t>
                          </m:r>
                        </m:e>
                        <m:sup>
                          <m:r>
                            <m:rPr>
                              <m:sty m:val="p"/>
                            </m:rPr>
                            <a:rPr lang="en-US" altLang="zh-CN" i="1">
                              <a:latin typeface="Cambria Math" panose="02040503050406030204" pitchFamily="18" charset="0"/>
                            </a:rPr>
                            <m:t>T</m:t>
                          </m:r>
                        </m:sup>
                      </m:sSup>
                      <m:d>
                        <m:dPr>
                          <m:ctrlPr>
                            <a:rPr lang="en-US" altLang="zh-CN" i="1">
                              <a:latin typeface="Cambria Math" panose="02040503050406030204" pitchFamily="18" charset="0"/>
                            </a:rPr>
                          </m:ctrlPr>
                        </m:dPr>
                        <m:e>
                          <m:r>
                            <a:rPr lang="en-US" altLang="zh-CN" i="1">
                              <a:latin typeface="Cambria Math" panose="02040503050406030204" pitchFamily="18" charset="0"/>
                            </a:rPr>
                            <m:t>−</m:t>
                          </m:r>
                          <m:acc>
                            <m:accPr>
                              <m:chr m:val="̅"/>
                              <m:ctrlPr>
                                <a:rPr lang="en-US" altLang="zh-CN" i="1">
                                  <a:latin typeface="Cambria Math" panose="02040503050406030204" pitchFamily="18" charset="0"/>
                                </a:rPr>
                              </m:ctrlPr>
                            </m:accPr>
                            <m:e>
                              <m:r>
                                <a:rPr lang="en-US" altLang="zh-CN" i="1">
                                  <a:latin typeface="Cambria Math" panose="02040503050406030204" pitchFamily="18" charset="0"/>
                                </a:rPr>
                                <m:t>𝑞</m:t>
                              </m:r>
                            </m:e>
                          </m:acc>
                          <m:acc>
                            <m:accPr>
                              <m:chr m:val="̂"/>
                              <m:ctrlPr>
                                <a:rPr lang="en-US" altLang="zh-CN" i="1">
                                  <a:latin typeface="Cambria Math" panose="02040503050406030204" pitchFamily="18" charset="0"/>
                                </a:rPr>
                              </m:ctrlPr>
                            </m:accPr>
                            <m:e>
                              <m:r>
                                <a:rPr lang="en-US" altLang="zh-CN" i="1">
                                  <a:latin typeface="Cambria Math" panose="02040503050406030204" pitchFamily="18" charset="0"/>
                                </a:rPr>
                                <m:t>𝑞</m:t>
                              </m:r>
                            </m:e>
                          </m:acc>
                          <m:r>
                            <a:rPr lang="en-US" altLang="zh-CN" i="1">
                              <a:latin typeface="Cambria Math" panose="02040503050406030204" pitchFamily="18" charset="0"/>
                            </a:rPr>
                            <m:t>+</m:t>
                          </m:r>
                          <m:acc>
                            <m:accPr>
                              <m:chr m:val="̂"/>
                              <m:ctrlPr>
                                <a:rPr lang="en-US" altLang="zh-CN" i="1">
                                  <a:latin typeface="Cambria Math" panose="02040503050406030204" pitchFamily="18" charset="0"/>
                                </a:rPr>
                              </m:ctrlPr>
                            </m:accPr>
                            <m:e>
                              <m:r>
                                <a:rPr lang="en-US" altLang="zh-CN" i="1">
                                  <a:latin typeface="Cambria Math" panose="02040503050406030204" pitchFamily="18" charset="0"/>
                                </a:rPr>
                                <m:t>𝑞</m:t>
                              </m:r>
                            </m:e>
                          </m:acc>
                          <m:r>
                            <a:rPr lang="en-US" altLang="zh-CN" i="1">
                              <a:latin typeface="Cambria Math" panose="02040503050406030204" pitchFamily="18" charset="0"/>
                            </a:rPr>
                            <m:t>+</m:t>
                          </m:r>
                          <m:acc>
                            <m:accPr>
                              <m:chr m:val="̅"/>
                              <m:ctrlPr>
                                <a:rPr lang="en-US" altLang="zh-CN" i="1">
                                  <a:latin typeface="Cambria Math" panose="02040503050406030204" pitchFamily="18" charset="0"/>
                                </a:rPr>
                              </m:ctrlPr>
                            </m:accPr>
                            <m:e>
                              <m:r>
                                <a:rPr lang="en-US" altLang="zh-CN" i="1">
                                  <a:latin typeface="Cambria Math" panose="02040503050406030204" pitchFamily="18" charset="0"/>
                                </a:rPr>
                                <m:t>𝑞</m:t>
                              </m:r>
                            </m:e>
                          </m:acc>
                          <m:acc>
                            <m:accPr>
                              <m:chr m:val="̂"/>
                              <m:ctrlPr>
                                <a:rPr lang="en-US" altLang="zh-CN" i="1">
                                  <a:latin typeface="Cambria Math" panose="02040503050406030204" pitchFamily="18" charset="0"/>
                                </a:rPr>
                              </m:ctrlPr>
                            </m:accPr>
                            <m:e>
                              <m:r>
                                <a:rPr lang="en-US" altLang="zh-CN" i="1">
                                  <a:latin typeface="Cambria Math" panose="02040503050406030204" pitchFamily="18" charset="0"/>
                                </a:rPr>
                                <m:t>𝑞</m:t>
                              </m:r>
                            </m:e>
                          </m:acc>
                          <m:r>
                            <a:rPr lang="en-US" altLang="zh-CN" i="1">
                              <a:latin typeface="Cambria Math" panose="02040503050406030204" pitchFamily="18" charset="0"/>
                            </a:rPr>
                            <m:t>+</m:t>
                          </m:r>
                          <m:sSup>
                            <m:sSupPr>
                              <m:ctrlPr>
                                <a:rPr lang="en-US" altLang="zh-CN" i="1">
                                  <a:latin typeface="Cambria Math" panose="02040503050406030204" pitchFamily="18" charset="0"/>
                                </a:rPr>
                              </m:ctrlPr>
                            </m:sSupPr>
                            <m:e>
                              <m:acc>
                                <m:accPr>
                                  <m:chr m:val="̂"/>
                                  <m:ctrlPr>
                                    <a:rPr lang="en-US" altLang="zh-CN" i="1">
                                      <a:latin typeface="Cambria Math" panose="02040503050406030204" pitchFamily="18" charset="0"/>
                                    </a:rPr>
                                  </m:ctrlPr>
                                </m:accPr>
                                <m:e>
                                  <m:r>
                                    <a:rPr lang="en-US" altLang="zh-CN" i="1">
                                      <a:latin typeface="Cambria Math" panose="02040503050406030204" pitchFamily="18" charset="0"/>
                                    </a:rPr>
                                    <m:t>𝑞</m:t>
                                  </m:r>
                                </m:e>
                              </m:acc>
                            </m:e>
                            <m:sup>
                              <m:r>
                                <a:rPr lang="en-US" altLang="zh-CN" i="1">
                                  <a:latin typeface="Cambria Math" panose="02040503050406030204" pitchFamily="18" charset="0"/>
                                  <a:ea typeface="Cambria Math" panose="02040503050406030204" pitchFamily="18" charset="0"/>
                                </a:rPr>
                                <m:t>×</m:t>
                              </m:r>
                            </m:sup>
                          </m:sSup>
                          <m:acc>
                            <m:accPr>
                              <m:chr m:val="̂"/>
                              <m:ctrlPr>
                                <a:rPr lang="en-US" altLang="zh-CN" i="1">
                                  <a:latin typeface="Cambria Math" panose="02040503050406030204" pitchFamily="18" charset="0"/>
                                </a:rPr>
                              </m:ctrlPr>
                            </m:accPr>
                            <m:e>
                              <m:r>
                                <a:rPr lang="en-US" altLang="zh-CN" i="1">
                                  <a:latin typeface="Cambria Math" panose="02040503050406030204" pitchFamily="18" charset="0"/>
                                </a:rPr>
                                <m:t>𝑞</m:t>
                              </m:r>
                            </m:e>
                          </m:acc>
                        </m:e>
                      </m:d>
                      <m:r>
                        <a:rPr lang="en-US" altLang="zh-CN" i="1">
                          <a:latin typeface="Cambria Math" panose="02040503050406030204" pitchFamily="18" charset="0"/>
                        </a:rPr>
                        <m:t>          </m:t>
                      </m:r>
                    </m:oMath>
                  </m:oMathPara>
                </a14:m>
                <a:endParaRPr lang="en-US" altLang="zh-CN" i="1" dirty="0">
                  <a:latin typeface="Cambria Math" panose="02040503050406030204" pitchFamily="18" charset="0"/>
                </a:endParaRPr>
              </a:p>
              <a:p>
                <a:pPr marL="118872" indent="0">
                  <a:buNone/>
                </a:pPr>
                <a14:m>
                  <m:oMathPara xmlns:m="http://schemas.openxmlformats.org/officeDocument/2006/math">
                    <m:oMathParaPr>
                      <m:jc m:val="centerGroup"/>
                    </m:oMathParaPr>
                    <m:oMath xmlns:m="http://schemas.openxmlformats.org/officeDocument/2006/math">
                      <m:r>
                        <a:rPr lang="en-US" altLang="zh-CN" i="1">
                          <a:latin typeface="Cambria Math" panose="02040503050406030204" pitchFamily="18" charset="0"/>
                        </a:rPr>
                        <m:t>=</m:t>
                      </m:r>
                      <m:sSup>
                        <m:sSupPr>
                          <m:ctrlPr>
                            <a:rPr lang="en-US" altLang="zh-CN" i="1">
                              <a:latin typeface="Cambria Math" panose="02040503050406030204" pitchFamily="18" charset="0"/>
                            </a:rPr>
                          </m:ctrlPr>
                        </m:sSupPr>
                        <m:e>
                          <m:r>
                            <a:rPr lang="zh-CN" altLang="en-US" i="1">
                              <a:latin typeface="Cambria Math" panose="02040503050406030204" pitchFamily="18" charset="0"/>
                            </a:rPr>
                            <m:t>𝜔</m:t>
                          </m:r>
                        </m:e>
                        <m:sup>
                          <m:r>
                            <m:rPr>
                              <m:sty m:val="p"/>
                            </m:rPr>
                            <a:rPr lang="en-US" altLang="zh-CN" i="1">
                              <a:latin typeface="Cambria Math" panose="02040503050406030204" pitchFamily="18" charset="0"/>
                            </a:rPr>
                            <m:t>T</m:t>
                          </m:r>
                        </m:sup>
                      </m:sSup>
                      <m:acc>
                        <m:accPr>
                          <m:chr m:val="̂"/>
                          <m:ctrlPr>
                            <a:rPr lang="en-US" altLang="zh-CN" i="1">
                              <a:latin typeface="Cambria Math" panose="02040503050406030204" pitchFamily="18" charset="0"/>
                            </a:rPr>
                          </m:ctrlPr>
                        </m:accPr>
                        <m:e>
                          <m:r>
                            <a:rPr lang="en-US" altLang="zh-CN" i="1">
                              <a:latin typeface="Cambria Math" panose="02040503050406030204" pitchFamily="18" charset="0"/>
                            </a:rPr>
                            <m:t>𝑞</m:t>
                          </m:r>
                        </m:e>
                      </m:acc>
                      <m:r>
                        <a:rPr lang="en-US" altLang="zh-CN" i="1">
                          <a:latin typeface="Cambria Math" panose="02040503050406030204" pitchFamily="18" charset="0"/>
                        </a:rPr>
                        <m:t>=</m:t>
                      </m:r>
                      <m:sSup>
                        <m:sSupPr>
                          <m:ctrlPr>
                            <a:rPr lang="en-US" altLang="zh-CN" i="1">
                              <a:latin typeface="Cambria Math" panose="02040503050406030204" pitchFamily="18" charset="0"/>
                            </a:rPr>
                          </m:ctrlPr>
                        </m:sSupPr>
                        <m:e>
                          <m:acc>
                            <m:accPr>
                              <m:chr m:val="̂"/>
                              <m:ctrlPr>
                                <a:rPr lang="en-US" altLang="zh-CN" i="1">
                                  <a:latin typeface="Cambria Math" panose="02040503050406030204" pitchFamily="18" charset="0"/>
                                </a:rPr>
                              </m:ctrlPr>
                            </m:accPr>
                            <m:e>
                              <m:r>
                                <a:rPr lang="en-US" altLang="zh-CN" i="1">
                                  <a:latin typeface="Cambria Math" panose="02040503050406030204" pitchFamily="18" charset="0"/>
                                </a:rPr>
                                <m:t>𝑞</m:t>
                              </m:r>
                            </m:e>
                          </m:acc>
                        </m:e>
                        <m:sup>
                          <m:r>
                            <m:rPr>
                              <m:sty m:val="p"/>
                            </m:rPr>
                            <a:rPr lang="en-US" altLang="zh-CN" i="1">
                              <a:latin typeface="Cambria Math" panose="02040503050406030204" pitchFamily="18" charset="0"/>
                            </a:rPr>
                            <m:t>T</m:t>
                          </m:r>
                        </m:sup>
                      </m:sSup>
                      <m:r>
                        <a:rPr lang="zh-CN" altLang="en-US" i="1">
                          <a:latin typeface="Cambria Math" panose="02040503050406030204" pitchFamily="18" charset="0"/>
                        </a:rPr>
                        <m:t>𝜔</m:t>
                      </m:r>
                      <m:r>
                        <a:rPr lang="en-US" altLang="zh-CN" i="1">
                          <a:latin typeface="Cambria Math" panose="02040503050406030204" pitchFamily="18" charset="0"/>
                        </a:rPr>
                        <m:t>                                     </m:t>
                      </m:r>
                    </m:oMath>
                  </m:oMathPara>
                </a14:m>
                <a:endParaRPr lang="en-US" altLang="zh-CN" dirty="0"/>
              </a:p>
              <a:p>
                <a:pPr>
                  <a:lnSpc>
                    <a:spcPct val="160000"/>
                  </a:lnSpc>
                </a:pPr>
                <a:r>
                  <a:rPr lang="zh-CN" altLang="en-US" b="1" dirty="0"/>
                  <a:t>若可取</a:t>
                </a:r>
                <a14:m>
                  <m:oMath xmlns:m="http://schemas.openxmlformats.org/officeDocument/2006/math">
                    <m:r>
                      <a:rPr lang="zh-CN" altLang="en-US" i="1">
                        <a:latin typeface="Cambria Math" panose="02040503050406030204" pitchFamily="18" charset="0"/>
                      </a:rPr>
                      <m:t>𝜔</m:t>
                    </m:r>
                    <m:r>
                      <a:rPr lang="en-US" altLang="zh-CN" i="1">
                        <a:latin typeface="Cambria Math" panose="02040503050406030204" pitchFamily="18" charset="0"/>
                      </a:rPr>
                      <m:t>=−</m:t>
                    </m:r>
                    <m:sSub>
                      <m:sSubPr>
                        <m:ctrlPr>
                          <a:rPr lang="en-US" altLang="zh-CN" i="1">
                            <a:latin typeface="Cambria Math" panose="02040503050406030204" pitchFamily="18" charset="0"/>
                          </a:rPr>
                        </m:ctrlPr>
                      </m:sSubPr>
                      <m:e>
                        <m:r>
                          <a:rPr lang="en-US" altLang="zh-CN" i="1">
                            <a:latin typeface="Cambria Math" panose="02040503050406030204" pitchFamily="18" charset="0"/>
                          </a:rPr>
                          <m:t>𝐾</m:t>
                        </m:r>
                      </m:e>
                      <m:sub>
                        <m:r>
                          <m:rPr>
                            <m:sty m:val="p"/>
                          </m:rPr>
                          <a:rPr lang="en-US" altLang="zh-CN" i="1">
                            <a:latin typeface="Cambria Math" panose="02040503050406030204" pitchFamily="18" charset="0"/>
                          </a:rPr>
                          <m:t>p</m:t>
                        </m:r>
                      </m:sub>
                    </m:sSub>
                    <m:acc>
                      <m:accPr>
                        <m:chr m:val="̂"/>
                        <m:ctrlPr>
                          <a:rPr lang="en-US" altLang="zh-CN" i="1">
                            <a:latin typeface="Cambria Math" panose="02040503050406030204" pitchFamily="18" charset="0"/>
                          </a:rPr>
                        </m:ctrlPr>
                      </m:accPr>
                      <m:e>
                        <m:r>
                          <a:rPr lang="en-US" altLang="zh-CN" i="1">
                            <a:latin typeface="Cambria Math" panose="02040503050406030204" pitchFamily="18" charset="0"/>
                          </a:rPr>
                          <m:t>𝑞</m:t>
                        </m:r>
                      </m:e>
                    </m:acc>
                  </m:oMath>
                </a14:m>
                <a:r>
                  <a:rPr lang="zh-CN" altLang="en-US" b="1" dirty="0"/>
                  <a:t>，则</a:t>
                </a:r>
                <a14:m>
                  <m:oMath xmlns:m="http://schemas.openxmlformats.org/officeDocument/2006/math">
                    <m:sSub>
                      <m:sSubPr>
                        <m:ctrlPr>
                          <a:rPr lang="en-US" altLang="zh-CN" i="1">
                            <a:latin typeface="Cambria Math" panose="02040503050406030204" pitchFamily="18" charset="0"/>
                          </a:rPr>
                        </m:ctrlPr>
                      </m:sSubPr>
                      <m:e>
                        <m:acc>
                          <m:accPr>
                            <m:chr m:val="̇"/>
                            <m:ctrlPr>
                              <a:rPr lang="en-US" altLang="zh-CN" i="1">
                                <a:latin typeface="Cambria Math" panose="02040503050406030204" pitchFamily="18" charset="0"/>
                              </a:rPr>
                            </m:ctrlPr>
                          </m:accPr>
                          <m:e>
                            <m:r>
                              <a:rPr lang="en-US" altLang="zh-CN" i="1">
                                <a:latin typeface="Cambria Math" panose="02040503050406030204" pitchFamily="18" charset="0"/>
                              </a:rPr>
                              <m:t>𝑉</m:t>
                            </m:r>
                          </m:e>
                        </m:acc>
                      </m:e>
                      <m:sub>
                        <m:r>
                          <a:rPr lang="en-US" altLang="zh-CN" i="1">
                            <a:latin typeface="Cambria Math" panose="02040503050406030204" pitchFamily="18" charset="0"/>
                          </a:rPr>
                          <m:t>1</m:t>
                        </m:r>
                      </m:sub>
                    </m:sSub>
                    <m:r>
                      <a:rPr lang="en-US" altLang="zh-CN" i="1">
                        <a:latin typeface="Cambria Math" panose="02040503050406030204" pitchFamily="18" charset="0"/>
                      </a:rPr>
                      <m:t>=−</m:t>
                    </m:r>
                    <m:sSub>
                      <m:sSubPr>
                        <m:ctrlPr>
                          <a:rPr lang="en-US" altLang="zh-CN" i="1">
                            <a:latin typeface="Cambria Math" panose="02040503050406030204" pitchFamily="18" charset="0"/>
                          </a:rPr>
                        </m:ctrlPr>
                      </m:sSubPr>
                      <m:e>
                        <m:r>
                          <a:rPr lang="en-US" altLang="zh-CN" i="1">
                            <a:latin typeface="Cambria Math" panose="02040503050406030204" pitchFamily="18" charset="0"/>
                          </a:rPr>
                          <m:t>𝐾</m:t>
                        </m:r>
                      </m:e>
                      <m:sub>
                        <m:r>
                          <m:rPr>
                            <m:sty m:val="p"/>
                          </m:rPr>
                          <a:rPr lang="en-US" altLang="zh-CN" i="1">
                            <a:latin typeface="Cambria Math" panose="02040503050406030204" pitchFamily="18" charset="0"/>
                          </a:rPr>
                          <m:t>p</m:t>
                        </m:r>
                      </m:sub>
                    </m:sSub>
                    <m:sSup>
                      <m:sSupPr>
                        <m:ctrlPr>
                          <a:rPr lang="en-US" altLang="zh-CN" i="1">
                            <a:latin typeface="Cambria Math" panose="02040503050406030204" pitchFamily="18" charset="0"/>
                          </a:rPr>
                        </m:ctrlPr>
                      </m:sSupPr>
                      <m:e>
                        <m:acc>
                          <m:accPr>
                            <m:chr m:val="̂"/>
                            <m:ctrlPr>
                              <a:rPr lang="en-US" altLang="zh-CN" i="1">
                                <a:latin typeface="Cambria Math" panose="02040503050406030204" pitchFamily="18" charset="0"/>
                              </a:rPr>
                            </m:ctrlPr>
                          </m:accPr>
                          <m:e>
                            <m:r>
                              <a:rPr lang="en-US" altLang="zh-CN" i="1">
                                <a:latin typeface="Cambria Math" panose="02040503050406030204" pitchFamily="18" charset="0"/>
                              </a:rPr>
                              <m:t>𝑞</m:t>
                            </m:r>
                          </m:e>
                        </m:acc>
                      </m:e>
                      <m:sup>
                        <m:r>
                          <m:rPr>
                            <m:sty m:val="p"/>
                          </m:rPr>
                          <a:rPr lang="en-US" altLang="zh-CN" i="1">
                            <a:latin typeface="Cambria Math" panose="02040503050406030204" pitchFamily="18" charset="0"/>
                          </a:rPr>
                          <m:t>T</m:t>
                        </m:r>
                      </m:sup>
                    </m:sSup>
                    <m:acc>
                      <m:accPr>
                        <m:chr m:val="̂"/>
                        <m:ctrlPr>
                          <a:rPr lang="en-US" altLang="zh-CN" i="1">
                            <a:latin typeface="Cambria Math" panose="02040503050406030204" pitchFamily="18" charset="0"/>
                          </a:rPr>
                        </m:ctrlPr>
                      </m:accPr>
                      <m:e>
                        <m:r>
                          <a:rPr lang="en-US" altLang="zh-CN" i="1">
                            <a:latin typeface="Cambria Math" panose="02040503050406030204" pitchFamily="18" charset="0"/>
                          </a:rPr>
                          <m:t>𝑞</m:t>
                        </m:r>
                      </m:e>
                    </m:acc>
                    <m:r>
                      <a:rPr lang="en-US" altLang="zh-CN" i="1">
                        <a:latin typeface="Cambria Math" panose="02040503050406030204" pitchFamily="18" charset="0"/>
                      </a:rPr>
                      <m:t>&lt;0</m:t>
                    </m:r>
                  </m:oMath>
                </a14:m>
                <a:endParaRPr lang="zh-CN" altLang="en-US" b="1" dirty="0"/>
              </a:p>
            </p:txBody>
          </p:sp>
        </mc:Choice>
        <mc:Fallback xmlns="">
          <p:sp>
            <p:nvSpPr>
              <p:cNvPr id="3" name="内容占位符 2">
                <a:extLst>
                  <a:ext uri="{FF2B5EF4-FFF2-40B4-BE49-F238E27FC236}">
                    <a16:creationId xmlns:a16="http://schemas.microsoft.com/office/drawing/2014/main" id="{4A682A97-4795-D938-524A-76C81DB588D5}"/>
                  </a:ext>
                </a:extLst>
              </p:cNvPr>
              <p:cNvSpPr>
                <a:spLocks noGrp="1" noRot="1" noChangeAspect="1" noMove="1" noResize="1" noEditPoints="1" noAdjustHandles="1" noChangeArrowheads="1" noChangeShapeType="1" noTextEdit="1"/>
              </p:cNvSpPr>
              <p:nvPr>
                <p:ph idx="1"/>
              </p:nvPr>
            </p:nvSpPr>
            <p:spPr>
              <a:xfrm>
                <a:off x="457200" y="1196752"/>
                <a:ext cx="8229600" cy="5112568"/>
              </a:xfrm>
              <a:blipFill>
                <a:blip r:embed="rId2"/>
                <a:stretch>
                  <a:fillRect b="-1669"/>
                </a:stretch>
              </a:blipFill>
            </p:spPr>
            <p:txBody>
              <a:bodyPr/>
              <a:lstStyle/>
              <a:p>
                <a:r>
                  <a:rPr lang="zh-CN" altLang="en-US">
                    <a:noFill/>
                  </a:rPr>
                  <a:t> </a:t>
                </a:r>
              </a:p>
            </p:txBody>
          </p:sp>
        </mc:Fallback>
      </mc:AlternateContent>
      <p:sp>
        <p:nvSpPr>
          <p:cNvPr id="4" name="页脚占位符 3">
            <a:extLst>
              <a:ext uri="{FF2B5EF4-FFF2-40B4-BE49-F238E27FC236}">
                <a16:creationId xmlns:a16="http://schemas.microsoft.com/office/drawing/2014/main" id="{F2F2C923-A578-8814-7320-AD2A80AF5154}"/>
              </a:ext>
            </a:extLst>
          </p:cNvPr>
          <p:cNvSpPr>
            <a:spLocks noGrp="1"/>
          </p:cNvSpPr>
          <p:nvPr>
            <p:ph type="ftr" sz="quarter" idx="11"/>
          </p:nvPr>
        </p:nvSpPr>
        <p:spPr/>
        <p:txBody>
          <a:bodyPr/>
          <a:lstStyle/>
          <a:p>
            <a:endParaRPr lang="zh-CN" altLang="en-US" dirty="0"/>
          </a:p>
        </p:txBody>
      </p:sp>
      <p:sp>
        <p:nvSpPr>
          <p:cNvPr id="5" name="灯片编号占位符 4">
            <a:extLst>
              <a:ext uri="{FF2B5EF4-FFF2-40B4-BE49-F238E27FC236}">
                <a16:creationId xmlns:a16="http://schemas.microsoft.com/office/drawing/2014/main" id="{AF2909D2-57C7-F6B9-AEC8-1E5C4E0915E7}"/>
              </a:ext>
            </a:extLst>
          </p:cNvPr>
          <p:cNvSpPr>
            <a:spLocks noGrp="1"/>
          </p:cNvSpPr>
          <p:nvPr>
            <p:ph type="sldNum" sz="quarter" idx="12"/>
          </p:nvPr>
        </p:nvSpPr>
        <p:spPr/>
        <p:txBody>
          <a:bodyPr/>
          <a:lstStyle/>
          <a:p>
            <a:fld id="{58C210BB-F110-452C-89E7-9EA0A8D47DCE}" type="slidenum">
              <a:rPr lang="zh-CN" altLang="en-US" smtClean="0"/>
              <a:pPr/>
              <a:t>49</a:t>
            </a:fld>
            <a:endParaRPr lang="zh-CN" altLang="en-US" dirty="0"/>
          </a:p>
        </p:txBody>
      </p:sp>
    </p:spTree>
    <p:extLst>
      <p:ext uri="{BB962C8B-B14F-4D97-AF65-F5344CB8AC3E}">
        <p14:creationId xmlns:p14="http://schemas.microsoft.com/office/powerpoint/2010/main" val="38117669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animEffect transition="in" filter="fade">
                                      <p:cBhvr>
                                        <p:cTn id="7" dur="1000"/>
                                        <p:tgtEl>
                                          <p:spTgt spid="3">
                                            <p:txEl>
                                              <p:pRg st="3" end="3"/>
                                            </p:txEl>
                                          </p:spTgt>
                                        </p:tgtEl>
                                      </p:cBhvr>
                                    </p:animEffect>
                                    <p:anim calcmode="lin" valueType="num">
                                      <p:cBhvr>
                                        <p:cTn id="8"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3">
                                            <p:txEl>
                                              <p:pRg st="4" end="4"/>
                                            </p:txEl>
                                          </p:spTgt>
                                        </p:tgtEl>
                                        <p:attrNameLst>
                                          <p:attrName>style.visibility</p:attrName>
                                        </p:attrNameLst>
                                      </p:cBhvr>
                                      <p:to>
                                        <p:strVal val="visible"/>
                                      </p:to>
                                    </p:set>
                                    <p:animEffect transition="in" filter="fade">
                                      <p:cBhvr>
                                        <p:cTn id="14" dur="1000"/>
                                        <p:tgtEl>
                                          <p:spTgt spid="3">
                                            <p:txEl>
                                              <p:pRg st="4" end="4"/>
                                            </p:txEl>
                                          </p:spTgt>
                                        </p:tgtEl>
                                      </p:cBhvr>
                                    </p:animEffect>
                                    <p:anim calcmode="lin" valueType="num">
                                      <p:cBhvr>
                                        <p:cTn id="15"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animEffect transition="in" filter="fade">
                                      <p:cBhvr>
                                        <p:cTn id="21" dur="1000"/>
                                        <p:tgtEl>
                                          <p:spTgt spid="3">
                                            <p:txEl>
                                              <p:pRg st="5" end="5"/>
                                            </p:txEl>
                                          </p:spTgt>
                                        </p:tgtEl>
                                      </p:cBhvr>
                                    </p:animEffect>
                                    <p:anim calcmode="lin" valueType="num">
                                      <p:cBhvr>
                                        <p:cTn id="22"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3">
                                            <p:txEl>
                                              <p:pRg st="6" end="6"/>
                                            </p:txEl>
                                          </p:spTgt>
                                        </p:tgtEl>
                                        <p:attrNameLst>
                                          <p:attrName>style.visibility</p:attrName>
                                        </p:attrNameLst>
                                      </p:cBhvr>
                                      <p:to>
                                        <p:strVal val="visible"/>
                                      </p:to>
                                    </p:set>
                                    <p:animEffect transition="in" filter="fade">
                                      <p:cBhvr>
                                        <p:cTn id="28" dur="1000"/>
                                        <p:tgtEl>
                                          <p:spTgt spid="3">
                                            <p:txEl>
                                              <p:pRg st="6" end="6"/>
                                            </p:txEl>
                                          </p:spTgt>
                                        </p:tgtEl>
                                      </p:cBhvr>
                                    </p:animEffect>
                                    <p:anim calcmode="lin" valueType="num">
                                      <p:cBhvr>
                                        <p:cTn id="29" dur="10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animEffect transition="in" filter="fade">
                                      <p:cBhvr>
                                        <p:cTn id="35" dur="1000"/>
                                        <p:tgtEl>
                                          <p:spTgt spid="3">
                                            <p:txEl>
                                              <p:pRg st="7" end="7"/>
                                            </p:txEl>
                                          </p:spTgt>
                                        </p:tgtEl>
                                      </p:cBhvr>
                                    </p:animEffect>
                                    <p:anim calcmode="lin" valueType="num">
                                      <p:cBhvr>
                                        <p:cTn id="36" dur="1000" fill="hold"/>
                                        <p:tgtEl>
                                          <p:spTgt spid="3">
                                            <p:txEl>
                                              <p:pRg st="7" end="7"/>
                                            </p:txEl>
                                          </p:spTgt>
                                        </p:tgtEl>
                                        <p:attrNameLst>
                                          <p:attrName>ppt_x</p:attrName>
                                        </p:attrNameLst>
                                      </p:cBhvr>
                                      <p:tavLst>
                                        <p:tav tm="0">
                                          <p:val>
                                            <p:strVal val="#ppt_x"/>
                                          </p:val>
                                        </p:tav>
                                        <p:tav tm="100000">
                                          <p:val>
                                            <p:strVal val="#ppt_x"/>
                                          </p:val>
                                        </p:tav>
                                      </p:tavLst>
                                    </p:anim>
                                    <p:anim calcmode="lin" valueType="num">
                                      <p:cBhvr>
                                        <p:cTn id="37" dur="1000" fill="hold"/>
                                        <p:tgtEl>
                                          <p:spTgt spid="3">
                                            <p:txEl>
                                              <p:pRg st="7" end="7"/>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275A42-E869-0AE6-7A35-995D2DBFB7F2}"/>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1263D168-F4BE-8489-4E81-C2046319A514}"/>
              </a:ext>
            </a:extLst>
          </p:cNvPr>
          <p:cNvSpPr>
            <a:spLocks noGrp="1"/>
          </p:cNvSpPr>
          <p:nvPr>
            <p:ph type="title"/>
          </p:nvPr>
        </p:nvSpPr>
        <p:spPr/>
        <p:txBody>
          <a:bodyPr>
            <a:normAutofit fontScale="90000"/>
          </a:bodyPr>
          <a:lstStyle/>
          <a:p>
            <a:r>
              <a:rPr lang="en-US" altLang="zh-CN" sz="4800" dirty="0"/>
              <a:t>Lyapunov</a:t>
            </a:r>
            <a:r>
              <a:rPr lang="zh-CN" altLang="en-US" sz="4800" dirty="0"/>
              <a:t>函数的构造例：</a:t>
            </a:r>
            <a:r>
              <a:rPr lang="en-US" altLang="zh-CN" sz="4800" dirty="0"/>
              <a:t>R</a:t>
            </a:r>
            <a:r>
              <a:rPr lang="zh-CN" altLang="en-US" sz="4800" dirty="0"/>
              <a:t>参数</a:t>
            </a:r>
            <a:endParaRPr lang="zh-CN" altLang="en-US" dirty="0"/>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15B73BC4-9946-F957-96C7-0541C71AA99F}"/>
                  </a:ext>
                </a:extLst>
              </p:cNvPr>
              <p:cNvSpPr>
                <a:spLocks noGrp="1"/>
              </p:cNvSpPr>
              <p:nvPr>
                <p:ph idx="1"/>
              </p:nvPr>
            </p:nvSpPr>
            <p:spPr>
              <a:xfrm>
                <a:off x="457200" y="1196754"/>
                <a:ext cx="8229600" cy="5280247"/>
              </a:xfrm>
            </p:spPr>
            <p:txBody>
              <a:bodyPr>
                <a:normAutofit lnSpcReduction="10000"/>
              </a:bodyPr>
              <a:lstStyle/>
              <a:p>
                <a:pPr>
                  <a:lnSpc>
                    <a:spcPct val="150000"/>
                  </a:lnSpc>
                </a:pPr>
                <a:r>
                  <a:rPr lang="zh-CN" altLang="en-US" sz="2800" dirty="0"/>
                  <a:t>使用</a:t>
                </a:r>
                <a:r>
                  <a:rPr lang="zh-CN" altLang="en-US" sz="2800" dirty="0">
                    <a:solidFill>
                      <a:srgbClr val="FFFF00"/>
                    </a:solidFill>
                  </a:rPr>
                  <a:t>修正</a:t>
                </a:r>
                <a:r>
                  <a:rPr lang="en-US" altLang="zh-CN" sz="2800" dirty="0">
                    <a:solidFill>
                      <a:srgbClr val="FFFF00"/>
                    </a:solidFill>
                  </a:rPr>
                  <a:t>Rodrigues</a:t>
                </a:r>
                <a:r>
                  <a:rPr lang="zh-CN" altLang="en-US" sz="2800" dirty="0">
                    <a:solidFill>
                      <a:srgbClr val="FFFF00"/>
                    </a:solidFill>
                  </a:rPr>
                  <a:t>参数</a:t>
                </a:r>
                <a:r>
                  <a:rPr lang="zh-CN" altLang="en-US" sz="2800" dirty="0"/>
                  <a:t>描述</a:t>
                </a:r>
                <a:r>
                  <a:rPr lang="zh-CN" altLang="en-US" sz="2800" dirty="0">
                    <a:latin typeface="Cambria Math" panose="02040503050406030204" pitchFamily="18" charset="0"/>
                  </a:rPr>
                  <a:t>卫星姿态：</a:t>
                </a:r>
                <a:endParaRPr lang="en-US" altLang="zh-CN" sz="2800" dirty="0">
                  <a:latin typeface="Cambria Math" panose="02040503050406030204" pitchFamily="18" charset="0"/>
                </a:endParaRPr>
              </a:p>
              <a:p>
                <a:pPr marL="118872" indent="0">
                  <a:lnSpc>
                    <a:spcPct val="110000"/>
                  </a:lnSpc>
                  <a:buNone/>
                </a:pPr>
                <a14:m>
                  <m:oMathPara xmlns:m="http://schemas.openxmlformats.org/officeDocument/2006/math">
                    <m:oMathParaPr>
                      <m:jc m:val="centerGroup"/>
                    </m:oMathParaPr>
                    <m:oMath xmlns:m="http://schemas.openxmlformats.org/officeDocument/2006/math">
                      <m:acc>
                        <m:accPr>
                          <m:chr m:val="̇"/>
                          <m:ctrlPr>
                            <a:rPr lang="en-US" altLang="zh-CN" sz="2800" i="1">
                              <a:latin typeface="Cambria Math" panose="02040503050406030204" pitchFamily="18" charset="0"/>
                            </a:rPr>
                          </m:ctrlPr>
                        </m:accPr>
                        <m:e>
                          <m:r>
                            <a:rPr lang="zh-CN" altLang="en-US" sz="2800" i="1">
                              <a:latin typeface="Cambria Math" panose="02040503050406030204" pitchFamily="18" charset="0"/>
                            </a:rPr>
                            <m:t>𝜎</m:t>
                          </m:r>
                        </m:e>
                      </m:acc>
                      <m:r>
                        <a:rPr lang="zh-CN" altLang="en-US" sz="2800" i="1">
                          <a:latin typeface="Cambria Math" panose="02040503050406030204" pitchFamily="18" charset="0"/>
                        </a:rPr>
                        <m:t>=</m:t>
                      </m:r>
                      <m:r>
                        <a:rPr lang="en-US" altLang="zh-CN" sz="2800" i="1">
                          <a:latin typeface="Cambria Math" panose="02040503050406030204" pitchFamily="18" charset="0"/>
                        </a:rPr>
                        <m:t>𝐺</m:t>
                      </m:r>
                      <m:d>
                        <m:dPr>
                          <m:ctrlPr>
                            <a:rPr lang="en-US" altLang="zh-CN" sz="2800" i="1">
                              <a:latin typeface="Cambria Math" panose="02040503050406030204" pitchFamily="18" charset="0"/>
                            </a:rPr>
                          </m:ctrlPr>
                        </m:dPr>
                        <m:e>
                          <m:r>
                            <a:rPr lang="zh-CN" altLang="en-US" sz="2800" i="1">
                              <a:latin typeface="Cambria Math" panose="02040503050406030204" pitchFamily="18" charset="0"/>
                            </a:rPr>
                            <m:t>𝜎</m:t>
                          </m:r>
                        </m:e>
                      </m:d>
                      <m:r>
                        <a:rPr lang="zh-CN" altLang="en-US" sz="2800" i="1">
                          <a:latin typeface="Cambria Math" panose="02040503050406030204" pitchFamily="18" charset="0"/>
                        </a:rPr>
                        <m:t>𝜔</m:t>
                      </m:r>
                      <m:r>
                        <a:rPr lang="en-US" altLang="zh-CN" sz="2800" i="1">
                          <a:latin typeface="Cambria Math" panose="02040503050406030204" pitchFamily="18" charset="0"/>
                        </a:rPr>
                        <m:t>=</m:t>
                      </m:r>
                      <m:f>
                        <m:fPr>
                          <m:ctrlPr>
                            <a:rPr lang="en-US" altLang="zh-CN" sz="2800" i="1">
                              <a:latin typeface="Cambria Math" panose="02040503050406030204" pitchFamily="18" charset="0"/>
                            </a:rPr>
                          </m:ctrlPr>
                        </m:fPr>
                        <m:num>
                          <m:r>
                            <a:rPr lang="en-US" altLang="zh-CN" sz="2800" i="1">
                              <a:latin typeface="Cambria Math" panose="02040503050406030204" pitchFamily="18" charset="0"/>
                            </a:rPr>
                            <m:t>1</m:t>
                          </m:r>
                        </m:num>
                        <m:den>
                          <m:r>
                            <a:rPr lang="en-US" altLang="zh-CN" sz="2800" i="1">
                              <a:latin typeface="Cambria Math" panose="02040503050406030204" pitchFamily="18" charset="0"/>
                            </a:rPr>
                            <m:t>2</m:t>
                          </m:r>
                        </m:den>
                      </m:f>
                      <m:d>
                        <m:dPr>
                          <m:begChr m:val="["/>
                          <m:endChr m:val="]"/>
                          <m:ctrlPr>
                            <a:rPr lang="en-US" altLang="zh-CN" sz="2800" i="1">
                              <a:latin typeface="Cambria Math" panose="02040503050406030204" pitchFamily="18" charset="0"/>
                            </a:rPr>
                          </m:ctrlPr>
                        </m:dPr>
                        <m:e>
                          <m:r>
                            <a:rPr lang="en-US" altLang="zh-CN" sz="2800" i="1">
                              <a:latin typeface="Cambria Math" panose="02040503050406030204" pitchFamily="18" charset="0"/>
                            </a:rPr>
                            <m:t>𝐼</m:t>
                          </m:r>
                          <m:r>
                            <a:rPr lang="en-US" altLang="zh-CN" sz="2800" i="1">
                              <a:latin typeface="Cambria Math" panose="02040503050406030204" pitchFamily="18" charset="0"/>
                            </a:rPr>
                            <m:t>+</m:t>
                          </m:r>
                          <m:sSup>
                            <m:sSupPr>
                              <m:ctrlPr>
                                <a:rPr lang="en-US" altLang="zh-CN" sz="2800" i="1">
                                  <a:latin typeface="Cambria Math" panose="02040503050406030204" pitchFamily="18" charset="0"/>
                                </a:rPr>
                              </m:ctrlPr>
                            </m:sSupPr>
                            <m:e>
                              <m:r>
                                <a:rPr lang="zh-CN" altLang="en-US" sz="2800" i="1">
                                  <a:latin typeface="Cambria Math" panose="02040503050406030204" pitchFamily="18" charset="0"/>
                                </a:rPr>
                                <m:t>𝜎</m:t>
                              </m:r>
                            </m:e>
                            <m:sup>
                              <m:r>
                                <a:rPr lang="en-US" altLang="zh-CN" sz="2800" i="1">
                                  <a:latin typeface="Cambria Math" panose="02040503050406030204" pitchFamily="18" charset="0"/>
                                  <a:ea typeface="Cambria Math" panose="02040503050406030204" pitchFamily="18" charset="0"/>
                                </a:rPr>
                                <m:t>×</m:t>
                              </m:r>
                            </m:sup>
                          </m:sSup>
                          <m:r>
                            <a:rPr lang="en-US" altLang="zh-CN" sz="2800" i="1">
                              <a:latin typeface="Cambria Math" panose="02040503050406030204" pitchFamily="18" charset="0"/>
                              <a:ea typeface="Cambria Math" panose="02040503050406030204" pitchFamily="18" charset="0"/>
                            </a:rPr>
                            <m:t>+</m:t>
                          </m:r>
                          <m:r>
                            <a:rPr lang="zh-CN" altLang="en-US" sz="2800" i="1">
                              <a:latin typeface="Cambria Math" panose="02040503050406030204" pitchFamily="18" charset="0"/>
                            </a:rPr>
                            <m:t>𝜎</m:t>
                          </m:r>
                          <m:sSup>
                            <m:sSupPr>
                              <m:ctrlPr>
                                <a:rPr lang="en-US" altLang="zh-CN" sz="2800" i="1">
                                  <a:latin typeface="Cambria Math" panose="02040503050406030204" pitchFamily="18" charset="0"/>
                                </a:rPr>
                              </m:ctrlPr>
                            </m:sSupPr>
                            <m:e>
                              <m:r>
                                <a:rPr lang="zh-CN" altLang="en-US" sz="2800" i="1">
                                  <a:latin typeface="Cambria Math" panose="02040503050406030204" pitchFamily="18" charset="0"/>
                                </a:rPr>
                                <m:t>𝜎</m:t>
                              </m:r>
                            </m:e>
                            <m:sup>
                              <m:r>
                                <m:rPr>
                                  <m:sty m:val="p"/>
                                </m:rPr>
                                <a:rPr lang="en-US" altLang="zh-CN" sz="2800" i="1">
                                  <a:latin typeface="Cambria Math" panose="02040503050406030204" pitchFamily="18" charset="0"/>
                                </a:rPr>
                                <m:t>T</m:t>
                              </m:r>
                            </m:sup>
                          </m:sSup>
                          <m:r>
                            <a:rPr lang="en-US" altLang="zh-CN" sz="2800" i="1">
                              <a:latin typeface="Cambria Math" panose="02040503050406030204" pitchFamily="18" charset="0"/>
                            </a:rPr>
                            <m:t>−</m:t>
                          </m:r>
                          <m:f>
                            <m:fPr>
                              <m:ctrlPr>
                                <a:rPr lang="en-US" altLang="zh-CN" sz="2800" i="1">
                                  <a:latin typeface="Cambria Math" panose="02040503050406030204" pitchFamily="18" charset="0"/>
                                </a:rPr>
                              </m:ctrlPr>
                            </m:fPr>
                            <m:num>
                              <m:r>
                                <a:rPr lang="en-US" altLang="zh-CN" sz="2800" i="1">
                                  <a:latin typeface="Cambria Math" panose="02040503050406030204" pitchFamily="18" charset="0"/>
                                </a:rPr>
                                <m:t>1+</m:t>
                              </m:r>
                              <m:sSup>
                                <m:sSupPr>
                                  <m:ctrlPr>
                                    <a:rPr lang="en-US" altLang="zh-CN" sz="2800" i="1">
                                      <a:latin typeface="Cambria Math" panose="02040503050406030204" pitchFamily="18" charset="0"/>
                                    </a:rPr>
                                  </m:ctrlPr>
                                </m:sSupPr>
                                <m:e>
                                  <m:r>
                                    <a:rPr lang="zh-CN" altLang="en-US" sz="2800" i="1">
                                      <a:latin typeface="Cambria Math" panose="02040503050406030204" pitchFamily="18" charset="0"/>
                                    </a:rPr>
                                    <m:t>𝜎</m:t>
                                  </m:r>
                                </m:e>
                                <m:sup>
                                  <m:r>
                                    <m:rPr>
                                      <m:sty m:val="p"/>
                                    </m:rPr>
                                    <a:rPr lang="en-US" altLang="zh-CN" sz="2800" i="1">
                                      <a:latin typeface="Cambria Math" panose="02040503050406030204" pitchFamily="18" charset="0"/>
                                    </a:rPr>
                                    <m:t>T</m:t>
                                  </m:r>
                                </m:sup>
                              </m:sSup>
                              <m:r>
                                <a:rPr lang="zh-CN" altLang="en-US" sz="2800" i="1">
                                  <a:latin typeface="Cambria Math" panose="02040503050406030204" pitchFamily="18" charset="0"/>
                                </a:rPr>
                                <m:t>𝜎</m:t>
                              </m:r>
                            </m:num>
                            <m:den>
                              <m:r>
                                <a:rPr lang="en-US" altLang="zh-CN" sz="2800" i="1">
                                  <a:latin typeface="Cambria Math" panose="02040503050406030204" pitchFamily="18" charset="0"/>
                                </a:rPr>
                                <m:t>2</m:t>
                              </m:r>
                            </m:den>
                          </m:f>
                          <m:r>
                            <a:rPr lang="en-US" altLang="zh-CN" sz="2800" i="1">
                              <a:latin typeface="Cambria Math" panose="02040503050406030204" pitchFamily="18" charset="0"/>
                            </a:rPr>
                            <m:t>𝐼</m:t>
                          </m:r>
                        </m:e>
                      </m:d>
                      <m:r>
                        <a:rPr lang="zh-CN" altLang="en-US" sz="2800" i="1">
                          <a:latin typeface="Cambria Math" panose="02040503050406030204" pitchFamily="18" charset="0"/>
                        </a:rPr>
                        <m:t>𝜔</m:t>
                      </m:r>
                    </m:oMath>
                  </m:oMathPara>
                </a14:m>
                <a:endParaRPr lang="en-US" altLang="zh-CN" sz="2800" dirty="0"/>
              </a:p>
              <a:p>
                <a:pPr>
                  <a:lnSpc>
                    <a:spcPct val="150000"/>
                  </a:lnSpc>
                </a:pPr>
                <a:r>
                  <a:rPr lang="zh-CN" altLang="en-US" sz="2800" dirty="0"/>
                  <a:t>修正</a:t>
                </a:r>
                <a:r>
                  <a:rPr lang="en-US" altLang="zh-CN" sz="2800" dirty="0"/>
                  <a:t>Rodrigues</a:t>
                </a:r>
                <a:r>
                  <a:rPr lang="zh-CN" altLang="en-US" sz="2800" dirty="0"/>
                  <a:t>参数可由欧拉轴</a:t>
                </a:r>
                <a14:m>
                  <m:oMath xmlns:m="http://schemas.openxmlformats.org/officeDocument/2006/math">
                    <m:r>
                      <a:rPr lang="en-US" altLang="zh-CN" sz="2800" i="1">
                        <a:latin typeface="Cambria Math" panose="02040503050406030204" pitchFamily="18" charset="0"/>
                      </a:rPr>
                      <m:t>𝑒</m:t>
                    </m:r>
                  </m:oMath>
                </a14:m>
                <a:r>
                  <a:rPr lang="zh-CN" altLang="en-US" sz="2800" dirty="0"/>
                  <a:t>、角</a:t>
                </a:r>
                <a14:m>
                  <m:oMath xmlns:m="http://schemas.openxmlformats.org/officeDocument/2006/math">
                    <m:r>
                      <a:rPr lang="zh-CN" altLang="en-US" sz="2800" i="1">
                        <a:latin typeface="Cambria Math" panose="02040503050406030204" pitchFamily="18" charset="0"/>
                      </a:rPr>
                      <m:t>𝜙</m:t>
                    </m:r>
                  </m:oMath>
                </a14:m>
                <a:r>
                  <a:rPr lang="zh-CN" altLang="en-US" sz="2800" dirty="0"/>
                  <a:t>定义：</a:t>
                </a:r>
                <a:endParaRPr lang="en-US" altLang="zh-CN" sz="2800" dirty="0"/>
              </a:p>
              <a:p>
                <a:pPr marL="118872" indent="0">
                  <a:buNone/>
                </a:pPr>
                <a14:m>
                  <m:oMathPara xmlns:m="http://schemas.openxmlformats.org/officeDocument/2006/math">
                    <m:oMathParaPr>
                      <m:jc m:val="centerGroup"/>
                    </m:oMathParaPr>
                    <m:oMath xmlns:m="http://schemas.openxmlformats.org/officeDocument/2006/math">
                      <m:r>
                        <a:rPr lang="zh-CN" altLang="en-US" sz="2800" i="1">
                          <a:latin typeface="Cambria Math" panose="02040503050406030204" pitchFamily="18" charset="0"/>
                        </a:rPr>
                        <m:t>𝜎</m:t>
                      </m:r>
                      <m:r>
                        <a:rPr lang="en-US" altLang="zh-CN" sz="2800" i="1">
                          <a:latin typeface="Cambria Math" panose="02040503050406030204" pitchFamily="18" charset="0"/>
                        </a:rPr>
                        <m:t>=</m:t>
                      </m:r>
                      <m:r>
                        <a:rPr lang="en-US" altLang="zh-CN" sz="2800" i="1">
                          <a:latin typeface="Cambria Math" panose="02040503050406030204" pitchFamily="18" charset="0"/>
                        </a:rPr>
                        <m:t>𝑒</m:t>
                      </m:r>
                      <m:func>
                        <m:funcPr>
                          <m:ctrlPr>
                            <a:rPr lang="en-US" altLang="zh-CN" sz="2800" i="1">
                              <a:latin typeface="Cambria Math" panose="02040503050406030204" pitchFamily="18" charset="0"/>
                            </a:rPr>
                          </m:ctrlPr>
                        </m:funcPr>
                        <m:fName>
                          <m:r>
                            <m:rPr>
                              <m:sty m:val="p"/>
                            </m:rPr>
                            <a:rPr lang="en-US" altLang="zh-CN" sz="2800">
                              <a:latin typeface="Cambria Math" panose="02040503050406030204" pitchFamily="18" charset="0"/>
                            </a:rPr>
                            <m:t>tan</m:t>
                          </m:r>
                        </m:fName>
                        <m:e>
                          <m:f>
                            <m:fPr>
                              <m:ctrlPr>
                                <a:rPr lang="en-US" altLang="zh-CN" sz="2800" i="1">
                                  <a:latin typeface="Cambria Math" panose="02040503050406030204" pitchFamily="18" charset="0"/>
                                </a:rPr>
                              </m:ctrlPr>
                            </m:fPr>
                            <m:num>
                              <m:r>
                                <a:rPr lang="zh-CN" altLang="en-US" sz="2800" i="1">
                                  <a:latin typeface="Cambria Math" panose="02040503050406030204" pitchFamily="18" charset="0"/>
                                </a:rPr>
                                <m:t>𝜙</m:t>
                              </m:r>
                            </m:num>
                            <m:den>
                              <m:r>
                                <a:rPr lang="en-US" altLang="zh-CN" sz="2800" i="1">
                                  <a:latin typeface="Cambria Math" panose="02040503050406030204" pitchFamily="18" charset="0"/>
                                </a:rPr>
                                <m:t>4</m:t>
                              </m:r>
                            </m:den>
                          </m:f>
                        </m:e>
                      </m:func>
                    </m:oMath>
                  </m:oMathPara>
                </a14:m>
                <a:endParaRPr lang="en-US" altLang="zh-CN" sz="2800" dirty="0"/>
              </a:p>
              <a:p>
                <a:pPr marL="118872" indent="0">
                  <a:lnSpc>
                    <a:spcPct val="150000"/>
                  </a:lnSpc>
                  <a:buNone/>
                </a:pPr>
                <a14:m>
                  <m:oMath xmlns:m="http://schemas.openxmlformats.org/officeDocument/2006/math">
                    <m:r>
                      <a:rPr lang="zh-CN" altLang="en-US" sz="2800" i="1">
                        <a:latin typeface="Cambria Math" panose="02040503050406030204" pitchFamily="18" charset="0"/>
                      </a:rPr>
                      <m:t>𝜙</m:t>
                    </m:r>
                  </m:oMath>
                </a14:m>
                <a:r>
                  <a:rPr lang="zh-CN" altLang="en-US" sz="2800" dirty="0"/>
                  <a:t>的取值约束：</a:t>
                </a:r>
                <a14:m>
                  <m:oMath xmlns:m="http://schemas.openxmlformats.org/officeDocument/2006/math">
                    <m:r>
                      <a:rPr lang="en-US" altLang="zh-CN" sz="2800">
                        <a:latin typeface="Cambria Math" panose="02040503050406030204" pitchFamily="18" charset="0"/>
                      </a:rPr>
                      <m:t>0</m:t>
                    </m:r>
                    <m:r>
                      <a:rPr lang="zh-CN" altLang="en-US" sz="2800" i="1">
                        <a:latin typeface="Cambria Math" panose="02040503050406030204" pitchFamily="18" charset="0"/>
                      </a:rPr>
                      <m:t>≤</m:t>
                    </m:r>
                    <m:r>
                      <a:rPr lang="zh-CN" altLang="en-US" sz="2800" i="1">
                        <a:latin typeface="Cambria Math" panose="02040503050406030204" pitchFamily="18" charset="0"/>
                      </a:rPr>
                      <m:t>𝜙</m:t>
                    </m:r>
                    <m:r>
                      <a:rPr lang="en-US" altLang="zh-CN" sz="2800">
                        <a:latin typeface="Cambria Math" panose="02040503050406030204" pitchFamily="18" charset="0"/>
                      </a:rPr>
                      <m:t>&lt;360</m:t>
                    </m:r>
                    <m:r>
                      <a:rPr lang="en-US" altLang="zh-CN" sz="2800" i="1">
                        <a:latin typeface="Cambria Math" panose="02040503050406030204" pitchFamily="18" charset="0"/>
                        <a:ea typeface="Cambria Math" panose="02040503050406030204" pitchFamily="18" charset="0"/>
                      </a:rPr>
                      <m:t>°</m:t>
                    </m:r>
                  </m:oMath>
                </a14:m>
                <a:endParaRPr lang="en-US" altLang="zh-CN" sz="2800" dirty="0"/>
              </a:p>
              <a:p>
                <a:pPr>
                  <a:lnSpc>
                    <a:spcPct val="150000"/>
                  </a:lnSpc>
                </a:pPr>
                <a:r>
                  <a:rPr lang="zh-CN" altLang="en-US" sz="2800" dirty="0"/>
                  <a:t>备选</a:t>
                </a:r>
                <a:r>
                  <a:rPr lang="en-US" altLang="zh-CN" sz="2800" dirty="0"/>
                  <a:t>Lyapunov</a:t>
                </a:r>
                <a:r>
                  <a:rPr lang="zh-CN" altLang="en-US" sz="2800" dirty="0"/>
                  <a:t>函数取？</a:t>
                </a:r>
                <a:endParaRPr lang="en-US" altLang="zh-CN" sz="2800" dirty="0"/>
              </a:p>
              <a:p>
                <a:pPr marL="118872" indent="0">
                  <a:lnSpc>
                    <a:spcPct val="150000"/>
                  </a:lnSpc>
                  <a:buNone/>
                </a:pPr>
                <a14:m>
                  <m:oMathPara xmlns:m="http://schemas.openxmlformats.org/officeDocument/2006/math">
                    <m:oMathParaPr>
                      <m:jc m:val="centerGroup"/>
                    </m:oMathParaPr>
                    <m:oMath xmlns:m="http://schemas.openxmlformats.org/officeDocument/2006/math">
                      <m:sSub>
                        <m:sSubPr>
                          <m:ctrlPr>
                            <a:rPr lang="en-US" altLang="zh-CN" sz="2800" i="1">
                              <a:latin typeface="Cambria Math" panose="02040503050406030204" pitchFamily="18" charset="0"/>
                            </a:rPr>
                          </m:ctrlPr>
                        </m:sSubPr>
                        <m:e>
                          <m:r>
                            <a:rPr lang="en-US" altLang="zh-CN" sz="2800" i="1">
                              <a:latin typeface="Cambria Math" panose="02040503050406030204" pitchFamily="18" charset="0"/>
                            </a:rPr>
                            <m:t>𝑉</m:t>
                          </m:r>
                        </m:e>
                        <m:sub>
                          <m:r>
                            <a:rPr lang="en-US" altLang="zh-CN" sz="2800" i="1">
                              <a:latin typeface="Cambria Math" panose="02040503050406030204" pitchFamily="18" charset="0"/>
                            </a:rPr>
                            <m:t>1</m:t>
                          </m:r>
                        </m:sub>
                      </m:sSub>
                      <m:r>
                        <a:rPr lang="zh-CN" altLang="en-US" sz="2800" i="1">
                          <a:latin typeface="Cambria Math" panose="02040503050406030204" pitchFamily="18" charset="0"/>
                        </a:rPr>
                        <m:t>=</m:t>
                      </m:r>
                      <m:r>
                        <a:rPr lang="en-US" altLang="zh-CN" sz="2800" b="0" i="1" smtClean="0">
                          <a:latin typeface="Cambria Math" panose="02040503050406030204" pitchFamily="18" charset="0"/>
                        </a:rPr>
                        <m:t>2</m:t>
                      </m:r>
                      <m:r>
                        <m:rPr>
                          <m:sty m:val="p"/>
                        </m:rPr>
                        <a:rPr lang="en-US" altLang="zh-CN" sz="2800" i="1">
                          <a:latin typeface="Cambria Math" panose="02040503050406030204" pitchFamily="18" charset="0"/>
                        </a:rPr>
                        <m:t>ln</m:t>
                      </m:r>
                      <m:d>
                        <m:dPr>
                          <m:ctrlPr>
                            <a:rPr lang="en-US" altLang="zh-CN" sz="2800" i="1" smtClean="0">
                              <a:latin typeface="Cambria Math" panose="02040503050406030204" pitchFamily="18" charset="0"/>
                            </a:rPr>
                          </m:ctrlPr>
                        </m:dPr>
                        <m:e>
                          <m:r>
                            <a:rPr lang="en-US" altLang="zh-CN" sz="2800" i="1">
                              <a:latin typeface="Cambria Math" panose="02040503050406030204" pitchFamily="18" charset="0"/>
                            </a:rPr>
                            <m:t>1+</m:t>
                          </m:r>
                          <m:sSup>
                            <m:sSupPr>
                              <m:ctrlPr>
                                <a:rPr lang="en-US" altLang="zh-CN" sz="2800" i="1">
                                  <a:latin typeface="Cambria Math" panose="02040503050406030204" pitchFamily="18" charset="0"/>
                                </a:rPr>
                              </m:ctrlPr>
                            </m:sSupPr>
                            <m:e>
                              <m:r>
                                <a:rPr lang="zh-CN" altLang="en-US" sz="2800" i="1">
                                  <a:latin typeface="Cambria Math" panose="02040503050406030204" pitchFamily="18" charset="0"/>
                                </a:rPr>
                                <m:t>𝜎</m:t>
                              </m:r>
                            </m:e>
                            <m:sup>
                              <m:r>
                                <m:rPr>
                                  <m:sty m:val="p"/>
                                </m:rPr>
                                <a:rPr lang="en-US" altLang="zh-CN" sz="2800" i="1">
                                  <a:latin typeface="Cambria Math" panose="02040503050406030204" pitchFamily="18" charset="0"/>
                                </a:rPr>
                                <m:t>T</m:t>
                              </m:r>
                            </m:sup>
                          </m:sSup>
                          <m:r>
                            <a:rPr lang="zh-CN" altLang="en-US" sz="2800" i="1">
                              <a:latin typeface="Cambria Math" panose="02040503050406030204" pitchFamily="18" charset="0"/>
                            </a:rPr>
                            <m:t>𝜎</m:t>
                          </m:r>
                        </m:e>
                      </m:d>
                    </m:oMath>
                  </m:oMathPara>
                </a14:m>
                <a:endParaRPr lang="en-US" altLang="zh-CN" sz="2800" dirty="0"/>
              </a:p>
            </p:txBody>
          </p:sp>
        </mc:Choice>
        <mc:Fallback xmlns="">
          <p:sp>
            <p:nvSpPr>
              <p:cNvPr id="3" name="内容占位符 2">
                <a:extLst>
                  <a:ext uri="{FF2B5EF4-FFF2-40B4-BE49-F238E27FC236}">
                    <a16:creationId xmlns:a16="http://schemas.microsoft.com/office/drawing/2014/main" id="{15B73BC4-9946-F957-96C7-0541C71AA99F}"/>
                  </a:ext>
                </a:extLst>
              </p:cNvPr>
              <p:cNvSpPr>
                <a:spLocks noGrp="1" noRot="1" noChangeAspect="1" noMove="1" noResize="1" noEditPoints="1" noAdjustHandles="1" noChangeArrowheads="1" noChangeShapeType="1" noTextEdit="1"/>
              </p:cNvSpPr>
              <p:nvPr>
                <p:ph idx="1"/>
              </p:nvPr>
            </p:nvSpPr>
            <p:spPr>
              <a:xfrm>
                <a:off x="457200" y="1196754"/>
                <a:ext cx="8229600" cy="5280247"/>
              </a:xfrm>
              <a:blipFill>
                <a:blip r:embed="rId3"/>
                <a:stretch>
                  <a:fillRect/>
                </a:stretch>
              </a:blipFill>
            </p:spPr>
            <p:txBody>
              <a:bodyPr/>
              <a:lstStyle/>
              <a:p>
                <a:r>
                  <a:rPr lang="zh-CN" altLang="en-US">
                    <a:noFill/>
                  </a:rPr>
                  <a:t> </a:t>
                </a:r>
              </a:p>
            </p:txBody>
          </p:sp>
        </mc:Fallback>
      </mc:AlternateContent>
      <p:sp>
        <p:nvSpPr>
          <p:cNvPr id="4" name="灯片编号占位符 3">
            <a:extLst>
              <a:ext uri="{FF2B5EF4-FFF2-40B4-BE49-F238E27FC236}">
                <a16:creationId xmlns:a16="http://schemas.microsoft.com/office/drawing/2014/main" id="{22DA8FFB-761C-27C3-515A-558C2AC5DC14}"/>
              </a:ext>
            </a:extLst>
          </p:cNvPr>
          <p:cNvSpPr>
            <a:spLocks noGrp="1"/>
          </p:cNvSpPr>
          <p:nvPr>
            <p:ph type="sldNum" sz="quarter" idx="12"/>
          </p:nvPr>
        </p:nvSpPr>
        <p:spPr/>
        <p:txBody>
          <a:bodyPr/>
          <a:lstStyle/>
          <a:p>
            <a:fld id="{58C210BB-F110-452C-89E7-9EA0A8D47DCE}" type="slidenum">
              <a:rPr lang="zh-CN" altLang="en-US" smtClean="0"/>
              <a:pPr/>
              <a:t>50</a:t>
            </a:fld>
            <a:endParaRPr lang="zh-CN" altLang="en-US"/>
          </a:p>
        </p:txBody>
      </p:sp>
    </p:spTree>
    <p:extLst>
      <p:ext uri="{BB962C8B-B14F-4D97-AF65-F5344CB8AC3E}">
        <p14:creationId xmlns:p14="http://schemas.microsoft.com/office/powerpoint/2010/main" val="34656053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5" end="5"/>
                                            </p:txEl>
                                          </p:spTgt>
                                        </p:tgtEl>
                                        <p:attrNameLst>
                                          <p:attrName>style.visibility</p:attrName>
                                        </p:attrNameLst>
                                      </p:cBhvr>
                                      <p:to>
                                        <p:strVal val="visible"/>
                                      </p:to>
                                    </p:set>
                                    <p:animEffect transition="in" filter="fade">
                                      <p:cBhvr>
                                        <p:cTn id="7" dur="1000"/>
                                        <p:tgtEl>
                                          <p:spTgt spid="3">
                                            <p:txEl>
                                              <p:pRg st="5" end="5"/>
                                            </p:txEl>
                                          </p:spTgt>
                                        </p:tgtEl>
                                      </p:cBhvr>
                                    </p:animEffect>
                                    <p:anim calcmode="lin" valueType="num">
                                      <p:cBhvr>
                                        <p:cTn id="8"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3">
                                            <p:txEl>
                                              <p:pRg st="6" end="6"/>
                                            </p:txEl>
                                          </p:spTgt>
                                        </p:tgtEl>
                                        <p:attrNameLst>
                                          <p:attrName>style.visibility</p:attrName>
                                        </p:attrNameLst>
                                      </p:cBhvr>
                                      <p:to>
                                        <p:strVal val="visible"/>
                                      </p:to>
                                    </p:set>
                                    <p:animEffect transition="in" filter="fade">
                                      <p:cBhvr>
                                        <p:cTn id="14" dur="1000"/>
                                        <p:tgtEl>
                                          <p:spTgt spid="3">
                                            <p:txEl>
                                              <p:pRg st="6" end="6"/>
                                            </p:txEl>
                                          </p:spTgt>
                                        </p:tgtEl>
                                      </p:cBhvr>
                                    </p:animEffect>
                                    <p:anim calcmode="lin" valueType="num">
                                      <p:cBhvr>
                                        <p:cTn id="15" dur="10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6" end="6"/>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B80AB7-6EE0-CCBF-09E2-D1EC853CCBDA}"/>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FB9CDB0D-7A03-E5B1-573C-CE55806FF979}"/>
              </a:ext>
            </a:extLst>
          </p:cNvPr>
          <p:cNvSpPr>
            <a:spLocks noGrp="1"/>
          </p:cNvSpPr>
          <p:nvPr>
            <p:ph type="title"/>
          </p:nvPr>
        </p:nvSpPr>
        <p:spPr/>
        <p:txBody>
          <a:bodyPr>
            <a:normAutofit fontScale="90000"/>
          </a:bodyPr>
          <a:lstStyle/>
          <a:p>
            <a:r>
              <a:rPr lang="en-US" altLang="zh-CN" sz="4800" dirty="0"/>
              <a:t>Lyapunov</a:t>
            </a:r>
            <a:r>
              <a:rPr lang="zh-CN" altLang="en-US" sz="4800" dirty="0"/>
              <a:t>函数的构造例：</a:t>
            </a:r>
            <a:r>
              <a:rPr lang="en-US" altLang="zh-CN" sz="4800" dirty="0"/>
              <a:t>R</a:t>
            </a:r>
            <a:r>
              <a:rPr lang="zh-CN" altLang="en-US" sz="4800" dirty="0"/>
              <a:t>参数</a:t>
            </a:r>
            <a:endParaRPr lang="zh-CN" altLang="en-US" dirty="0"/>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C1CC74C1-817D-C1FE-DA31-C3CD64D4F3B1}"/>
                  </a:ext>
                </a:extLst>
              </p:cNvPr>
              <p:cNvSpPr>
                <a:spLocks noGrp="1"/>
              </p:cNvSpPr>
              <p:nvPr>
                <p:ph idx="1"/>
              </p:nvPr>
            </p:nvSpPr>
            <p:spPr>
              <a:xfrm>
                <a:off x="457200" y="1196754"/>
                <a:ext cx="8229600" cy="5280247"/>
              </a:xfrm>
            </p:spPr>
            <p:txBody>
              <a:bodyPr>
                <a:normAutofit/>
              </a:bodyPr>
              <a:lstStyle/>
              <a:p>
                <a:pPr marL="118872" indent="0">
                  <a:lnSpc>
                    <a:spcPct val="110000"/>
                  </a:lnSpc>
                  <a:buNone/>
                </a:pPr>
                <a14:m>
                  <m:oMathPara xmlns:m="http://schemas.openxmlformats.org/officeDocument/2006/math">
                    <m:oMathParaPr>
                      <m:jc m:val="centerGroup"/>
                    </m:oMathParaPr>
                    <m:oMath xmlns:m="http://schemas.openxmlformats.org/officeDocument/2006/math">
                      <m:acc>
                        <m:accPr>
                          <m:chr m:val="̇"/>
                          <m:ctrlPr>
                            <a:rPr lang="en-US" altLang="zh-CN" sz="2800" i="1" smtClean="0">
                              <a:latin typeface="Cambria Math" panose="02040503050406030204" pitchFamily="18" charset="0"/>
                            </a:rPr>
                          </m:ctrlPr>
                        </m:accPr>
                        <m:e>
                          <m:r>
                            <a:rPr lang="zh-CN" altLang="en-US" sz="2800" i="1">
                              <a:latin typeface="Cambria Math" panose="02040503050406030204" pitchFamily="18" charset="0"/>
                            </a:rPr>
                            <m:t>𝜎</m:t>
                          </m:r>
                        </m:e>
                      </m:acc>
                      <m:r>
                        <a:rPr lang="zh-CN" altLang="en-US" sz="2800" i="1">
                          <a:latin typeface="Cambria Math" panose="02040503050406030204" pitchFamily="18" charset="0"/>
                        </a:rPr>
                        <m:t>=</m:t>
                      </m:r>
                      <m:r>
                        <a:rPr lang="en-US" altLang="zh-CN" sz="2800" i="1">
                          <a:latin typeface="Cambria Math" panose="02040503050406030204" pitchFamily="18" charset="0"/>
                        </a:rPr>
                        <m:t>𝐺</m:t>
                      </m:r>
                      <m:d>
                        <m:dPr>
                          <m:ctrlPr>
                            <a:rPr lang="en-US" altLang="zh-CN" sz="2800" i="1">
                              <a:latin typeface="Cambria Math" panose="02040503050406030204" pitchFamily="18" charset="0"/>
                            </a:rPr>
                          </m:ctrlPr>
                        </m:dPr>
                        <m:e>
                          <m:r>
                            <a:rPr lang="zh-CN" altLang="en-US" sz="2800" i="1">
                              <a:latin typeface="Cambria Math" panose="02040503050406030204" pitchFamily="18" charset="0"/>
                            </a:rPr>
                            <m:t>𝜎</m:t>
                          </m:r>
                        </m:e>
                      </m:d>
                      <m:r>
                        <a:rPr lang="zh-CN" altLang="en-US" sz="2800" i="1">
                          <a:latin typeface="Cambria Math" panose="02040503050406030204" pitchFamily="18" charset="0"/>
                        </a:rPr>
                        <m:t>𝜔</m:t>
                      </m:r>
                      <m:r>
                        <a:rPr lang="en-US" altLang="zh-CN" sz="2800" i="1">
                          <a:latin typeface="Cambria Math" panose="02040503050406030204" pitchFamily="18" charset="0"/>
                        </a:rPr>
                        <m:t>=</m:t>
                      </m:r>
                      <m:f>
                        <m:fPr>
                          <m:ctrlPr>
                            <a:rPr lang="en-US" altLang="zh-CN" sz="2800" i="1">
                              <a:latin typeface="Cambria Math" panose="02040503050406030204" pitchFamily="18" charset="0"/>
                            </a:rPr>
                          </m:ctrlPr>
                        </m:fPr>
                        <m:num>
                          <m:r>
                            <a:rPr lang="en-US" altLang="zh-CN" sz="2800" i="1">
                              <a:latin typeface="Cambria Math" panose="02040503050406030204" pitchFamily="18" charset="0"/>
                            </a:rPr>
                            <m:t>1</m:t>
                          </m:r>
                        </m:num>
                        <m:den>
                          <m:r>
                            <a:rPr lang="en-US" altLang="zh-CN" sz="2800" i="1">
                              <a:latin typeface="Cambria Math" panose="02040503050406030204" pitchFamily="18" charset="0"/>
                            </a:rPr>
                            <m:t>2</m:t>
                          </m:r>
                        </m:den>
                      </m:f>
                      <m:d>
                        <m:dPr>
                          <m:begChr m:val="["/>
                          <m:endChr m:val="]"/>
                          <m:ctrlPr>
                            <a:rPr lang="en-US" altLang="zh-CN" sz="2800" i="1">
                              <a:latin typeface="Cambria Math" panose="02040503050406030204" pitchFamily="18" charset="0"/>
                            </a:rPr>
                          </m:ctrlPr>
                        </m:dPr>
                        <m:e>
                          <m:r>
                            <a:rPr lang="en-US" altLang="zh-CN" sz="2800" i="1">
                              <a:latin typeface="Cambria Math" panose="02040503050406030204" pitchFamily="18" charset="0"/>
                            </a:rPr>
                            <m:t>𝐼</m:t>
                          </m:r>
                          <m:r>
                            <a:rPr lang="en-US" altLang="zh-CN" sz="2800" i="1">
                              <a:latin typeface="Cambria Math" panose="02040503050406030204" pitchFamily="18" charset="0"/>
                            </a:rPr>
                            <m:t>+</m:t>
                          </m:r>
                          <m:sSup>
                            <m:sSupPr>
                              <m:ctrlPr>
                                <a:rPr lang="en-US" altLang="zh-CN" sz="2800" i="1">
                                  <a:latin typeface="Cambria Math" panose="02040503050406030204" pitchFamily="18" charset="0"/>
                                </a:rPr>
                              </m:ctrlPr>
                            </m:sSupPr>
                            <m:e>
                              <m:r>
                                <a:rPr lang="zh-CN" altLang="en-US" sz="2800" i="1">
                                  <a:latin typeface="Cambria Math" panose="02040503050406030204" pitchFamily="18" charset="0"/>
                                </a:rPr>
                                <m:t>𝜎</m:t>
                              </m:r>
                            </m:e>
                            <m:sup>
                              <m:r>
                                <a:rPr lang="en-US" altLang="zh-CN" sz="2800" i="1">
                                  <a:latin typeface="Cambria Math" panose="02040503050406030204" pitchFamily="18" charset="0"/>
                                  <a:ea typeface="Cambria Math" panose="02040503050406030204" pitchFamily="18" charset="0"/>
                                </a:rPr>
                                <m:t>×</m:t>
                              </m:r>
                            </m:sup>
                          </m:sSup>
                          <m:r>
                            <a:rPr lang="en-US" altLang="zh-CN" sz="2800" i="1">
                              <a:latin typeface="Cambria Math" panose="02040503050406030204" pitchFamily="18" charset="0"/>
                              <a:ea typeface="Cambria Math" panose="02040503050406030204" pitchFamily="18" charset="0"/>
                            </a:rPr>
                            <m:t>+</m:t>
                          </m:r>
                          <m:r>
                            <a:rPr lang="zh-CN" altLang="en-US" sz="2800" i="1">
                              <a:latin typeface="Cambria Math" panose="02040503050406030204" pitchFamily="18" charset="0"/>
                            </a:rPr>
                            <m:t>𝜎</m:t>
                          </m:r>
                          <m:sSup>
                            <m:sSupPr>
                              <m:ctrlPr>
                                <a:rPr lang="en-US" altLang="zh-CN" sz="2800" i="1">
                                  <a:latin typeface="Cambria Math" panose="02040503050406030204" pitchFamily="18" charset="0"/>
                                </a:rPr>
                              </m:ctrlPr>
                            </m:sSupPr>
                            <m:e>
                              <m:r>
                                <a:rPr lang="zh-CN" altLang="en-US" sz="2800" i="1">
                                  <a:latin typeface="Cambria Math" panose="02040503050406030204" pitchFamily="18" charset="0"/>
                                </a:rPr>
                                <m:t>𝜎</m:t>
                              </m:r>
                            </m:e>
                            <m:sup>
                              <m:r>
                                <m:rPr>
                                  <m:sty m:val="p"/>
                                </m:rPr>
                                <a:rPr lang="en-US" altLang="zh-CN" sz="2800" i="1">
                                  <a:latin typeface="Cambria Math" panose="02040503050406030204" pitchFamily="18" charset="0"/>
                                </a:rPr>
                                <m:t>T</m:t>
                              </m:r>
                            </m:sup>
                          </m:sSup>
                          <m:r>
                            <a:rPr lang="en-US" altLang="zh-CN" sz="2800" i="1">
                              <a:latin typeface="Cambria Math" panose="02040503050406030204" pitchFamily="18" charset="0"/>
                            </a:rPr>
                            <m:t>−</m:t>
                          </m:r>
                          <m:f>
                            <m:fPr>
                              <m:ctrlPr>
                                <a:rPr lang="en-US" altLang="zh-CN" sz="2800" i="1">
                                  <a:latin typeface="Cambria Math" panose="02040503050406030204" pitchFamily="18" charset="0"/>
                                </a:rPr>
                              </m:ctrlPr>
                            </m:fPr>
                            <m:num>
                              <m:r>
                                <a:rPr lang="en-US" altLang="zh-CN" sz="2800" i="1">
                                  <a:latin typeface="Cambria Math" panose="02040503050406030204" pitchFamily="18" charset="0"/>
                                </a:rPr>
                                <m:t>1+</m:t>
                              </m:r>
                              <m:sSup>
                                <m:sSupPr>
                                  <m:ctrlPr>
                                    <a:rPr lang="en-US" altLang="zh-CN" sz="2800" i="1">
                                      <a:latin typeface="Cambria Math" panose="02040503050406030204" pitchFamily="18" charset="0"/>
                                    </a:rPr>
                                  </m:ctrlPr>
                                </m:sSupPr>
                                <m:e>
                                  <m:r>
                                    <a:rPr lang="zh-CN" altLang="en-US" sz="2800" i="1">
                                      <a:latin typeface="Cambria Math" panose="02040503050406030204" pitchFamily="18" charset="0"/>
                                    </a:rPr>
                                    <m:t>𝜎</m:t>
                                  </m:r>
                                </m:e>
                                <m:sup>
                                  <m:r>
                                    <m:rPr>
                                      <m:sty m:val="p"/>
                                    </m:rPr>
                                    <a:rPr lang="en-US" altLang="zh-CN" sz="2800" i="1">
                                      <a:latin typeface="Cambria Math" panose="02040503050406030204" pitchFamily="18" charset="0"/>
                                    </a:rPr>
                                    <m:t>T</m:t>
                                  </m:r>
                                </m:sup>
                              </m:sSup>
                              <m:r>
                                <a:rPr lang="zh-CN" altLang="en-US" sz="2800" i="1">
                                  <a:latin typeface="Cambria Math" panose="02040503050406030204" pitchFamily="18" charset="0"/>
                                </a:rPr>
                                <m:t>𝜎</m:t>
                              </m:r>
                            </m:num>
                            <m:den>
                              <m:r>
                                <a:rPr lang="en-US" altLang="zh-CN" sz="2800" i="1">
                                  <a:latin typeface="Cambria Math" panose="02040503050406030204" pitchFamily="18" charset="0"/>
                                </a:rPr>
                                <m:t>2</m:t>
                              </m:r>
                            </m:den>
                          </m:f>
                          <m:r>
                            <a:rPr lang="en-US" altLang="zh-CN" sz="2800" i="1">
                              <a:latin typeface="Cambria Math" panose="02040503050406030204" pitchFamily="18" charset="0"/>
                            </a:rPr>
                            <m:t>𝐼</m:t>
                          </m:r>
                        </m:e>
                      </m:d>
                      <m:r>
                        <a:rPr lang="zh-CN" altLang="en-US" sz="2800" i="1">
                          <a:latin typeface="Cambria Math" panose="02040503050406030204" pitchFamily="18" charset="0"/>
                        </a:rPr>
                        <m:t>𝜔</m:t>
                      </m:r>
                    </m:oMath>
                  </m:oMathPara>
                </a14:m>
                <a:endParaRPr lang="en-US" altLang="zh-CN" sz="2800" dirty="0"/>
              </a:p>
              <a:p>
                <a:pPr marL="118872" indent="0">
                  <a:buNone/>
                </a:pPr>
                <a14:m>
                  <m:oMathPara xmlns:m="http://schemas.openxmlformats.org/officeDocument/2006/math">
                    <m:oMathParaPr>
                      <m:jc m:val="centerGroup"/>
                    </m:oMathParaPr>
                    <m:oMath xmlns:m="http://schemas.openxmlformats.org/officeDocument/2006/math">
                      <m:sSub>
                        <m:sSubPr>
                          <m:ctrlPr>
                            <a:rPr lang="en-US" altLang="zh-CN" sz="2800" i="1">
                              <a:latin typeface="Cambria Math" panose="02040503050406030204" pitchFamily="18" charset="0"/>
                            </a:rPr>
                          </m:ctrlPr>
                        </m:sSubPr>
                        <m:e>
                          <m:acc>
                            <m:accPr>
                              <m:chr m:val="̇"/>
                              <m:ctrlPr>
                                <a:rPr lang="en-US" altLang="zh-CN" sz="2800" i="1" smtClean="0">
                                  <a:latin typeface="Cambria Math" panose="02040503050406030204" pitchFamily="18" charset="0"/>
                                </a:rPr>
                              </m:ctrlPr>
                            </m:accPr>
                            <m:e>
                              <m:r>
                                <a:rPr lang="en-US" altLang="zh-CN" sz="2800" b="0" i="1" smtClean="0">
                                  <a:latin typeface="Cambria Math" panose="02040503050406030204" pitchFamily="18" charset="0"/>
                                </a:rPr>
                                <m:t>𝑉</m:t>
                              </m:r>
                            </m:e>
                          </m:acc>
                        </m:e>
                        <m:sub>
                          <m:r>
                            <a:rPr lang="en-US" altLang="zh-CN" sz="2800" i="1">
                              <a:latin typeface="Cambria Math" panose="02040503050406030204" pitchFamily="18" charset="0"/>
                            </a:rPr>
                            <m:t>1</m:t>
                          </m:r>
                        </m:sub>
                      </m:sSub>
                      <m:r>
                        <a:rPr lang="en-US" altLang="zh-CN" sz="2800" b="0" i="1" smtClean="0">
                          <a:latin typeface="Cambria Math" panose="02040503050406030204" pitchFamily="18" charset="0"/>
                        </a:rPr>
                        <m:t>=</m:t>
                      </m:r>
                      <m:f>
                        <m:fPr>
                          <m:ctrlPr>
                            <a:rPr lang="en-US" altLang="zh-CN" sz="2800" b="0" i="1" smtClean="0">
                              <a:latin typeface="Cambria Math" panose="02040503050406030204" pitchFamily="18" charset="0"/>
                            </a:rPr>
                          </m:ctrlPr>
                        </m:fPr>
                        <m:num>
                          <m:r>
                            <m:rPr>
                              <m:sty m:val="p"/>
                            </m:rPr>
                            <a:rPr lang="en-US" altLang="zh-CN" sz="2800" i="1">
                              <a:latin typeface="Cambria Math" panose="02040503050406030204" pitchFamily="18" charset="0"/>
                            </a:rPr>
                            <m:t>d</m:t>
                          </m:r>
                        </m:num>
                        <m:den>
                          <m:r>
                            <m:rPr>
                              <m:sty m:val="p"/>
                            </m:rPr>
                            <a:rPr lang="en-US" altLang="zh-CN" sz="2800" i="1">
                              <a:latin typeface="Cambria Math" panose="02040503050406030204" pitchFamily="18" charset="0"/>
                            </a:rPr>
                            <m:t>d</m:t>
                          </m:r>
                          <m:r>
                            <a:rPr lang="en-US" altLang="zh-CN" sz="2800" b="0" i="1" smtClean="0">
                              <a:latin typeface="Cambria Math" panose="02040503050406030204" pitchFamily="18" charset="0"/>
                            </a:rPr>
                            <m:t>𝑡</m:t>
                          </m:r>
                        </m:den>
                      </m:f>
                      <m:d>
                        <m:dPr>
                          <m:ctrlPr>
                            <a:rPr lang="en-US" altLang="zh-CN" sz="2800" b="0" i="1" smtClean="0">
                              <a:latin typeface="Cambria Math" panose="02040503050406030204" pitchFamily="18" charset="0"/>
                            </a:rPr>
                          </m:ctrlPr>
                        </m:dPr>
                        <m:e>
                          <m:r>
                            <a:rPr lang="en-US" altLang="zh-CN" sz="2800" i="1">
                              <a:latin typeface="Cambria Math" panose="02040503050406030204" pitchFamily="18" charset="0"/>
                            </a:rPr>
                            <m:t>2</m:t>
                          </m:r>
                          <m:r>
                            <m:rPr>
                              <m:sty m:val="p"/>
                            </m:rPr>
                            <a:rPr lang="en-US" altLang="zh-CN" sz="2800" i="1">
                              <a:latin typeface="Cambria Math" panose="02040503050406030204" pitchFamily="18" charset="0"/>
                            </a:rPr>
                            <m:t>ln</m:t>
                          </m:r>
                          <m:d>
                            <m:dPr>
                              <m:ctrlPr>
                                <a:rPr lang="en-US" altLang="zh-CN" sz="2800" i="1">
                                  <a:latin typeface="Cambria Math" panose="02040503050406030204" pitchFamily="18" charset="0"/>
                                </a:rPr>
                              </m:ctrlPr>
                            </m:dPr>
                            <m:e>
                              <m:r>
                                <a:rPr lang="en-US" altLang="zh-CN" sz="2800" i="1">
                                  <a:latin typeface="Cambria Math" panose="02040503050406030204" pitchFamily="18" charset="0"/>
                                </a:rPr>
                                <m:t>1+</m:t>
                              </m:r>
                              <m:sSup>
                                <m:sSupPr>
                                  <m:ctrlPr>
                                    <a:rPr lang="en-US" altLang="zh-CN" sz="2800" i="1">
                                      <a:latin typeface="Cambria Math" panose="02040503050406030204" pitchFamily="18" charset="0"/>
                                    </a:rPr>
                                  </m:ctrlPr>
                                </m:sSupPr>
                                <m:e>
                                  <m:r>
                                    <a:rPr lang="zh-CN" altLang="en-US" sz="2800" i="1">
                                      <a:latin typeface="Cambria Math" panose="02040503050406030204" pitchFamily="18" charset="0"/>
                                    </a:rPr>
                                    <m:t>𝜎</m:t>
                                  </m:r>
                                </m:e>
                                <m:sup>
                                  <m:r>
                                    <m:rPr>
                                      <m:sty m:val="p"/>
                                    </m:rPr>
                                    <a:rPr lang="en-US" altLang="zh-CN" sz="2800" i="1">
                                      <a:latin typeface="Cambria Math" panose="02040503050406030204" pitchFamily="18" charset="0"/>
                                    </a:rPr>
                                    <m:t>T</m:t>
                                  </m:r>
                                </m:sup>
                              </m:sSup>
                              <m:r>
                                <a:rPr lang="zh-CN" altLang="en-US" sz="2800" i="1">
                                  <a:latin typeface="Cambria Math" panose="02040503050406030204" pitchFamily="18" charset="0"/>
                                </a:rPr>
                                <m:t>𝜎</m:t>
                              </m:r>
                            </m:e>
                          </m:d>
                        </m:e>
                      </m:d>
                      <m:r>
                        <a:rPr lang="en-US" altLang="zh-CN" sz="2800" b="0" i="1" smtClean="0">
                          <a:latin typeface="Cambria Math" panose="02040503050406030204" pitchFamily="18" charset="0"/>
                        </a:rPr>
                        <m:t>=</m:t>
                      </m:r>
                      <m:f>
                        <m:fPr>
                          <m:ctrlPr>
                            <a:rPr lang="en-US" altLang="zh-CN" sz="2800" b="0" i="1" smtClean="0">
                              <a:latin typeface="Cambria Math" panose="02040503050406030204" pitchFamily="18" charset="0"/>
                            </a:rPr>
                          </m:ctrlPr>
                        </m:fPr>
                        <m:num>
                          <m:r>
                            <a:rPr lang="en-US" altLang="zh-CN" sz="2800" b="0" i="1" smtClean="0">
                              <a:latin typeface="Cambria Math" panose="02040503050406030204" pitchFamily="18" charset="0"/>
                            </a:rPr>
                            <m:t>2</m:t>
                          </m:r>
                        </m:num>
                        <m:den>
                          <m:r>
                            <a:rPr lang="en-US" altLang="zh-CN" sz="2800" i="1">
                              <a:latin typeface="Cambria Math" panose="02040503050406030204" pitchFamily="18" charset="0"/>
                            </a:rPr>
                            <m:t>1+</m:t>
                          </m:r>
                          <m:sSup>
                            <m:sSupPr>
                              <m:ctrlPr>
                                <a:rPr lang="en-US" altLang="zh-CN" sz="2800" i="1">
                                  <a:latin typeface="Cambria Math" panose="02040503050406030204" pitchFamily="18" charset="0"/>
                                </a:rPr>
                              </m:ctrlPr>
                            </m:sSupPr>
                            <m:e>
                              <m:r>
                                <a:rPr lang="zh-CN" altLang="en-US" sz="2800" i="1">
                                  <a:latin typeface="Cambria Math" panose="02040503050406030204" pitchFamily="18" charset="0"/>
                                </a:rPr>
                                <m:t>𝜎</m:t>
                              </m:r>
                            </m:e>
                            <m:sup>
                              <m:r>
                                <m:rPr>
                                  <m:sty m:val="p"/>
                                </m:rPr>
                                <a:rPr lang="en-US" altLang="zh-CN" sz="2800" i="1">
                                  <a:latin typeface="Cambria Math" panose="02040503050406030204" pitchFamily="18" charset="0"/>
                                </a:rPr>
                                <m:t>T</m:t>
                              </m:r>
                            </m:sup>
                          </m:sSup>
                          <m:r>
                            <a:rPr lang="zh-CN" altLang="en-US" sz="2800" i="1">
                              <a:latin typeface="Cambria Math" panose="02040503050406030204" pitchFamily="18" charset="0"/>
                            </a:rPr>
                            <m:t>𝜎</m:t>
                          </m:r>
                        </m:den>
                      </m:f>
                      <m:r>
                        <a:rPr lang="en-US" altLang="zh-CN" sz="2800" b="0" i="1" smtClean="0">
                          <a:latin typeface="Cambria Math" panose="02040503050406030204" pitchFamily="18" charset="0"/>
                          <a:ea typeface="Cambria Math" panose="02040503050406030204" pitchFamily="18" charset="0"/>
                        </a:rPr>
                        <m:t>∙2</m:t>
                      </m:r>
                      <m:sSup>
                        <m:sSupPr>
                          <m:ctrlPr>
                            <a:rPr lang="en-US" altLang="zh-CN" sz="2800" i="1">
                              <a:latin typeface="Cambria Math" panose="02040503050406030204" pitchFamily="18" charset="0"/>
                            </a:rPr>
                          </m:ctrlPr>
                        </m:sSupPr>
                        <m:e>
                          <m:r>
                            <a:rPr lang="zh-CN" altLang="en-US" sz="2800" i="1">
                              <a:latin typeface="Cambria Math" panose="02040503050406030204" pitchFamily="18" charset="0"/>
                            </a:rPr>
                            <m:t>𝜎</m:t>
                          </m:r>
                        </m:e>
                        <m:sup>
                          <m:r>
                            <m:rPr>
                              <m:sty m:val="p"/>
                            </m:rPr>
                            <a:rPr lang="en-US" altLang="zh-CN" sz="2800" i="1">
                              <a:latin typeface="Cambria Math" panose="02040503050406030204" pitchFamily="18" charset="0"/>
                            </a:rPr>
                            <m:t>T</m:t>
                          </m:r>
                        </m:sup>
                      </m:sSup>
                      <m:acc>
                        <m:accPr>
                          <m:chr m:val="̇"/>
                          <m:ctrlPr>
                            <a:rPr lang="en-US" altLang="zh-CN" sz="2800" i="1" smtClean="0">
                              <a:solidFill>
                                <a:srgbClr val="FFFF00"/>
                              </a:solidFill>
                              <a:latin typeface="Cambria Math" panose="02040503050406030204" pitchFamily="18" charset="0"/>
                            </a:rPr>
                          </m:ctrlPr>
                        </m:accPr>
                        <m:e>
                          <m:r>
                            <a:rPr lang="zh-CN" altLang="en-US" sz="2800" i="1">
                              <a:solidFill>
                                <a:srgbClr val="FFFF00"/>
                              </a:solidFill>
                              <a:latin typeface="Cambria Math" panose="02040503050406030204" pitchFamily="18" charset="0"/>
                            </a:rPr>
                            <m:t>𝜎</m:t>
                          </m:r>
                        </m:e>
                      </m:acc>
                      <m:r>
                        <a:rPr lang="en-US" altLang="zh-CN" sz="2800" b="0" i="1" smtClean="0">
                          <a:latin typeface="Cambria Math" panose="02040503050406030204" pitchFamily="18" charset="0"/>
                        </a:rPr>
                        <m:t>                 </m:t>
                      </m:r>
                    </m:oMath>
                  </m:oMathPara>
                </a14:m>
                <a:endParaRPr lang="en-US" altLang="zh-CN" sz="2800" i="1" dirty="0">
                  <a:latin typeface="Cambria Math" panose="02040503050406030204" pitchFamily="18" charset="0"/>
                </a:endParaRPr>
              </a:p>
              <a:p>
                <a:pPr marL="118872" indent="0">
                  <a:buNone/>
                </a:pPr>
                <a14:m>
                  <m:oMathPara xmlns:m="http://schemas.openxmlformats.org/officeDocument/2006/math">
                    <m:oMathParaPr>
                      <m:jc m:val="centerGroup"/>
                    </m:oMathParaPr>
                    <m:oMath xmlns:m="http://schemas.openxmlformats.org/officeDocument/2006/math">
                      <m:r>
                        <a:rPr lang="en-US" altLang="zh-CN" sz="2800" b="0" i="1" smtClean="0">
                          <a:latin typeface="Cambria Math" panose="02040503050406030204" pitchFamily="18" charset="0"/>
                        </a:rPr>
                        <m:t>=</m:t>
                      </m:r>
                      <m:f>
                        <m:fPr>
                          <m:ctrlPr>
                            <a:rPr lang="en-US" altLang="zh-CN" sz="2800" i="1">
                              <a:latin typeface="Cambria Math" panose="02040503050406030204" pitchFamily="18" charset="0"/>
                            </a:rPr>
                          </m:ctrlPr>
                        </m:fPr>
                        <m:num>
                          <m:r>
                            <a:rPr lang="en-US" altLang="zh-CN" sz="2800" b="0" i="1" smtClean="0">
                              <a:latin typeface="Cambria Math" panose="02040503050406030204" pitchFamily="18" charset="0"/>
                            </a:rPr>
                            <m:t>2</m:t>
                          </m:r>
                        </m:num>
                        <m:den>
                          <m:r>
                            <a:rPr lang="en-US" altLang="zh-CN" sz="2800" i="1">
                              <a:latin typeface="Cambria Math" panose="02040503050406030204" pitchFamily="18" charset="0"/>
                            </a:rPr>
                            <m:t>1+</m:t>
                          </m:r>
                          <m:sSup>
                            <m:sSupPr>
                              <m:ctrlPr>
                                <a:rPr lang="en-US" altLang="zh-CN" sz="2800" i="1">
                                  <a:latin typeface="Cambria Math" panose="02040503050406030204" pitchFamily="18" charset="0"/>
                                </a:rPr>
                              </m:ctrlPr>
                            </m:sSupPr>
                            <m:e>
                              <m:r>
                                <a:rPr lang="zh-CN" altLang="en-US" sz="2800" i="1">
                                  <a:latin typeface="Cambria Math" panose="02040503050406030204" pitchFamily="18" charset="0"/>
                                </a:rPr>
                                <m:t>𝜎</m:t>
                              </m:r>
                            </m:e>
                            <m:sup>
                              <m:r>
                                <m:rPr>
                                  <m:sty m:val="p"/>
                                </m:rPr>
                                <a:rPr lang="en-US" altLang="zh-CN" sz="2800" i="1">
                                  <a:latin typeface="Cambria Math" panose="02040503050406030204" pitchFamily="18" charset="0"/>
                                </a:rPr>
                                <m:t>T</m:t>
                              </m:r>
                            </m:sup>
                          </m:sSup>
                          <m:r>
                            <a:rPr lang="zh-CN" altLang="en-US" sz="2800" i="1">
                              <a:latin typeface="Cambria Math" panose="02040503050406030204" pitchFamily="18" charset="0"/>
                            </a:rPr>
                            <m:t>𝜎</m:t>
                          </m:r>
                        </m:den>
                      </m:f>
                      <m:sSup>
                        <m:sSupPr>
                          <m:ctrlPr>
                            <a:rPr lang="en-US" altLang="zh-CN" sz="2800" i="1">
                              <a:latin typeface="Cambria Math" panose="02040503050406030204" pitchFamily="18" charset="0"/>
                            </a:rPr>
                          </m:ctrlPr>
                        </m:sSupPr>
                        <m:e>
                          <m:r>
                            <a:rPr lang="zh-CN" altLang="en-US" sz="2800" i="1">
                              <a:latin typeface="Cambria Math" panose="02040503050406030204" pitchFamily="18" charset="0"/>
                            </a:rPr>
                            <m:t>𝜎</m:t>
                          </m:r>
                        </m:e>
                        <m:sup>
                          <m:r>
                            <m:rPr>
                              <m:sty m:val="p"/>
                            </m:rPr>
                            <a:rPr lang="en-US" altLang="zh-CN" sz="2800" i="1">
                              <a:latin typeface="Cambria Math" panose="02040503050406030204" pitchFamily="18" charset="0"/>
                            </a:rPr>
                            <m:t>T</m:t>
                          </m:r>
                        </m:sup>
                      </m:sSup>
                      <m:d>
                        <m:dPr>
                          <m:begChr m:val="["/>
                          <m:endChr m:val="]"/>
                          <m:ctrlPr>
                            <a:rPr lang="en-US" altLang="zh-CN" sz="2800" i="1">
                              <a:latin typeface="Cambria Math" panose="02040503050406030204" pitchFamily="18" charset="0"/>
                            </a:rPr>
                          </m:ctrlPr>
                        </m:dPr>
                        <m:e>
                          <m:r>
                            <a:rPr lang="en-US" altLang="zh-CN" sz="2800" i="1">
                              <a:latin typeface="Cambria Math" panose="02040503050406030204" pitchFamily="18" charset="0"/>
                            </a:rPr>
                            <m:t>𝐼</m:t>
                          </m:r>
                          <m:r>
                            <a:rPr lang="en-US" altLang="zh-CN" sz="2800" i="1">
                              <a:latin typeface="Cambria Math" panose="02040503050406030204" pitchFamily="18" charset="0"/>
                            </a:rPr>
                            <m:t>+</m:t>
                          </m:r>
                          <m:sSup>
                            <m:sSupPr>
                              <m:ctrlPr>
                                <a:rPr lang="en-US" altLang="zh-CN" sz="2800" i="1">
                                  <a:latin typeface="Cambria Math" panose="02040503050406030204" pitchFamily="18" charset="0"/>
                                </a:rPr>
                              </m:ctrlPr>
                            </m:sSupPr>
                            <m:e>
                              <m:r>
                                <a:rPr lang="zh-CN" altLang="en-US" sz="2800" i="1">
                                  <a:latin typeface="Cambria Math" panose="02040503050406030204" pitchFamily="18" charset="0"/>
                                </a:rPr>
                                <m:t>𝜎</m:t>
                              </m:r>
                            </m:e>
                            <m:sup>
                              <m:r>
                                <a:rPr lang="en-US" altLang="zh-CN" sz="2800" i="1">
                                  <a:latin typeface="Cambria Math" panose="02040503050406030204" pitchFamily="18" charset="0"/>
                                  <a:ea typeface="Cambria Math" panose="02040503050406030204" pitchFamily="18" charset="0"/>
                                </a:rPr>
                                <m:t>×</m:t>
                              </m:r>
                            </m:sup>
                          </m:sSup>
                          <m:r>
                            <a:rPr lang="en-US" altLang="zh-CN" sz="2800" i="1">
                              <a:latin typeface="Cambria Math" panose="02040503050406030204" pitchFamily="18" charset="0"/>
                              <a:ea typeface="Cambria Math" panose="02040503050406030204" pitchFamily="18" charset="0"/>
                            </a:rPr>
                            <m:t>+</m:t>
                          </m:r>
                          <m:r>
                            <a:rPr lang="zh-CN" altLang="en-US" sz="2800" i="1">
                              <a:latin typeface="Cambria Math" panose="02040503050406030204" pitchFamily="18" charset="0"/>
                            </a:rPr>
                            <m:t>𝜎</m:t>
                          </m:r>
                          <m:sSup>
                            <m:sSupPr>
                              <m:ctrlPr>
                                <a:rPr lang="en-US" altLang="zh-CN" sz="2800" i="1">
                                  <a:latin typeface="Cambria Math" panose="02040503050406030204" pitchFamily="18" charset="0"/>
                                </a:rPr>
                              </m:ctrlPr>
                            </m:sSupPr>
                            <m:e>
                              <m:r>
                                <a:rPr lang="zh-CN" altLang="en-US" sz="2800" i="1">
                                  <a:latin typeface="Cambria Math" panose="02040503050406030204" pitchFamily="18" charset="0"/>
                                </a:rPr>
                                <m:t>𝜎</m:t>
                              </m:r>
                            </m:e>
                            <m:sup>
                              <m:r>
                                <m:rPr>
                                  <m:sty m:val="p"/>
                                </m:rPr>
                                <a:rPr lang="en-US" altLang="zh-CN" sz="2800" i="1">
                                  <a:latin typeface="Cambria Math" panose="02040503050406030204" pitchFamily="18" charset="0"/>
                                </a:rPr>
                                <m:t>T</m:t>
                              </m:r>
                            </m:sup>
                          </m:sSup>
                          <m:r>
                            <a:rPr lang="en-US" altLang="zh-CN" sz="2800" i="1">
                              <a:latin typeface="Cambria Math" panose="02040503050406030204" pitchFamily="18" charset="0"/>
                            </a:rPr>
                            <m:t>−</m:t>
                          </m:r>
                          <m:f>
                            <m:fPr>
                              <m:ctrlPr>
                                <a:rPr lang="en-US" altLang="zh-CN" sz="2800" i="1">
                                  <a:latin typeface="Cambria Math" panose="02040503050406030204" pitchFamily="18" charset="0"/>
                                </a:rPr>
                              </m:ctrlPr>
                            </m:fPr>
                            <m:num>
                              <m:r>
                                <a:rPr lang="en-US" altLang="zh-CN" sz="2800" i="1">
                                  <a:latin typeface="Cambria Math" panose="02040503050406030204" pitchFamily="18" charset="0"/>
                                </a:rPr>
                                <m:t>1+</m:t>
                              </m:r>
                              <m:sSup>
                                <m:sSupPr>
                                  <m:ctrlPr>
                                    <a:rPr lang="en-US" altLang="zh-CN" sz="2800" i="1">
                                      <a:latin typeface="Cambria Math" panose="02040503050406030204" pitchFamily="18" charset="0"/>
                                    </a:rPr>
                                  </m:ctrlPr>
                                </m:sSupPr>
                                <m:e>
                                  <m:r>
                                    <a:rPr lang="zh-CN" altLang="en-US" sz="2800" i="1">
                                      <a:latin typeface="Cambria Math" panose="02040503050406030204" pitchFamily="18" charset="0"/>
                                    </a:rPr>
                                    <m:t>𝜎</m:t>
                                  </m:r>
                                </m:e>
                                <m:sup>
                                  <m:r>
                                    <m:rPr>
                                      <m:sty m:val="p"/>
                                    </m:rPr>
                                    <a:rPr lang="en-US" altLang="zh-CN" sz="2800" i="1">
                                      <a:latin typeface="Cambria Math" panose="02040503050406030204" pitchFamily="18" charset="0"/>
                                    </a:rPr>
                                    <m:t>T</m:t>
                                  </m:r>
                                </m:sup>
                              </m:sSup>
                              <m:r>
                                <a:rPr lang="zh-CN" altLang="en-US" sz="2800" i="1">
                                  <a:latin typeface="Cambria Math" panose="02040503050406030204" pitchFamily="18" charset="0"/>
                                </a:rPr>
                                <m:t>𝜎</m:t>
                              </m:r>
                            </m:num>
                            <m:den>
                              <m:r>
                                <a:rPr lang="en-US" altLang="zh-CN" sz="2800" i="1">
                                  <a:latin typeface="Cambria Math" panose="02040503050406030204" pitchFamily="18" charset="0"/>
                                </a:rPr>
                                <m:t>2</m:t>
                              </m:r>
                            </m:den>
                          </m:f>
                          <m:r>
                            <a:rPr lang="en-US" altLang="zh-CN" sz="2800" i="1">
                              <a:latin typeface="Cambria Math" panose="02040503050406030204" pitchFamily="18" charset="0"/>
                            </a:rPr>
                            <m:t>𝐼</m:t>
                          </m:r>
                        </m:e>
                      </m:d>
                      <m:r>
                        <a:rPr lang="zh-CN" altLang="en-US" sz="2800" i="1">
                          <a:latin typeface="Cambria Math" panose="02040503050406030204" pitchFamily="18" charset="0"/>
                        </a:rPr>
                        <m:t>𝜔</m:t>
                      </m:r>
                      <m:r>
                        <a:rPr lang="en-US" altLang="zh-CN" sz="2800" b="0" i="1" smtClean="0">
                          <a:latin typeface="Cambria Math" panose="02040503050406030204" pitchFamily="18" charset="0"/>
                        </a:rPr>
                        <m:t>           </m:t>
                      </m:r>
                    </m:oMath>
                  </m:oMathPara>
                </a14:m>
                <a:endParaRPr lang="en-US" altLang="zh-CN" sz="2800" i="1" dirty="0">
                  <a:latin typeface="Cambria Math" panose="02040503050406030204" pitchFamily="18" charset="0"/>
                </a:endParaRPr>
              </a:p>
              <a:p>
                <a:pPr marL="118872" indent="0">
                  <a:buNone/>
                </a:pPr>
                <a14:m>
                  <m:oMathPara xmlns:m="http://schemas.openxmlformats.org/officeDocument/2006/math">
                    <m:oMathParaPr>
                      <m:jc m:val="centerGroup"/>
                    </m:oMathParaPr>
                    <m:oMath xmlns:m="http://schemas.openxmlformats.org/officeDocument/2006/math">
                      <m:r>
                        <a:rPr lang="en-US" altLang="zh-CN" sz="2800" b="0" i="1" smtClean="0">
                          <a:latin typeface="Cambria Math" panose="02040503050406030204" pitchFamily="18" charset="0"/>
                        </a:rPr>
                        <m:t>=</m:t>
                      </m:r>
                      <m:f>
                        <m:fPr>
                          <m:ctrlPr>
                            <a:rPr lang="en-US" altLang="zh-CN" sz="2800" i="1">
                              <a:latin typeface="Cambria Math" panose="02040503050406030204" pitchFamily="18" charset="0"/>
                            </a:rPr>
                          </m:ctrlPr>
                        </m:fPr>
                        <m:num>
                          <m:r>
                            <a:rPr lang="en-US" altLang="zh-CN" sz="2800" i="1">
                              <a:latin typeface="Cambria Math" panose="02040503050406030204" pitchFamily="18" charset="0"/>
                            </a:rPr>
                            <m:t>2</m:t>
                          </m:r>
                        </m:num>
                        <m:den>
                          <m:r>
                            <a:rPr lang="en-US" altLang="zh-CN" sz="2800" i="1">
                              <a:latin typeface="Cambria Math" panose="02040503050406030204" pitchFamily="18" charset="0"/>
                            </a:rPr>
                            <m:t>1+</m:t>
                          </m:r>
                          <m:sSup>
                            <m:sSupPr>
                              <m:ctrlPr>
                                <a:rPr lang="en-US" altLang="zh-CN" sz="2800" i="1">
                                  <a:latin typeface="Cambria Math" panose="02040503050406030204" pitchFamily="18" charset="0"/>
                                </a:rPr>
                              </m:ctrlPr>
                            </m:sSupPr>
                            <m:e>
                              <m:r>
                                <a:rPr lang="zh-CN" altLang="en-US" sz="2800" i="1">
                                  <a:latin typeface="Cambria Math" panose="02040503050406030204" pitchFamily="18" charset="0"/>
                                </a:rPr>
                                <m:t>𝜎</m:t>
                              </m:r>
                            </m:e>
                            <m:sup>
                              <m:r>
                                <m:rPr>
                                  <m:sty m:val="p"/>
                                </m:rPr>
                                <a:rPr lang="en-US" altLang="zh-CN" sz="2800" i="1">
                                  <a:latin typeface="Cambria Math" panose="02040503050406030204" pitchFamily="18" charset="0"/>
                                </a:rPr>
                                <m:t>T</m:t>
                              </m:r>
                            </m:sup>
                          </m:sSup>
                          <m:r>
                            <a:rPr lang="zh-CN" altLang="en-US" sz="2800" i="1">
                              <a:latin typeface="Cambria Math" panose="02040503050406030204" pitchFamily="18" charset="0"/>
                            </a:rPr>
                            <m:t>𝜎</m:t>
                          </m:r>
                        </m:den>
                      </m:f>
                      <m:d>
                        <m:dPr>
                          <m:begChr m:val="["/>
                          <m:endChr m:val="]"/>
                          <m:ctrlPr>
                            <a:rPr lang="en-US" altLang="zh-CN" sz="2800" i="1">
                              <a:latin typeface="Cambria Math" panose="02040503050406030204" pitchFamily="18" charset="0"/>
                            </a:rPr>
                          </m:ctrlPr>
                        </m:dPr>
                        <m:e>
                          <m:sSup>
                            <m:sSupPr>
                              <m:ctrlPr>
                                <a:rPr lang="en-US" altLang="zh-CN" sz="2800" i="1">
                                  <a:latin typeface="Cambria Math" panose="02040503050406030204" pitchFamily="18" charset="0"/>
                                </a:rPr>
                              </m:ctrlPr>
                            </m:sSupPr>
                            <m:e>
                              <m:r>
                                <a:rPr lang="zh-CN" altLang="en-US" sz="2800" i="1">
                                  <a:latin typeface="Cambria Math" panose="02040503050406030204" pitchFamily="18" charset="0"/>
                                </a:rPr>
                                <m:t>𝜎</m:t>
                              </m:r>
                            </m:e>
                            <m:sup>
                              <m:r>
                                <m:rPr>
                                  <m:sty m:val="p"/>
                                </m:rPr>
                                <a:rPr lang="en-US" altLang="zh-CN" sz="2800" i="1">
                                  <a:latin typeface="Cambria Math" panose="02040503050406030204" pitchFamily="18" charset="0"/>
                                </a:rPr>
                                <m:t>T</m:t>
                              </m:r>
                            </m:sup>
                          </m:sSup>
                          <m:r>
                            <a:rPr lang="en-US" altLang="zh-CN" sz="2800" i="1">
                              <a:latin typeface="Cambria Math" panose="02040503050406030204" pitchFamily="18" charset="0"/>
                            </a:rPr>
                            <m:t>+</m:t>
                          </m:r>
                          <m:sSup>
                            <m:sSupPr>
                              <m:ctrlPr>
                                <a:rPr lang="en-US" altLang="zh-CN" sz="2800" i="1" smtClean="0">
                                  <a:solidFill>
                                    <a:srgbClr val="FFFF00"/>
                                  </a:solidFill>
                                  <a:latin typeface="Cambria Math" panose="02040503050406030204" pitchFamily="18" charset="0"/>
                                </a:rPr>
                              </m:ctrlPr>
                            </m:sSupPr>
                            <m:e>
                              <m:r>
                                <a:rPr lang="zh-CN" altLang="en-US" sz="2800" i="1">
                                  <a:solidFill>
                                    <a:srgbClr val="FFFF00"/>
                                  </a:solidFill>
                                  <a:latin typeface="Cambria Math" panose="02040503050406030204" pitchFamily="18" charset="0"/>
                                </a:rPr>
                                <m:t>𝜎</m:t>
                              </m:r>
                            </m:e>
                            <m:sup>
                              <m:r>
                                <m:rPr>
                                  <m:sty m:val="p"/>
                                </m:rPr>
                                <a:rPr lang="en-US" altLang="zh-CN" sz="2800" i="1">
                                  <a:solidFill>
                                    <a:srgbClr val="FFFF00"/>
                                  </a:solidFill>
                                  <a:latin typeface="Cambria Math" panose="02040503050406030204" pitchFamily="18" charset="0"/>
                                </a:rPr>
                                <m:t>T</m:t>
                              </m:r>
                            </m:sup>
                          </m:sSup>
                          <m:sSup>
                            <m:sSupPr>
                              <m:ctrlPr>
                                <a:rPr lang="en-US" altLang="zh-CN" sz="2800" i="1">
                                  <a:solidFill>
                                    <a:srgbClr val="FFFF00"/>
                                  </a:solidFill>
                                  <a:latin typeface="Cambria Math" panose="02040503050406030204" pitchFamily="18" charset="0"/>
                                </a:rPr>
                              </m:ctrlPr>
                            </m:sSupPr>
                            <m:e>
                              <m:r>
                                <a:rPr lang="zh-CN" altLang="en-US" sz="2800" i="1">
                                  <a:solidFill>
                                    <a:srgbClr val="FFFF00"/>
                                  </a:solidFill>
                                  <a:latin typeface="Cambria Math" panose="02040503050406030204" pitchFamily="18" charset="0"/>
                                </a:rPr>
                                <m:t>𝜎</m:t>
                              </m:r>
                            </m:e>
                            <m:sup>
                              <m:r>
                                <a:rPr lang="en-US" altLang="zh-CN" sz="2800" i="1">
                                  <a:solidFill>
                                    <a:srgbClr val="FFFF00"/>
                                  </a:solidFill>
                                  <a:latin typeface="Cambria Math" panose="02040503050406030204" pitchFamily="18" charset="0"/>
                                  <a:ea typeface="Cambria Math" panose="02040503050406030204" pitchFamily="18" charset="0"/>
                                </a:rPr>
                                <m:t>×</m:t>
                              </m:r>
                            </m:sup>
                          </m:sSup>
                          <m:r>
                            <a:rPr lang="en-US" altLang="zh-CN" sz="2800" i="1">
                              <a:latin typeface="Cambria Math" panose="02040503050406030204" pitchFamily="18" charset="0"/>
                              <a:ea typeface="Cambria Math" panose="02040503050406030204" pitchFamily="18" charset="0"/>
                            </a:rPr>
                            <m:t>+</m:t>
                          </m:r>
                          <m:sSup>
                            <m:sSupPr>
                              <m:ctrlPr>
                                <a:rPr lang="en-US" altLang="zh-CN" sz="2800" i="1">
                                  <a:latin typeface="Cambria Math" panose="02040503050406030204" pitchFamily="18" charset="0"/>
                                </a:rPr>
                              </m:ctrlPr>
                            </m:sSupPr>
                            <m:e>
                              <m:r>
                                <a:rPr lang="zh-CN" altLang="en-US" sz="2800" i="1">
                                  <a:latin typeface="Cambria Math" panose="02040503050406030204" pitchFamily="18" charset="0"/>
                                </a:rPr>
                                <m:t>𝜎</m:t>
                              </m:r>
                            </m:e>
                            <m:sup>
                              <m:r>
                                <m:rPr>
                                  <m:sty m:val="p"/>
                                </m:rPr>
                                <a:rPr lang="en-US" altLang="zh-CN" sz="2800" i="1">
                                  <a:latin typeface="Cambria Math" panose="02040503050406030204" pitchFamily="18" charset="0"/>
                                </a:rPr>
                                <m:t>T</m:t>
                              </m:r>
                            </m:sup>
                          </m:sSup>
                          <m:r>
                            <a:rPr lang="zh-CN" altLang="en-US" sz="2800" i="1">
                              <a:latin typeface="Cambria Math" panose="02040503050406030204" pitchFamily="18" charset="0"/>
                            </a:rPr>
                            <m:t>𝜎</m:t>
                          </m:r>
                          <m:sSup>
                            <m:sSupPr>
                              <m:ctrlPr>
                                <a:rPr lang="en-US" altLang="zh-CN" sz="2800" i="1">
                                  <a:latin typeface="Cambria Math" panose="02040503050406030204" pitchFamily="18" charset="0"/>
                                </a:rPr>
                              </m:ctrlPr>
                            </m:sSupPr>
                            <m:e>
                              <m:r>
                                <a:rPr lang="zh-CN" altLang="en-US" sz="2800" i="1">
                                  <a:latin typeface="Cambria Math" panose="02040503050406030204" pitchFamily="18" charset="0"/>
                                </a:rPr>
                                <m:t>𝜎</m:t>
                              </m:r>
                            </m:e>
                            <m:sup>
                              <m:r>
                                <m:rPr>
                                  <m:sty m:val="p"/>
                                </m:rPr>
                                <a:rPr lang="en-US" altLang="zh-CN" sz="2800" i="1">
                                  <a:latin typeface="Cambria Math" panose="02040503050406030204" pitchFamily="18" charset="0"/>
                                </a:rPr>
                                <m:t>T</m:t>
                              </m:r>
                            </m:sup>
                          </m:sSup>
                          <m:r>
                            <a:rPr lang="en-US" altLang="zh-CN" sz="2800" i="1">
                              <a:latin typeface="Cambria Math" panose="02040503050406030204" pitchFamily="18" charset="0"/>
                            </a:rPr>
                            <m:t>−</m:t>
                          </m:r>
                          <m:f>
                            <m:fPr>
                              <m:ctrlPr>
                                <a:rPr lang="en-US" altLang="zh-CN" sz="2800" i="1">
                                  <a:latin typeface="Cambria Math" panose="02040503050406030204" pitchFamily="18" charset="0"/>
                                </a:rPr>
                              </m:ctrlPr>
                            </m:fPr>
                            <m:num>
                              <m:r>
                                <a:rPr lang="en-US" altLang="zh-CN" sz="2800" i="1">
                                  <a:latin typeface="Cambria Math" panose="02040503050406030204" pitchFamily="18" charset="0"/>
                                </a:rPr>
                                <m:t>1+</m:t>
                              </m:r>
                              <m:sSup>
                                <m:sSupPr>
                                  <m:ctrlPr>
                                    <a:rPr lang="en-US" altLang="zh-CN" sz="2800" i="1">
                                      <a:latin typeface="Cambria Math" panose="02040503050406030204" pitchFamily="18" charset="0"/>
                                    </a:rPr>
                                  </m:ctrlPr>
                                </m:sSupPr>
                                <m:e>
                                  <m:r>
                                    <a:rPr lang="zh-CN" altLang="en-US" sz="2800" i="1">
                                      <a:latin typeface="Cambria Math" panose="02040503050406030204" pitchFamily="18" charset="0"/>
                                    </a:rPr>
                                    <m:t>𝜎</m:t>
                                  </m:r>
                                </m:e>
                                <m:sup>
                                  <m:r>
                                    <m:rPr>
                                      <m:sty m:val="p"/>
                                    </m:rPr>
                                    <a:rPr lang="en-US" altLang="zh-CN" sz="2800" i="1">
                                      <a:latin typeface="Cambria Math" panose="02040503050406030204" pitchFamily="18" charset="0"/>
                                    </a:rPr>
                                    <m:t>T</m:t>
                                  </m:r>
                                </m:sup>
                              </m:sSup>
                              <m:r>
                                <a:rPr lang="zh-CN" altLang="en-US" sz="2800" i="1">
                                  <a:latin typeface="Cambria Math" panose="02040503050406030204" pitchFamily="18" charset="0"/>
                                </a:rPr>
                                <m:t>𝜎</m:t>
                              </m:r>
                            </m:num>
                            <m:den>
                              <m:r>
                                <a:rPr lang="en-US" altLang="zh-CN" sz="2800" i="1">
                                  <a:latin typeface="Cambria Math" panose="02040503050406030204" pitchFamily="18" charset="0"/>
                                </a:rPr>
                                <m:t>2</m:t>
                              </m:r>
                            </m:den>
                          </m:f>
                          <m:sSup>
                            <m:sSupPr>
                              <m:ctrlPr>
                                <a:rPr lang="en-US" altLang="zh-CN" sz="2800" i="1">
                                  <a:latin typeface="Cambria Math" panose="02040503050406030204" pitchFamily="18" charset="0"/>
                                </a:rPr>
                              </m:ctrlPr>
                            </m:sSupPr>
                            <m:e>
                              <m:r>
                                <a:rPr lang="zh-CN" altLang="en-US" sz="2800" i="1">
                                  <a:latin typeface="Cambria Math" panose="02040503050406030204" pitchFamily="18" charset="0"/>
                                </a:rPr>
                                <m:t>𝜎</m:t>
                              </m:r>
                            </m:e>
                            <m:sup>
                              <m:r>
                                <m:rPr>
                                  <m:sty m:val="p"/>
                                </m:rPr>
                                <a:rPr lang="en-US" altLang="zh-CN" sz="2800" i="1">
                                  <a:latin typeface="Cambria Math" panose="02040503050406030204" pitchFamily="18" charset="0"/>
                                </a:rPr>
                                <m:t>T</m:t>
                              </m:r>
                            </m:sup>
                          </m:sSup>
                        </m:e>
                      </m:d>
                      <m:r>
                        <a:rPr lang="zh-CN" altLang="en-US" sz="2800" i="1">
                          <a:latin typeface="Cambria Math" panose="02040503050406030204" pitchFamily="18" charset="0"/>
                        </a:rPr>
                        <m:t>𝜔</m:t>
                      </m:r>
                    </m:oMath>
                  </m:oMathPara>
                </a14:m>
                <a:endParaRPr lang="en-US" altLang="zh-CN" sz="2800" i="1" dirty="0">
                  <a:latin typeface="Cambria Math" panose="02040503050406030204" pitchFamily="18" charset="0"/>
                </a:endParaRPr>
              </a:p>
              <a:p>
                <a:pPr marL="118872" indent="0">
                  <a:buNone/>
                </a:pPr>
                <a14:m>
                  <m:oMathPara xmlns:m="http://schemas.openxmlformats.org/officeDocument/2006/math">
                    <m:oMathParaPr>
                      <m:jc m:val="centerGroup"/>
                    </m:oMathParaPr>
                    <m:oMath xmlns:m="http://schemas.openxmlformats.org/officeDocument/2006/math">
                      <m:r>
                        <a:rPr lang="en-US" altLang="zh-CN" sz="2800" b="0" i="1" smtClean="0">
                          <a:latin typeface="Cambria Math" panose="02040503050406030204" pitchFamily="18" charset="0"/>
                        </a:rPr>
                        <m:t>=</m:t>
                      </m:r>
                      <m:f>
                        <m:fPr>
                          <m:ctrlPr>
                            <a:rPr lang="en-US" altLang="zh-CN" sz="2800" i="1">
                              <a:latin typeface="Cambria Math" panose="02040503050406030204" pitchFamily="18" charset="0"/>
                            </a:rPr>
                          </m:ctrlPr>
                        </m:fPr>
                        <m:num>
                          <m:r>
                            <a:rPr lang="en-US" altLang="zh-CN" sz="2800" i="1">
                              <a:latin typeface="Cambria Math" panose="02040503050406030204" pitchFamily="18" charset="0"/>
                            </a:rPr>
                            <m:t>2</m:t>
                          </m:r>
                        </m:num>
                        <m:den>
                          <m:r>
                            <a:rPr lang="en-US" altLang="zh-CN" sz="2800" i="1">
                              <a:latin typeface="Cambria Math" panose="02040503050406030204" pitchFamily="18" charset="0"/>
                            </a:rPr>
                            <m:t>1+</m:t>
                          </m:r>
                          <m:sSup>
                            <m:sSupPr>
                              <m:ctrlPr>
                                <a:rPr lang="en-US" altLang="zh-CN" sz="2800" i="1">
                                  <a:latin typeface="Cambria Math" panose="02040503050406030204" pitchFamily="18" charset="0"/>
                                </a:rPr>
                              </m:ctrlPr>
                            </m:sSupPr>
                            <m:e>
                              <m:r>
                                <a:rPr lang="zh-CN" altLang="en-US" sz="2800" i="1">
                                  <a:latin typeface="Cambria Math" panose="02040503050406030204" pitchFamily="18" charset="0"/>
                                </a:rPr>
                                <m:t>𝜎</m:t>
                              </m:r>
                            </m:e>
                            <m:sup>
                              <m:r>
                                <m:rPr>
                                  <m:sty m:val="p"/>
                                </m:rPr>
                                <a:rPr lang="en-US" altLang="zh-CN" sz="2800" i="1">
                                  <a:latin typeface="Cambria Math" panose="02040503050406030204" pitchFamily="18" charset="0"/>
                                </a:rPr>
                                <m:t>T</m:t>
                              </m:r>
                            </m:sup>
                          </m:sSup>
                          <m:r>
                            <a:rPr lang="zh-CN" altLang="en-US" sz="2800" i="1">
                              <a:latin typeface="Cambria Math" panose="02040503050406030204" pitchFamily="18" charset="0"/>
                            </a:rPr>
                            <m:t>𝜎</m:t>
                          </m:r>
                        </m:den>
                      </m:f>
                      <m:d>
                        <m:dPr>
                          <m:begChr m:val="["/>
                          <m:endChr m:val="]"/>
                          <m:ctrlPr>
                            <a:rPr lang="en-US" altLang="zh-CN" sz="2800" i="1">
                              <a:latin typeface="Cambria Math" panose="02040503050406030204" pitchFamily="18" charset="0"/>
                            </a:rPr>
                          </m:ctrlPr>
                        </m:dPr>
                        <m:e>
                          <m:d>
                            <m:dPr>
                              <m:ctrlPr>
                                <a:rPr lang="en-US" altLang="zh-CN" sz="2800" i="1" smtClean="0">
                                  <a:latin typeface="Cambria Math" panose="02040503050406030204" pitchFamily="18" charset="0"/>
                                </a:rPr>
                              </m:ctrlPr>
                            </m:dPr>
                            <m:e>
                              <m:r>
                                <a:rPr lang="en-US" altLang="zh-CN" sz="2800" i="1">
                                  <a:latin typeface="Cambria Math" panose="02040503050406030204" pitchFamily="18" charset="0"/>
                                </a:rPr>
                                <m:t>1</m:t>
                              </m:r>
                              <m:r>
                                <a:rPr lang="en-US" altLang="zh-CN" sz="2800" i="1">
                                  <a:latin typeface="Cambria Math" panose="02040503050406030204" pitchFamily="18" charset="0"/>
                                  <a:ea typeface="Cambria Math" panose="02040503050406030204" pitchFamily="18" charset="0"/>
                                </a:rPr>
                                <m:t>+</m:t>
                              </m:r>
                              <m:sSup>
                                <m:sSupPr>
                                  <m:ctrlPr>
                                    <a:rPr lang="en-US" altLang="zh-CN" sz="2800" i="1">
                                      <a:latin typeface="Cambria Math" panose="02040503050406030204" pitchFamily="18" charset="0"/>
                                    </a:rPr>
                                  </m:ctrlPr>
                                </m:sSupPr>
                                <m:e>
                                  <m:r>
                                    <a:rPr lang="zh-CN" altLang="en-US" sz="2800" i="1">
                                      <a:latin typeface="Cambria Math" panose="02040503050406030204" pitchFamily="18" charset="0"/>
                                    </a:rPr>
                                    <m:t>𝜎</m:t>
                                  </m:r>
                                </m:e>
                                <m:sup>
                                  <m:r>
                                    <m:rPr>
                                      <m:sty m:val="p"/>
                                    </m:rPr>
                                    <a:rPr lang="en-US" altLang="zh-CN" sz="2800" i="1">
                                      <a:latin typeface="Cambria Math" panose="02040503050406030204" pitchFamily="18" charset="0"/>
                                    </a:rPr>
                                    <m:t>T</m:t>
                                  </m:r>
                                </m:sup>
                              </m:sSup>
                              <m:r>
                                <a:rPr lang="zh-CN" altLang="en-US" sz="2800" i="1">
                                  <a:latin typeface="Cambria Math" panose="02040503050406030204" pitchFamily="18" charset="0"/>
                                </a:rPr>
                                <m:t>𝜎</m:t>
                              </m:r>
                            </m:e>
                          </m:d>
                          <m:sSup>
                            <m:sSupPr>
                              <m:ctrlPr>
                                <a:rPr lang="en-US" altLang="zh-CN" sz="2800" i="1">
                                  <a:latin typeface="Cambria Math" panose="02040503050406030204" pitchFamily="18" charset="0"/>
                                </a:rPr>
                              </m:ctrlPr>
                            </m:sSupPr>
                            <m:e>
                              <m:r>
                                <a:rPr lang="zh-CN" altLang="en-US" sz="2800" i="1">
                                  <a:latin typeface="Cambria Math" panose="02040503050406030204" pitchFamily="18" charset="0"/>
                                </a:rPr>
                                <m:t>𝜎</m:t>
                              </m:r>
                            </m:e>
                            <m:sup>
                              <m:r>
                                <m:rPr>
                                  <m:sty m:val="p"/>
                                </m:rPr>
                                <a:rPr lang="en-US" altLang="zh-CN" sz="2800" i="1">
                                  <a:latin typeface="Cambria Math" panose="02040503050406030204" pitchFamily="18" charset="0"/>
                                </a:rPr>
                                <m:t>T</m:t>
                              </m:r>
                            </m:sup>
                          </m:sSup>
                          <m:r>
                            <a:rPr lang="en-US" altLang="zh-CN" sz="2800" i="1">
                              <a:latin typeface="Cambria Math" panose="02040503050406030204" pitchFamily="18" charset="0"/>
                            </a:rPr>
                            <m:t>−</m:t>
                          </m:r>
                          <m:f>
                            <m:fPr>
                              <m:ctrlPr>
                                <a:rPr lang="en-US" altLang="zh-CN" sz="2800" i="1">
                                  <a:latin typeface="Cambria Math" panose="02040503050406030204" pitchFamily="18" charset="0"/>
                                </a:rPr>
                              </m:ctrlPr>
                            </m:fPr>
                            <m:num>
                              <m:r>
                                <a:rPr lang="en-US" altLang="zh-CN" sz="2800" i="1">
                                  <a:latin typeface="Cambria Math" panose="02040503050406030204" pitchFamily="18" charset="0"/>
                                </a:rPr>
                                <m:t>1+</m:t>
                              </m:r>
                              <m:sSup>
                                <m:sSupPr>
                                  <m:ctrlPr>
                                    <a:rPr lang="en-US" altLang="zh-CN" sz="2800" i="1">
                                      <a:latin typeface="Cambria Math" panose="02040503050406030204" pitchFamily="18" charset="0"/>
                                    </a:rPr>
                                  </m:ctrlPr>
                                </m:sSupPr>
                                <m:e>
                                  <m:r>
                                    <a:rPr lang="zh-CN" altLang="en-US" sz="2800" i="1">
                                      <a:latin typeface="Cambria Math" panose="02040503050406030204" pitchFamily="18" charset="0"/>
                                    </a:rPr>
                                    <m:t>𝜎</m:t>
                                  </m:r>
                                </m:e>
                                <m:sup>
                                  <m:r>
                                    <m:rPr>
                                      <m:sty m:val="p"/>
                                    </m:rPr>
                                    <a:rPr lang="en-US" altLang="zh-CN" sz="2800" i="1">
                                      <a:latin typeface="Cambria Math" panose="02040503050406030204" pitchFamily="18" charset="0"/>
                                    </a:rPr>
                                    <m:t>T</m:t>
                                  </m:r>
                                </m:sup>
                              </m:sSup>
                              <m:r>
                                <a:rPr lang="zh-CN" altLang="en-US" sz="2800" i="1">
                                  <a:latin typeface="Cambria Math" panose="02040503050406030204" pitchFamily="18" charset="0"/>
                                </a:rPr>
                                <m:t>𝜎</m:t>
                              </m:r>
                            </m:num>
                            <m:den>
                              <m:r>
                                <a:rPr lang="en-US" altLang="zh-CN" sz="2800" i="1">
                                  <a:latin typeface="Cambria Math" panose="02040503050406030204" pitchFamily="18" charset="0"/>
                                </a:rPr>
                                <m:t>2</m:t>
                              </m:r>
                            </m:den>
                          </m:f>
                          <m:sSup>
                            <m:sSupPr>
                              <m:ctrlPr>
                                <a:rPr lang="en-US" altLang="zh-CN" sz="2800" i="1">
                                  <a:latin typeface="Cambria Math" panose="02040503050406030204" pitchFamily="18" charset="0"/>
                                </a:rPr>
                              </m:ctrlPr>
                            </m:sSupPr>
                            <m:e>
                              <m:r>
                                <a:rPr lang="zh-CN" altLang="en-US" sz="2800" i="1">
                                  <a:latin typeface="Cambria Math" panose="02040503050406030204" pitchFamily="18" charset="0"/>
                                </a:rPr>
                                <m:t>𝜎</m:t>
                              </m:r>
                            </m:e>
                            <m:sup>
                              <m:r>
                                <m:rPr>
                                  <m:sty m:val="p"/>
                                </m:rPr>
                                <a:rPr lang="en-US" altLang="zh-CN" sz="2800" i="1">
                                  <a:latin typeface="Cambria Math" panose="02040503050406030204" pitchFamily="18" charset="0"/>
                                </a:rPr>
                                <m:t>T</m:t>
                              </m:r>
                            </m:sup>
                          </m:sSup>
                        </m:e>
                      </m:d>
                      <m:r>
                        <a:rPr lang="zh-CN" altLang="en-US" sz="2800" i="1">
                          <a:latin typeface="Cambria Math" panose="02040503050406030204" pitchFamily="18" charset="0"/>
                        </a:rPr>
                        <m:t>𝜔</m:t>
                      </m:r>
                      <m:r>
                        <a:rPr lang="en-US" altLang="zh-CN" sz="2800" b="0" i="1" smtClean="0">
                          <a:latin typeface="Cambria Math" panose="02040503050406030204" pitchFamily="18" charset="0"/>
                        </a:rPr>
                        <m:t>=</m:t>
                      </m:r>
                      <m:sSup>
                        <m:sSupPr>
                          <m:ctrlPr>
                            <a:rPr lang="en-US" altLang="zh-CN" sz="2800" i="1">
                              <a:latin typeface="Cambria Math" panose="02040503050406030204" pitchFamily="18" charset="0"/>
                            </a:rPr>
                          </m:ctrlPr>
                        </m:sSupPr>
                        <m:e>
                          <m:r>
                            <a:rPr lang="zh-CN" altLang="en-US" sz="2800" i="1">
                              <a:latin typeface="Cambria Math" panose="02040503050406030204" pitchFamily="18" charset="0"/>
                            </a:rPr>
                            <m:t>𝜎</m:t>
                          </m:r>
                        </m:e>
                        <m:sup>
                          <m:r>
                            <m:rPr>
                              <m:sty m:val="p"/>
                            </m:rPr>
                            <a:rPr lang="en-US" altLang="zh-CN" sz="2800" i="1">
                              <a:latin typeface="Cambria Math" panose="02040503050406030204" pitchFamily="18" charset="0"/>
                            </a:rPr>
                            <m:t>T</m:t>
                          </m:r>
                        </m:sup>
                      </m:sSup>
                      <m:r>
                        <a:rPr lang="zh-CN" altLang="en-US" sz="2800" i="1">
                          <a:latin typeface="Cambria Math" panose="02040503050406030204" pitchFamily="18" charset="0"/>
                        </a:rPr>
                        <m:t>𝜔</m:t>
                      </m:r>
                    </m:oMath>
                  </m:oMathPara>
                </a14:m>
                <a:endParaRPr lang="en-US" altLang="zh-CN" sz="2800" dirty="0"/>
              </a:p>
              <a:p>
                <a:pPr>
                  <a:lnSpc>
                    <a:spcPct val="150000"/>
                  </a:lnSpc>
                </a:pPr>
                <a:endParaRPr lang="en-US" altLang="zh-CN" sz="2800" dirty="0"/>
              </a:p>
            </p:txBody>
          </p:sp>
        </mc:Choice>
        <mc:Fallback xmlns="">
          <p:sp>
            <p:nvSpPr>
              <p:cNvPr id="3" name="内容占位符 2">
                <a:extLst>
                  <a:ext uri="{FF2B5EF4-FFF2-40B4-BE49-F238E27FC236}">
                    <a16:creationId xmlns:a16="http://schemas.microsoft.com/office/drawing/2014/main" id="{C1CC74C1-817D-C1FE-DA31-C3CD64D4F3B1}"/>
                  </a:ext>
                </a:extLst>
              </p:cNvPr>
              <p:cNvSpPr>
                <a:spLocks noGrp="1" noRot="1" noChangeAspect="1" noMove="1" noResize="1" noEditPoints="1" noAdjustHandles="1" noChangeArrowheads="1" noChangeShapeType="1" noTextEdit="1"/>
              </p:cNvSpPr>
              <p:nvPr>
                <p:ph idx="1"/>
              </p:nvPr>
            </p:nvSpPr>
            <p:spPr>
              <a:xfrm>
                <a:off x="457200" y="1196754"/>
                <a:ext cx="8229600" cy="5280247"/>
              </a:xfrm>
              <a:blipFill>
                <a:blip r:embed="rId3"/>
                <a:stretch>
                  <a:fillRect/>
                </a:stretch>
              </a:blipFill>
            </p:spPr>
            <p:txBody>
              <a:bodyPr/>
              <a:lstStyle/>
              <a:p>
                <a:r>
                  <a:rPr lang="zh-CN" altLang="en-US">
                    <a:noFill/>
                  </a:rPr>
                  <a:t> </a:t>
                </a:r>
              </a:p>
            </p:txBody>
          </p:sp>
        </mc:Fallback>
      </mc:AlternateContent>
      <p:sp>
        <p:nvSpPr>
          <p:cNvPr id="4" name="灯片编号占位符 3">
            <a:extLst>
              <a:ext uri="{FF2B5EF4-FFF2-40B4-BE49-F238E27FC236}">
                <a16:creationId xmlns:a16="http://schemas.microsoft.com/office/drawing/2014/main" id="{C0161097-AA8A-39A7-113C-35AA6B5B5AA8}"/>
              </a:ext>
            </a:extLst>
          </p:cNvPr>
          <p:cNvSpPr>
            <a:spLocks noGrp="1"/>
          </p:cNvSpPr>
          <p:nvPr>
            <p:ph type="sldNum" sz="quarter" idx="12"/>
          </p:nvPr>
        </p:nvSpPr>
        <p:spPr/>
        <p:txBody>
          <a:bodyPr/>
          <a:lstStyle/>
          <a:p>
            <a:fld id="{58C210BB-F110-452C-89E7-9EA0A8D47DCE}" type="slidenum">
              <a:rPr lang="zh-CN" altLang="en-US" smtClean="0"/>
              <a:pPr/>
              <a:t>51</a:t>
            </a:fld>
            <a:endParaRPr lang="zh-CN" altLang="en-US"/>
          </a:p>
        </p:txBody>
      </p:sp>
    </p:spTree>
    <p:extLst>
      <p:ext uri="{BB962C8B-B14F-4D97-AF65-F5344CB8AC3E}">
        <p14:creationId xmlns:p14="http://schemas.microsoft.com/office/powerpoint/2010/main" val="16316801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fade">
                                      <p:cBhvr>
                                        <p:cTn id="7" dur="1000"/>
                                        <p:tgtEl>
                                          <p:spTgt spid="3">
                                            <p:txEl>
                                              <p:pRg st="2" end="2"/>
                                            </p:txEl>
                                          </p:spTgt>
                                        </p:tgtEl>
                                      </p:cBhvr>
                                    </p:animEffect>
                                    <p:anim calcmode="lin" valueType="num">
                                      <p:cBhvr>
                                        <p:cTn id="8"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3">
                                            <p:txEl>
                                              <p:pRg st="3" end="3"/>
                                            </p:txEl>
                                          </p:spTgt>
                                        </p:tgtEl>
                                        <p:attrNameLst>
                                          <p:attrName>style.visibility</p:attrName>
                                        </p:attrNameLst>
                                      </p:cBhvr>
                                      <p:to>
                                        <p:strVal val="visible"/>
                                      </p:to>
                                    </p:set>
                                    <p:animEffect transition="in" filter="fade">
                                      <p:cBhvr>
                                        <p:cTn id="14" dur="1000"/>
                                        <p:tgtEl>
                                          <p:spTgt spid="3">
                                            <p:txEl>
                                              <p:pRg st="3" end="3"/>
                                            </p:txEl>
                                          </p:spTgt>
                                        </p:tgtEl>
                                      </p:cBhvr>
                                    </p:animEffect>
                                    <p:anim calcmode="lin" valueType="num">
                                      <p:cBhvr>
                                        <p:cTn id="15"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animEffect transition="in" filter="fade">
                                      <p:cBhvr>
                                        <p:cTn id="21" dur="1000"/>
                                        <p:tgtEl>
                                          <p:spTgt spid="3">
                                            <p:txEl>
                                              <p:pRg st="4" end="4"/>
                                            </p:txEl>
                                          </p:spTgt>
                                        </p:tgtEl>
                                      </p:cBhvr>
                                    </p:animEffect>
                                    <p:anim calcmode="lin" valueType="num">
                                      <p:cBhvr>
                                        <p:cTn id="22"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pPr algn="ctr"/>
            <a:r>
              <a:rPr lang="zh-CN" altLang="en-US" sz="4000" dirty="0"/>
              <a:t>总结</a:t>
            </a:r>
          </a:p>
        </p:txBody>
      </p:sp>
      <p:sp>
        <p:nvSpPr>
          <p:cNvPr id="7" name="灯片编号占位符 6"/>
          <p:cNvSpPr>
            <a:spLocks noGrp="1"/>
          </p:cNvSpPr>
          <p:nvPr>
            <p:ph type="sldNum" sz="quarter" idx="12"/>
          </p:nvPr>
        </p:nvSpPr>
        <p:spPr/>
        <p:txBody>
          <a:bodyPr/>
          <a:lstStyle/>
          <a:p>
            <a:fld id="{58C210BB-F110-452C-89E7-9EA0A8D47DCE}" type="slidenum">
              <a:rPr lang="zh-CN" altLang="en-US" smtClean="0"/>
              <a:pPr/>
              <a:t>52</a:t>
            </a:fld>
            <a:endParaRPr lang="zh-CN" altLang="en-US" dirty="0"/>
          </a:p>
        </p:txBody>
      </p:sp>
      <p:sp>
        <p:nvSpPr>
          <p:cNvPr id="5" name="内容占位符 2">
            <a:extLst>
              <a:ext uri="{FF2B5EF4-FFF2-40B4-BE49-F238E27FC236}">
                <a16:creationId xmlns:a16="http://schemas.microsoft.com/office/drawing/2014/main" id="{BE923C6B-96D4-4261-AA80-FAD84C1EE13B}"/>
              </a:ext>
            </a:extLst>
          </p:cNvPr>
          <p:cNvSpPr>
            <a:spLocks noGrp="1"/>
          </p:cNvSpPr>
          <p:nvPr>
            <p:ph idx="1"/>
          </p:nvPr>
        </p:nvSpPr>
        <p:spPr>
          <a:xfrm>
            <a:off x="457200" y="1124743"/>
            <a:ext cx="8382000" cy="5352256"/>
          </a:xfrm>
        </p:spPr>
        <p:txBody>
          <a:bodyPr>
            <a:noAutofit/>
          </a:bodyPr>
          <a:lstStyle/>
          <a:p>
            <a:pPr>
              <a:lnSpc>
                <a:spcPts val="5000"/>
              </a:lnSpc>
            </a:pPr>
            <a:r>
              <a:rPr lang="zh-CN" altLang="en-US" sz="2400" b="1" dirty="0"/>
              <a:t>面向非自治系统，</a:t>
            </a:r>
            <a:r>
              <a:rPr lang="en-US" altLang="zh-CN" sz="2400" b="1" dirty="0"/>
              <a:t>Lyapunov</a:t>
            </a:r>
            <a:r>
              <a:rPr lang="zh-CN" altLang="en-US" sz="2400" b="1" dirty="0"/>
              <a:t>稳定性定义的变化。</a:t>
            </a:r>
            <a:endParaRPr lang="en-US" altLang="zh-CN" sz="2400" b="1" dirty="0"/>
          </a:p>
          <a:p>
            <a:pPr>
              <a:lnSpc>
                <a:spcPts val="5000"/>
              </a:lnSpc>
            </a:pPr>
            <a:r>
              <a:rPr lang="zh-CN" altLang="en-US" sz="2400" b="1" dirty="0"/>
              <a:t>与自治系统情况相比较，</a:t>
            </a:r>
            <a:r>
              <a:rPr lang="en-US" altLang="zh-CN" sz="2400" b="1" dirty="0"/>
              <a:t> Lyapunov</a:t>
            </a:r>
            <a:r>
              <a:rPr lang="zh-CN" altLang="en-US" sz="2400" b="1" dirty="0"/>
              <a:t>稳定性概念加入“一致性”要求后的变化。</a:t>
            </a:r>
            <a:endParaRPr lang="en-US" altLang="zh-CN" sz="2400" b="1" dirty="0"/>
          </a:p>
          <a:p>
            <a:pPr>
              <a:lnSpc>
                <a:spcPts val="5000"/>
              </a:lnSpc>
            </a:pPr>
            <a:r>
              <a:rPr lang="zh-CN" altLang="en-US" sz="2400" b="1" dirty="0"/>
              <a:t>非自治系统稳定性的</a:t>
            </a:r>
            <a:r>
              <a:rPr lang="en-US" altLang="zh-CN" sz="2400" b="1" dirty="0"/>
              <a:t>Lyapunov</a:t>
            </a:r>
            <a:r>
              <a:rPr lang="zh-CN" altLang="en-US" sz="2400" b="1" dirty="0"/>
              <a:t>稳定性定理的主要变化。</a:t>
            </a:r>
            <a:endParaRPr lang="en-US" altLang="zh-CN" sz="2400" b="1" dirty="0"/>
          </a:p>
          <a:p>
            <a:pPr>
              <a:lnSpc>
                <a:spcPts val="5000"/>
              </a:lnSpc>
            </a:pPr>
            <a:r>
              <a:rPr lang="en-US" altLang="zh-CN" sz="2400" b="1" dirty="0"/>
              <a:t>Lyapunov</a:t>
            </a:r>
            <a:r>
              <a:rPr lang="zh-CN" altLang="en-US" sz="2400" b="1" dirty="0"/>
              <a:t>稳定性分析理论的基本思想在面对非自治系统稳定性的判定时的变化。</a:t>
            </a:r>
            <a:endParaRPr lang="en-US" altLang="zh-CN" sz="2400" b="1" dirty="0"/>
          </a:p>
          <a:p>
            <a:pPr>
              <a:lnSpc>
                <a:spcPts val="5000"/>
              </a:lnSpc>
            </a:pPr>
            <a:r>
              <a:rPr lang="zh-CN" altLang="en-US" sz="2400" b="1" dirty="0"/>
              <a:t>比较函数。</a:t>
            </a:r>
            <a:endParaRPr lang="en-US" altLang="zh-CN" sz="2400" b="1" dirty="0"/>
          </a:p>
          <a:p>
            <a:pPr>
              <a:lnSpc>
                <a:spcPts val="5000"/>
              </a:lnSpc>
            </a:pPr>
            <a:r>
              <a:rPr lang="en-US" altLang="zh-CN" sz="2400" b="1" dirty="0"/>
              <a:t>Lyapunov</a:t>
            </a:r>
            <a:r>
              <a:rPr lang="zh-CN" altLang="en-US" sz="2400" b="1" dirty="0"/>
              <a:t>稳定性逆定理的主要内容和意义？</a:t>
            </a:r>
            <a:endParaRPr lang="en-US" altLang="zh-CN" sz="2400" b="1" dirty="0"/>
          </a:p>
        </p:txBody>
      </p:sp>
      <p:sp>
        <p:nvSpPr>
          <p:cNvPr id="6" name="日期占位符 3"/>
          <p:cNvSpPr txBox="1">
            <a:spLocks/>
          </p:cNvSpPr>
          <p:nvPr/>
        </p:nvSpPr>
        <p:spPr>
          <a:xfrm>
            <a:off x="457200" y="6476999"/>
            <a:ext cx="2133600" cy="274320"/>
          </a:xfrm>
          <a:prstGeom prst="rect">
            <a:avLst/>
          </a:prstGeom>
        </p:spPr>
        <p:txBody>
          <a:bodyPr vert="horz" lIns="109728" rIns="45720" bIns="0" rtlCol="0" anchor="b"/>
          <a:lstStyle>
            <a:defPPr>
              <a:defRPr lang="zh-CN"/>
            </a:defPPr>
            <a:lvl1pPr marL="0" algn="l" defTabSz="914400" rtl="0" eaLnBrk="1" latinLnBrk="0" hangingPunct="1">
              <a:defRPr kumimoji="0" sz="1800" kern="1200">
                <a:solidFill>
                  <a:srgbClr val="FF0000"/>
                </a:solidFill>
                <a:latin typeface="Times New Roman" pitchFamily="18" charset="0"/>
                <a:ea typeface="+mn-ea"/>
                <a:cs typeface="Times New Roman" pitchFamily="18"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dirty="0"/>
          </a:p>
        </p:txBody>
      </p:sp>
    </p:spTree>
    <p:extLst>
      <p:ext uri="{BB962C8B-B14F-4D97-AF65-F5344CB8AC3E}">
        <p14:creationId xmlns:p14="http://schemas.microsoft.com/office/powerpoint/2010/main" val="745949504"/>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E4B991-C566-C283-96E6-11596812ABDD}"/>
            </a:ext>
          </a:extLst>
        </p:cNvPr>
        <p:cNvGrpSpPr/>
        <p:nvPr/>
      </p:nvGrpSpPr>
      <p:grpSpPr>
        <a:xfrm>
          <a:off x="0" y="0"/>
          <a:ext cx="0" cy="0"/>
          <a:chOff x="0" y="0"/>
          <a:chExt cx="0" cy="0"/>
        </a:xfrm>
      </p:grpSpPr>
      <p:sp>
        <p:nvSpPr>
          <p:cNvPr id="6" name="标题 1">
            <a:extLst>
              <a:ext uri="{FF2B5EF4-FFF2-40B4-BE49-F238E27FC236}">
                <a16:creationId xmlns:a16="http://schemas.microsoft.com/office/drawing/2014/main" id="{829EDF43-AD1F-745D-39D7-4912AF02900C}"/>
              </a:ext>
            </a:extLst>
          </p:cNvPr>
          <p:cNvSpPr>
            <a:spLocks noGrp="1"/>
          </p:cNvSpPr>
          <p:nvPr>
            <p:ph type="ctrTitle"/>
          </p:nvPr>
        </p:nvSpPr>
        <p:spPr>
          <a:xfrm>
            <a:off x="685800" y="1556792"/>
            <a:ext cx="8077200" cy="2880320"/>
          </a:xfrm>
        </p:spPr>
        <p:txBody>
          <a:bodyPr>
            <a:normAutofit/>
          </a:bodyPr>
          <a:lstStyle/>
          <a:p>
            <a:r>
              <a:rPr lang="zh-CN" altLang="en-US" sz="3100" dirty="0"/>
              <a:t>非线性控制理论</a:t>
            </a:r>
            <a:r>
              <a:rPr lang="en-US" altLang="zh-CN" sz="3100" dirty="0"/>
              <a:t>A</a:t>
            </a:r>
            <a:br>
              <a:rPr lang="en-US" altLang="zh-CN" sz="3100" dirty="0"/>
            </a:br>
            <a:br>
              <a:rPr lang="en-US" altLang="zh-CN" dirty="0"/>
            </a:br>
            <a:r>
              <a:rPr lang="en-US" altLang="zh-CN" dirty="0"/>
              <a:t>1-3</a:t>
            </a:r>
            <a:r>
              <a:rPr lang="zh-CN" altLang="en-US" dirty="0"/>
              <a:t>讲习题选解</a:t>
            </a:r>
            <a:br>
              <a:rPr lang="en-US" altLang="zh-CN" sz="4400" dirty="0"/>
            </a:br>
            <a:endParaRPr lang="zh-CN" altLang="en-US" sz="4400" dirty="0"/>
          </a:p>
        </p:txBody>
      </p:sp>
    </p:spTree>
    <p:extLst>
      <p:ext uri="{BB962C8B-B14F-4D97-AF65-F5344CB8AC3E}">
        <p14:creationId xmlns:p14="http://schemas.microsoft.com/office/powerpoint/2010/main" val="2155337924"/>
      </p:ext>
    </p:extLst>
  </p:cSld>
  <p:clrMapOvr>
    <a:masterClrMapping/>
  </p:clrMapOvr>
  <mc:AlternateContent xmlns:mc="http://schemas.openxmlformats.org/markup-compatibility/2006" xmlns:p14="http://schemas.microsoft.com/office/powerpoint/2010/main">
    <mc:Choice Requires="p14">
      <p:transition spd="slow" p14:dur="2000" advTm="30133"/>
    </mc:Choice>
    <mc:Fallback xmlns="">
      <p:transition spd="slow" advTm="30133"/>
    </mc:Fallback>
  </mc:AlternateContent>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B9678B1-1B59-4E3D-27B3-B750035588BC}"/>
              </a:ext>
            </a:extLst>
          </p:cNvPr>
          <p:cNvSpPr>
            <a:spLocks noGrp="1"/>
          </p:cNvSpPr>
          <p:nvPr>
            <p:ph type="title"/>
          </p:nvPr>
        </p:nvSpPr>
        <p:spPr/>
        <p:txBody>
          <a:bodyPr>
            <a:normAutofit fontScale="90000"/>
          </a:bodyPr>
          <a:lstStyle/>
          <a:p>
            <a:r>
              <a:rPr lang="zh-CN" altLang="en-US" dirty="0"/>
              <a:t>第</a:t>
            </a:r>
            <a:r>
              <a:rPr lang="en-US" altLang="zh-CN" dirty="0"/>
              <a:t>1</a:t>
            </a:r>
            <a:r>
              <a:rPr lang="zh-CN" altLang="en-US" dirty="0"/>
              <a:t>讲第</a:t>
            </a:r>
            <a:r>
              <a:rPr lang="en-US" altLang="zh-CN" dirty="0"/>
              <a:t>1</a:t>
            </a:r>
            <a:r>
              <a:rPr lang="zh-CN" altLang="en-US" dirty="0"/>
              <a:t>题</a:t>
            </a:r>
          </a:p>
        </p:txBody>
      </p:sp>
      <p:sp>
        <p:nvSpPr>
          <p:cNvPr id="3" name="内容占位符 2">
            <a:extLst>
              <a:ext uri="{FF2B5EF4-FFF2-40B4-BE49-F238E27FC236}">
                <a16:creationId xmlns:a16="http://schemas.microsoft.com/office/drawing/2014/main" id="{0E9FB0A4-9D66-B317-CD3F-642EFB3693B1}"/>
              </a:ext>
            </a:extLst>
          </p:cNvPr>
          <p:cNvSpPr>
            <a:spLocks noGrp="1"/>
          </p:cNvSpPr>
          <p:nvPr>
            <p:ph idx="1"/>
          </p:nvPr>
        </p:nvSpPr>
        <p:spPr>
          <a:xfrm>
            <a:off x="457200" y="1196752"/>
            <a:ext cx="8229600" cy="5184576"/>
          </a:xfrm>
        </p:spPr>
        <p:txBody>
          <a:bodyPr>
            <a:normAutofit fontScale="92500" lnSpcReduction="10000"/>
          </a:bodyPr>
          <a:lstStyle/>
          <a:p>
            <a:r>
              <a:rPr lang="zh-CN" altLang="en-US" b="1" dirty="0">
                <a:solidFill>
                  <a:srgbClr val="FFFF00"/>
                </a:solidFill>
              </a:rPr>
              <a:t>平面倒立摆系统模型的分析</a:t>
            </a:r>
            <a:endParaRPr lang="en-US" altLang="zh-CN" b="1" dirty="0">
              <a:solidFill>
                <a:srgbClr val="FFFF00"/>
              </a:solidFill>
            </a:endParaRPr>
          </a:p>
          <a:p>
            <a:endParaRPr lang="en-US" altLang="zh-CN" dirty="0"/>
          </a:p>
          <a:p>
            <a:endParaRPr lang="en-US" altLang="zh-CN" dirty="0"/>
          </a:p>
          <a:p>
            <a:endParaRPr lang="en-US" altLang="zh-CN" dirty="0"/>
          </a:p>
          <a:p>
            <a:endParaRPr lang="en-US" altLang="zh-CN" dirty="0"/>
          </a:p>
          <a:p>
            <a:endParaRPr lang="en-US" altLang="zh-CN" dirty="0"/>
          </a:p>
          <a:p>
            <a:endParaRPr lang="en-US" altLang="zh-CN" dirty="0"/>
          </a:p>
          <a:p>
            <a:endParaRPr lang="en-US" altLang="zh-CN" dirty="0"/>
          </a:p>
          <a:p>
            <a:endParaRPr lang="en-US" altLang="zh-CN" dirty="0"/>
          </a:p>
          <a:p>
            <a:endParaRPr lang="en-US" altLang="zh-CN" dirty="0"/>
          </a:p>
          <a:p>
            <a:pPr marL="118872" indent="0">
              <a:buNone/>
            </a:pPr>
            <a:r>
              <a:rPr lang="zh-CN" altLang="zh-CN" sz="2400" dirty="0">
                <a:effectLst/>
              </a:rPr>
              <a:t>摆杆质量</a:t>
            </a:r>
            <a:r>
              <a:rPr lang="zh-CN" altLang="en-US" sz="2400" dirty="0"/>
              <a:t>：</a:t>
            </a:r>
            <a:r>
              <a:rPr lang="en-US" altLang="zh-CN" sz="2400" i="1" dirty="0">
                <a:effectLst/>
              </a:rPr>
              <a:t>m</a:t>
            </a:r>
            <a:r>
              <a:rPr lang="zh-CN" altLang="zh-CN" sz="2400" dirty="0">
                <a:effectLst/>
              </a:rPr>
              <a:t>，小车质量</a:t>
            </a:r>
            <a:r>
              <a:rPr lang="zh-CN" altLang="en-US" sz="2400" dirty="0"/>
              <a:t>：</a:t>
            </a:r>
            <a:r>
              <a:rPr lang="en-US" altLang="zh-CN" sz="2400" i="1" dirty="0">
                <a:effectLst/>
              </a:rPr>
              <a:t>M</a:t>
            </a:r>
            <a:r>
              <a:rPr lang="zh-CN" altLang="zh-CN" sz="2400" dirty="0">
                <a:effectLst/>
              </a:rPr>
              <a:t>，摆杆相对其质心的转动惯量</a:t>
            </a:r>
            <a:r>
              <a:rPr lang="zh-CN" altLang="en-US" sz="2400" dirty="0">
                <a:effectLst/>
              </a:rPr>
              <a:t>：</a:t>
            </a:r>
            <a:r>
              <a:rPr lang="en-US" altLang="zh-CN" sz="2400" i="1" dirty="0">
                <a:effectLst/>
              </a:rPr>
              <a:t>I</a:t>
            </a:r>
            <a:r>
              <a:rPr lang="zh-CN" altLang="zh-CN" sz="2400" dirty="0">
                <a:effectLst/>
              </a:rPr>
              <a:t>，</a:t>
            </a:r>
            <a:br>
              <a:rPr lang="en-US" altLang="zh-CN" sz="2400" dirty="0">
                <a:effectLst/>
              </a:rPr>
            </a:br>
            <a:r>
              <a:rPr lang="zh-CN" altLang="zh-CN" sz="2400" dirty="0">
                <a:effectLst/>
              </a:rPr>
              <a:t>摆杆质心到支点的距离</a:t>
            </a:r>
            <a:r>
              <a:rPr lang="zh-CN" altLang="en-US" sz="2400" dirty="0">
                <a:effectLst/>
              </a:rPr>
              <a:t>：</a:t>
            </a:r>
            <a:r>
              <a:rPr lang="en-US" altLang="zh-CN" sz="2400" i="1" dirty="0">
                <a:effectLst/>
              </a:rPr>
              <a:t>L</a:t>
            </a:r>
            <a:r>
              <a:rPr lang="zh-CN" altLang="zh-CN" sz="2400" dirty="0">
                <a:effectLst/>
              </a:rPr>
              <a:t>，摆杆相对垂直方向的摆角</a:t>
            </a:r>
            <a:r>
              <a:rPr lang="zh-CN" altLang="en-US" sz="2400" dirty="0">
                <a:effectLst/>
              </a:rPr>
              <a:t>：</a:t>
            </a:r>
            <a:r>
              <a:rPr lang="en-US" altLang="zh-CN" sz="2400" i="1" dirty="0">
                <a:effectLst/>
              </a:rPr>
              <a:t>θ</a:t>
            </a:r>
            <a:r>
              <a:rPr lang="zh-CN" altLang="zh-CN" sz="2400" dirty="0">
                <a:effectLst/>
              </a:rPr>
              <a:t>，</a:t>
            </a:r>
            <a:br>
              <a:rPr lang="en-US" altLang="zh-CN" sz="2400" dirty="0">
                <a:effectLst/>
              </a:rPr>
            </a:br>
            <a:r>
              <a:rPr lang="zh-CN" altLang="zh-CN" sz="2400" dirty="0">
                <a:effectLst/>
              </a:rPr>
              <a:t>小车在水平面上移动的摩擦系数</a:t>
            </a:r>
            <a:r>
              <a:rPr lang="zh-CN" altLang="en-US" sz="2400" dirty="0">
                <a:effectLst/>
              </a:rPr>
              <a:t>：</a:t>
            </a:r>
            <a:r>
              <a:rPr lang="en-US" altLang="zh-CN" sz="2400" i="1" dirty="0">
                <a:effectLst/>
              </a:rPr>
              <a:t>k</a:t>
            </a:r>
            <a:r>
              <a:rPr lang="zh-CN" altLang="en-US" sz="2400" i="1" dirty="0"/>
              <a:t>，</a:t>
            </a:r>
            <a:r>
              <a:rPr lang="zh-CN" altLang="zh-CN" sz="2400" dirty="0">
                <a:effectLst/>
              </a:rPr>
              <a:t>小车的位移</a:t>
            </a:r>
            <a:r>
              <a:rPr lang="zh-CN" altLang="en-US" sz="2400" dirty="0">
                <a:effectLst/>
              </a:rPr>
              <a:t>：</a:t>
            </a:r>
            <a:r>
              <a:rPr lang="en-US" altLang="zh-CN" sz="2400" i="1" dirty="0">
                <a:effectLst/>
              </a:rPr>
              <a:t>y</a:t>
            </a:r>
            <a:endParaRPr lang="zh-CN" altLang="en-US" sz="2400" dirty="0"/>
          </a:p>
        </p:txBody>
      </p:sp>
      <p:sp>
        <p:nvSpPr>
          <p:cNvPr id="4" name="灯片编号占位符 3">
            <a:extLst>
              <a:ext uri="{FF2B5EF4-FFF2-40B4-BE49-F238E27FC236}">
                <a16:creationId xmlns:a16="http://schemas.microsoft.com/office/drawing/2014/main" id="{B334847A-8462-BBED-6C6F-45E5562D3F93}"/>
              </a:ext>
            </a:extLst>
          </p:cNvPr>
          <p:cNvSpPr>
            <a:spLocks noGrp="1"/>
          </p:cNvSpPr>
          <p:nvPr>
            <p:ph type="sldNum" sz="quarter" idx="12"/>
          </p:nvPr>
        </p:nvSpPr>
        <p:spPr/>
        <p:txBody>
          <a:bodyPr/>
          <a:lstStyle/>
          <a:p>
            <a:fld id="{58C210BB-F110-452C-89E7-9EA0A8D47DCE}" type="slidenum">
              <a:rPr lang="zh-CN" altLang="en-US" smtClean="0"/>
              <a:pPr/>
              <a:t>54</a:t>
            </a:fld>
            <a:endParaRPr lang="zh-CN" altLang="en-US"/>
          </a:p>
        </p:txBody>
      </p:sp>
      <p:pic>
        <p:nvPicPr>
          <p:cNvPr id="6" name="图片 5">
            <a:extLst>
              <a:ext uri="{FF2B5EF4-FFF2-40B4-BE49-F238E27FC236}">
                <a16:creationId xmlns:a16="http://schemas.microsoft.com/office/drawing/2014/main" id="{FEB03E0C-B7A0-5116-6A5D-8D9851AADBAA}"/>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187624" y="1961384"/>
            <a:ext cx="6312227" cy="3096344"/>
          </a:xfrm>
          <a:prstGeom prst="rect">
            <a:avLst/>
          </a:prstGeom>
          <a:noFill/>
          <a:ln>
            <a:noFill/>
          </a:ln>
        </p:spPr>
      </p:pic>
    </p:spTree>
    <p:extLst>
      <p:ext uri="{BB962C8B-B14F-4D97-AF65-F5344CB8AC3E}">
        <p14:creationId xmlns:p14="http://schemas.microsoft.com/office/powerpoint/2010/main" val="1244146208"/>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CDB67B8-2411-F01E-7A40-E1C96B0CB54B}"/>
              </a:ext>
            </a:extLst>
          </p:cNvPr>
          <p:cNvSpPr>
            <a:spLocks noGrp="1"/>
          </p:cNvSpPr>
          <p:nvPr>
            <p:ph type="title"/>
          </p:nvPr>
        </p:nvSpPr>
        <p:spPr/>
        <p:txBody>
          <a:bodyPr>
            <a:normAutofit fontScale="90000"/>
          </a:bodyPr>
          <a:lstStyle/>
          <a:p>
            <a:r>
              <a:rPr lang="zh-CN" altLang="en-US" dirty="0"/>
              <a:t>第</a:t>
            </a:r>
            <a:r>
              <a:rPr lang="en-US" altLang="zh-CN" dirty="0"/>
              <a:t>1</a:t>
            </a:r>
            <a:r>
              <a:rPr lang="zh-CN" altLang="en-US" dirty="0"/>
              <a:t>讲第</a:t>
            </a:r>
            <a:r>
              <a:rPr lang="en-US" altLang="zh-CN" dirty="0"/>
              <a:t>1</a:t>
            </a:r>
            <a:r>
              <a:rPr lang="zh-CN" altLang="en-US" dirty="0"/>
              <a:t>题</a:t>
            </a:r>
          </a:p>
        </p:txBody>
      </p:sp>
      <p:sp>
        <p:nvSpPr>
          <p:cNvPr id="3" name="内容占位符 2">
            <a:extLst>
              <a:ext uri="{FF2B5EF4-FFF2-40B4-BE49-F238E27FC236}">
                <a16:creationId xmlns:a16="http://schemas.microsoft.com/office/drawing/2014/main" id="{5D64A6D4-4EAF-8E15-DE5A-69D7BFBB673A}"/>
              </a:ext>
            </a:extLst>
          </p:cNvPr>
          <p:cNvSpPr>
            <a:spLocks noGrp="1"/>
          </p:cNvSpPr>
          <p:nvPr>
            <p:ph idx="1"/>
          </p:nvPr>
        </p:nvSpPr>
        <p:spPr>
          <a:xfrm>
            <a:off x="457200" y="1196752"/>
            <a:ext cx="8229600" cy="5280247"/>
          </a:xfrm>
        </p:spPr>
        <p:txBody>
          <a:bodyPr>
            <a:normAutofit/>
          </a:bodyPr>
          <a:lstStyle/>
          <a:p>
            <a:r>
              <a:rPr lang="en-US" altLang="zh-CN" sz="2800" b="1" dirty="0"/>
              <a:t>a</a:t>
            </a:r>
            <a:r>
              <a:rPr lang="zh-CN" altLang="en-US" sz="2800" b="1" dirty="0"/>
              <a:t>）</a:t>
            </a:r>
            <a:r>
              <a:rPr lang="zh-CN" altLang="zh-CN" sz="2800" b="1" dirty="0"/>
              <a:t>系统有几个运动自由度？</a:t>
            </a:r>
            <a:endParaRPr lang="en-US" altLang="zh-CN" sz="2800" b="1" dirty="0"/>
          </a:p>
          <a:p>
            <a:endParaRPr lang="en-US" altLang="zh-CN" sz="2800" b="1" dirty="0">
              <a:solidFill>
                <a:srgbClr val="FFFF00"/>
              </a:solidFill>
            </a:endParaRPr>
          </a:p>
          <a:p>
            <a:endParaRPr lang="en-US" altLang="zh-CN" sz="2800" b="1" dirty="0">
              <a:solidFill>
                <a:srgbClr val="FFFF00"/>
              </a:solidFill>
            </a:endParaRPr>
          </a:p>
          <a:p>
            <a:pPr marL="118872" indent="0">
              <a:buNone/>
            </a:pPr>
            <a:r>
              <a:rPr lang="zh-CN" altLang="en-US" sz="2800" b="1" dirty="0">
                <a:solidFill>
                  <a:srgbClr val="FFFF00"/>
                </a:solidFill>
              </a:rPr>
              <a:t>      运动自由度</a:t>
            </a:r>
            <a:br>
              <a:rPr lang="en-US" altLang="zh-CN" sz="2800" b="1" dirty="0">
                <a:solidFill>
                  <a:srgbClr val="FFFF00"/>
                </a:solidFill>
              </a:rPr>
            </a:br>
            <a:r>
              <a:rPr lang="zh-CN" altLang="en-US" sz="2800" b="1" dirty="0">
                <a:solidFill>
                  <a:srgbClr val="FFFF00"/>
                </a:solidFill>
              </a:rPr>
              <a:t> </a:t>
            </a:r>
            <a:r>
              <a:rPr lang="en-US" altLang="zh-CN" sz="2800" b="1" dirty="0"/>
              <a:t>vs </a:t>
            </a:r>
            <a:r>
              <a:rPr lang="zh-CN" altLang="en-US" sz="2800" b="1" dirty="0">
                <a:solidFill>
                  <a:srgbClr val="FFFF00"/>
                </a:solidFill>
              </a:rPr>
              <a:t>状态</a:t>
            </a:r>
            <a:endParaRPr lang="en-US" altLang="zh-CN" sz="2800" b="1" dirty="0">
              <a:solidFill>
                <a:srgbClr val="FFFF00"/>
              </a:solidFill>
            </a:endParaRPr>
          </a:p>
          <a:p>
            <a:endParaRPr lang="en-US" altLang="zh-CN" sz="2800" b="1" dirty="0"/>
          </a:p>
          <a:p>
            <a:endParaRPr lang="en-US" altLang="zh-CN" sz="2800" b="1" dirty="0"/>
          </a:p>
          <a:p>
            <a:pPr lvl="1"/>
            <a:r>
              <a:rPr lang="zh-CN" altLang="en-US" b="1" dirty="0">
                <a:solidFill>
                  <a:srgbClr val="FFFF00"/>
                </a:solidFill>
              </a:rPr>
              <a:t>运动自由度</a:t>
            </a:r>
            <a:r>
              <a:rPr lang="zh-CN" altLang="en-US" b="1" dirty="0"/>
              <a:t>：确定位置所需最少坐标数</a:t>
            </a:r>
            <a:br>
              <a:rPr lang="en-US" altLang="zh-CN" b="1" dirty="0"/>
            </a:br>
            <a:r>
              <a:rPr lang="en-US" altLang="zh-CN" b="1" dirty="0"/>
              <a:t>2</a:t>
            </a:r>
            <a:r>
              <a:rPr lang="zh-CN" altLang="en-US" b="1" dirty="0"/>
              <a:t>个：小车的平动 </a:t>
            </a:r>
            <a:r>
              <a:rPr lang="en-US" altLang="zh-CN" i="1" dirty="0"/>
              <a:t>y</a:t>
            </a:r>
            <a:r>
              <a:rPr lang="zh-CN" altLang="en-US" i="1" dirty="0"/>
              <a:t>、</a:t>
            </a:r>
            <a:r>
              <a:rPr lang="zh-CN" altLang="zh-CN" dirty="0"/>
              <a:t>摆杆</a:t>
            </a:r>
            <a:r>
              <a:rPr lang="zh-CN" altLang="en-US" dirty="0"/>
              <a:t>的转动</a:t>
            </a:r>
            <a:r>
              <a:rPr lang="en-US" altLang="zh-CN" i="1" dirty="0"/>
              <a:t>θ</a:t>
            </a:r>
            <a:endParaRPr lang="en-US" altLang="zh-CN" b="1" dirty="0"/>
          </a:p>
          <a:p>
            <a:pPr lvl="1"/>
            <a:r>
              <a:rPr lang="zh-CN" altLang="en-US" b="1" dirty="0">
                <a:solidFill>
                  <a:srgbClr val="FFFF00"/>
                </a:solidFill>
              </a:rPr>
              <a:t>状态</a:t>
            </a:r>
            <a:r>
              <a:rPr lang="zh-CN" altLang="en-US" b="1" dirty="0"/>
              <a:t>：确定系统运动所需最少坐标数：</a:t>
            </a:r>
            <a:r>
              <a:rPr lang="en-US" altLang="zh-CN" b="1" dirty="0"/>
              <a:t>4</a:t>
            </a:r>
            <a:r>
              <a:rPr lang="zh-CN" altLang="en-US" b="1" dirty="0"/>
              <a:t>个</a:t>
            </a:r>
            <a:endParaRPr lang="en-US" altLang="zh-CN" b="1" dirty="0"/>
          </a:p>
          <a:p>
            <a:pPr>
              <a:lnSpc>
                <a:spcPct val="150000"/>
              </a:lnSpc>
            </a:pPr>
            <a:r>
              <a:rPr lang="zh-CN" altLang="en-US" sz="2800" b="1" dirty="0"/>
              <a:t>确定平衡点时注意：摆杆转角没有限制，</a:t>
            </a:r>
            <a:r>
              <a:rPr lang="en-US" altLang="zh-CN" sz="2800" b="1" dirty="0"/>
              <a:t>n</a:t>
            </a:r>
            <a:r>
              <a:rPr lang="el-GR" altLang="zh-CN" sz="2800" b="1" dirty="0">
                <a:ea typeface="宋体" panose="02010600030101010101" pitchFamily="2" charset="-122"/>
              </a:rPr>
              <a:t>π</a:t>
            </a:r>
            <a:endParaRPr lang="zh-CN" altLang="en-US" sz="2800" b="1" dirty="0"/>
          </a:p>
        </p:txBody>
      </p:sp>
      <p:sp>
        <p:nvSpPr>
          <p:cNvPr id="4" name="灯片编号占位符 3">
            <a:extLst>
              <a:ext uri="{FF2B5EF4-FFF2-40B4-BE49-F238E27FC236}">
                <a16:creationId xmlns:a16="http://schemas.microsoft.com/office/drawing/2014/main" id="{EEBF9FC5-F8F6-0BE4-994F-7F458975F3E7}"/>
              </a:ext>
            </a:extLst>
          </p:cNvPr>
          <p:cNvSpPr>
            <a:spLocks noGrp="1"/>
          </p:cNvSpPr>
          <p:nvPr>
            <p:ph type="sldNum" sz="quarter" idx="12"/>
          </p:nvPr>
        </p:nvSpPr>
        <p:spPr/>
        <p:txBody>
          <a:bodyPr/>
          <a:lstStyle/>
          <a:p>
            <a:fld id="{58C210BB-F110-452C-89E7-9EA0A8D47DCE}" type="slidenum">
              <a:rPr lang="zh-CN" altLang="en-US" smtClean="0"/>
              <a:pPr/>
              <a:t>55</a:t>
            </a:fld>
            <a:endParaRPr lang="zh-CN" altLang="en-US"/>
          </a:p>
        </p:txBody>
      </p:sp>
      <p:pic>
        <p:nvPicPr>
          <p:cNvPr id="5" name="图片 4">
            <a:extLst>
              <a:ext uri="{FF2B5EF4-FFF2-40B4-BE49-F238E27FC236}">
                <a16:creationId xmlns:a16="http://schemas.microsoft.com/office/drawing/2014/main" id="{359BC680-2CF9-CA3A-59A0-AB4F2FB2D90E}"/>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851920" y="1844823"/>
            <a:ext cx="4960610" cy="2433333"/>
          </a:xfrm>
          <a:prstGeom prst="rect">
            <a:avLst/>
          </a:prstGeom>
          <a:noFill/>
          <a:ln>
            <a:noFill/>
          </a:ln>
        </p:spPr>
      </p:pic>
    </p:spTree>
    <p:extLst>
      <p:ext uri="{BB962C8B-B14F-4D97-AF65-F5344CB8AC3E}">
        <p14:creationId xmlns:p14="http://schemas.microsoft.com/office/powerpoint/2010/main" val="38135848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animEffect transition="in" filter="fade">
                                      <p:cBhvr>
                                        <p:cTn id="7" dur="1000"/>
                                        <p:tgtEl>
                                          <p:spTgt spid="3">
                                            <p:txEl>
                                              <p:pRg st="3" end="3"/>
                                            </p:txEl>
                                          </p:spTgt>
                                        </p:tgtEl>
                                      </p:cBhvr>
                                    </p:animEffect>
                                    <p:anim calcmode="lin" valueType="num">
                                      <p:cBhvr>
                                        <p:cTn id="8"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3" end="3"/>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3">
                                            <p:txEl>
                                              <p:pRg st="6" end="6"/>
                                            </p:txEl>
                                          </p:spTgt>
                                        </p:tgtEl>
                                        <p:attrNameLst>
                                          <p:attrName>style.visibility</p:attrName>
                                        </p:attrNameLst>
                                      </p:cBhvr>
                                      <p:to>
                                        <p:strVal val="visible"/>
                                      </p:to>
                                    </p:set>
                                    <p:animEffect transition="in" filter="fade">
                                      <p:cBhvr>
                                        <p:cTn id="12" dur="1000"/>
                                        <p:tgtEl>
                                          <p:spTgt spid="3">
                                            <p:txEl>
                                              <p:pRg st="6" end="6"/>
                                            </p:txEl>
                                          </p:spTgt>
                                        </p:tgtEl>
                                      </p:cBhvr>
                                    </p:animEffect>
                                    <p:anim calcmode="lin" valueType="num">
                                      <p:cBhvr>
                                        <p:cTn id="13" dur="10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14" dur="1000" fill="hold"/>
                                        <p:tgtEl>
                                          <p:spTgt spid="3">
                                            <p:txEl>
                                              <p:pRg st="6" end="6"/>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3">
                                            <p:txEl>
                                              <p:pRg st="7" end="7"/>
                                            </p:txEl>
                                          </p:spTgt>
                                        </p:tgtEl>
                                        <p:attrNameLst>
                                          <p:attrName>style.visibility</p:attrName>
                                        </p:attrNameLst>
                                      </p:cBhvr>
                                      <p:to>
                                        <p:strVal val="visible"/>
                                      </p:to>
                                    </p:set>
                                    <p:animEffect transition="in" filter="fade">
                                      <p:cBhvr>
                                        <p:cTn id="17" dur="1000"/>
                                        <p:tgtEl>
                                          <p:spTgt spid="3">
                                            <p:txEl>
                                              <p:pRg st="7" end="7"/>
                                            </p:txEl>
                                          </p:spTgt>
                                        </p:tgtEl>
                                      </p:cBhvr>
                                    </p:animEffect>
                                    <p:anim calcmode="lin" valueType="num">
                                      <p:cBhvr>
                                        <p:cTn id="18" dur="1000" fill="hold"/>
                                        <p:tgtEl>
                                          <p:spTgt spid="3">
                                            <p:txEl>
                                              <p:pRg st="7" end="7"/>
                                            </p:txEl>
                                          </p:spTgt>
                                        </p:tgtEl>
                                        <p:attrNameLst>
                                          <p:attrName>ppt_x</p:attrName>
                                        </p:attrNameLst>
                                      </p:cBhvr>
                                      <p:tavLst>
                                        <p:tav tm="0">
                                          <p:val>
                                            <p:strVal val="#ppt_x"/>
                                          </p:val>
                                        </p:tav>
                                        <p:tav tm="100000">
                                          <p:val>
                                            <p:strVal val="#ppt_x"/>
                                          </p:val>
                                        </p:tav>
                                      </p:tavLst>
                                    </p:anim>
                                    <p:anim calcmode="lin" valueType="num">
                                      <p:cBhvr>
                                        <p:cTn id="19" dur="1000" fill="hold"/>
                                        <p:tgtEl>
                                          <p:spTgt spid="3">
                                            <p:txEl>
                                              <p:pRg st="7" end="7"/>
                                            </p:txEl>
                                          </p:spTgt>
                                        </p:tgtEl>
                                        <p:attrNameLst>
                                          <p:attrName>ppt_y</p:attrName>
                                        </p:attrNameLst>
                                      </p:cBhvr>
                                      <p:tavLst>
                                        <p:tav tm="0">
                                          <p:val>
                                            <p:strVal val="#ppt_y+.1"/>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42" presetClass="entr" presetSubtype="0" fill="hold" nodeType="clickEffect">
                                  <p:stCondLst>
                                    <p:cond delay="0"/>
                                  </p:stCondLst>
                                  <p:childTnLst>
                                    <p:set>
                                      <p:cBhvr>
                                        <p:cTn id="23" dur="1" fill="hold">
                                          <p:stCondLst>
                                            <p:cond delay="0"/>
                                          </p:stCondLst>
                                        </p:cTn>
                                        <p:tgtEl>
                                          <p:spTgt spid="3">
                                            <p:txEl>
                                              <p:pRg st="8" end="8"/>
                                            </p:txEl>
                                          </p:spTgt>
                                        </p:tgtEl>
                                        <p:attrNameLst>
                                          <p:attrName>style.visibility</p:attrName>
                                        </p:attrNameLst>
                                      </p:cBhvr>
                                      <p:to>
                                        <p:strVal val="visible"/>
                                      </p:to>
                                    </p:set>
                                    <p:animEffect transition="in" filter="fade">
                                      <p:cBhvr>
                                        <p:cTn id="24" dur="1000"/>
                                        <p:tgtEl>
                                          <p:spTgt spid="3">
                                            <p:txEl>
                                              <p:pRg st="8" end="8"/>
                                            </p:txEl>
                                          </p:spTgt>
                                        </p:tgtEl>
                                      </p:cBhvr>
                                    </p:animEffect>
                                    <p:anim calcmode="lin" valueType="num">
                                      <p:cBhvr>
                                        <p:cTn id="25" dur="1000" fill="hold"/>
                                        <p:tgtEl>
                                          <p:spTgt spid="3">
                                            <p:txEl>
                                              <p:pRg st="8" end="8"/>
                                            </p:txEl>
                                          </p:spTgt>
                                        </p:tgtEl>
                                        <p:attrNameLst>
                                          <p:attrName>ppt_x</p:attrName>
                                        </p:attrNameLst>
                                      </p:cBhvr>
                                      <p:tavLst>
                                        <p:tav tm="0">
                                          <p:val>
                                            <p:strVal val="#ppt_x"/>
                                          </p:val>
                                        </p:tav>
                                        <p:tav tm="100000">
                                          <p:val>
                                            <p:strVal val="#ppt_x"/>
                                          </p:val>
                                        </p:tav>
                                      </p:tavLst>
                                    </p:anim>
                                    <p:anim calcmode="lin" valueType="num">
                                      <p:cBhvr>
                                        <p:cTn id="26" dur="1000" fill="hold"/>
                                        <p:tgtEl>
                                          <p:spTgt spid="3">
                                            <p:txEl>
                                              <p:pRg st="8" end="8"/>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A13FACD-1BD9-2337-E285-BBC916D79BA8}"/>
              </a:ext>
            </a:extLst>
          </p:cNvPr>
          <p:cNvSpPr>
            <a:spLocks noGrp="1"/>
          </p:cNvSpPr>
          <p:nvPr>
            <p:ph type="title"/>
          </p:nvPr>
        </p:nvSpPr>
        <p:spPr/>
        <p:txBody>
          <a:bodyPr>
            <a:normAutofit fontScale="90000"/>
          </a:bodyPr>
          <a:lstStyle/>
          <a:p>
            <a:r>
              <a:rPr lang="zh-CN" altLang="en-US" dirty="0"/>
              <a:t>第</a:t>
            </a:r>
            <a:r>
              <a:rPr lang="en-US" altLang="zh-CN" dirty="0"/>
              <a:t>1</a:t>
            </a:r>
            <a:r>
              <a:rPr lang="zh-CN" altLang="en-US" dirty="0"/>
              <a:t>讲第</a:t>
            </a:r>
            <a:r>
              <a:rPr lang="en-US" altLang="zh-CN" dirty="0"/>
              <a:t>2</a:t>
            </a:r>
            <a:r>
              <a:rPr lang="zh-CN" altLang="en-US" dirty="0"/>
              <a:t>题、第</a:t>
            </a:r>
            <a:r>
              <a:rPr lang="en-US" altLang="zh-CN" dirty="0"/>
              <a:t>3</a:t>
            </a:r>
            <a:r>
              <a:rPr lang="zh-CN" altLang="en-US" dirty="0"/>
              <a:t>题</a:t>
            </a:r>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490D155B-8F14-6487-B3C7-DEC450422CC7}"/>
                  </a:ext>
                </a:extLst>
              </p:cNvPr>
              <p:cNvSpPr>
                <a:spLocks noGrp="1"/>
              </p:cNvSpPr>
              <p:nvPr>
                <p:ph idx="1"/>
              </p:nvPr>
            </p:nvSpPr>
            <p:spPr/>
            <p:txBody>
              <a:bodyPr/>
              <a:lstStyle/>
              <a:p>
                <a:r>
                  <a:rPr lang="zh-CN" altLang="en-US" b="1" dirty="0">
                    <a:solidFill>
                      <a:srgbClr val="FFFF00"/>
                    </a:solidFill>
                  </a:rPr>
                  <a:t>微分方程解的观察</a:t>
                </a:r>
                <a:r>
                  <a:rPr lang="zh-CN" altLang="en-US" b="1" dirty="0"/>
                  <a:t>：求解微分方程</a:t>
                </a:r>
                <a:endParaRPr lang="en-US" altLang="zh-CN" b="1" dirty="0"/>
              </a:p>
              <a:p>
                <a:endParaRPr lang="en-US" altLang="zh-CN" dirty="0">
                  <a:solidFill>
                    <a:srgbClr val="FFFF00"/>
                  </a:solidFill>
                </a:endParaRPr>
              </a:p>
              <a:p>
                <a:pPr marL="118872" indent="0">
                  <a:buNone/>
                </a:pPr>
                <a14:m>
                  <m:oMathPara xmlns:m="http://schemas.openxmlformats.org/officeDocument/2006/math">
                    <m:oMathParaPr>
                      <m:jc m:val="centerGroup"/>
                    </m:oMathParaPr>
                    <m:oMath xmlns:m="http://schemas.openxmlformats.org/officeDocument/2006/math">
                      <m:f>
                        <m:fPr>
                          <m:ctrlPr>
                            <a:rPr lang="zh-CN" altLang="zh-CN" i="1" smtClean="0">
                              <a:effectLst/>
                              <a:latin typeface="Cambria Math" panose="02040503050406030204" pitchFamily="18" charset="0"/>
                              <a:ea typeface="Cambria Math" panose="02040503050406030204" pitchFamily="18" charset="0"/>
                            </a:rPr>
                          </m:ctrlPr>
                        </m:fPr>
                        <m:num>
                          <m:r>
                            <m:rPr>
                              <m:sty m:val="p"/>
                            </m:rPr>
                            <a:rPr lang="en-US" altLang="zh-CN">
                              <a:effectLst/>
                              <a:latin typeface="Cambria Math" panose="02040503050406030204" pitchFamily="18" charset="0"/>
                              <a:ea typeface="宋体" panose="02010600030101010101" pitchFamily="2" charset="-122"/>
                            </a:rPr>
                            <m:t>d</m:t>
                          </m:r>
                          <m:r>
                            <a:rPr lang="en-US" altLang="zh-CN" i="1">
                              <a:effectLst/>
                              <a:latin typeface="Cambria Math" panose="02040503050406030204" pitchFamily="18" charset="0"/>
                              <a:ea typeface="宋体" panose="02010600030101010101" pitchFamily="2" charset="-122"/>
                            </a:rPr>
                            <m:t>𝑥</m:t>
                          </m:r>
                        </m:num>
                        <m:den>
                          <m:r>
                            <m:rPr>
                              <m:sty m:val="p"/>
                            </m:rPr>
                            <a:rPr lang="en-US" altLang="zh-CN">
                              <a:effectLst/>
                              <a:latin typeface="Cambria Math" panose="02040503050406030204" pitchFamily="18" charset="0"/>
                              <a:ea typeface="宋体" panose="02010600030101010101" pitchFamily="2" charset="-122"/>
                            </a:rPr>
                            <m:t>d</m:t>
                          </m:r>
                          <m:r>
                            <a:rPr lang="en-US" altLang="zh-CN" i="1">
                              <a:effectLst/>
                              <a:latin typeface="Cambria Math" panose="02040503050406030204" pitchFamily="18" charset="0"/>
                              <a:ea typeface="宋体" panose="02010600030101010101" pitchFamily="2" charset="-122"/>
                            </a:rPr>
                            <m:t>𝑡</m:t>
                          </m:r>
                        </m:den>
                      </m:f>
                      <m:r>
                        <a:rPr lang="en-US" altLang="zh-CN" i="1">
                          <a:effectLst/>
                          <a:latin typeface="Cambria Math" panose="02040503050406030204" pitchFamily="18" charset="0"/>
                          <a:ea typeface="宋体" panose="02010600030101010101" pitchFamily="2" charset="-122"/>
                        </a:rPr>
                        <m:t>=−</m:t>
                      </m:r>
                      <m:sSup>
                        <m:sSupPr>
                          <m:ctrlPr>
                            <a:rPr lang="zh-CN" altLang="zh-CN" i="1">
                              <a:effectLst/>
                              <a:latin typeface="Cambria Math" panose="02040503050406030204" pitchFamily="18" charset="0"/>
                              <a:ea typeface="Cambria Math" panose="02040503050406030204" pitchFamily="18" charset="0"/>
                            </a:rPr>
                          </m:ctrlPr>
                        </m:sSupPr>
                        <m:e>
                          <m:r>
                            <a:rPr lang="en-US" altLang="zh-CN" i="1">
                              <a:effectLst/>
                              <a:latin typeface="Cambria Math" panose="02040503050406030204" pitchFamily="18" charset="0"/>
                              <a:ea typeface="宋体" panose="02010600030101010101" pitchFamily="2" charset="-122"/>
                            </a:rPr>
                            <m:t>𝑥</m:t>
                          </m:r>
                        </m:e>
                        <m:sup>
                          <m:r>
                            <a:rPr lang="en-US" altLang="zh-CN" i="1">
                              <a:effectLst/>
                              <a:latin typeface="Cambria Math" panose="02040503050406030204" pitchFamily="18" charset="0"/>
                              <a:ea typeface="宋体" panose="02010600030101010101" pitchFamily="2" charset="-122"/>
                            </a:rPr>
                            <m:t>𝛼</m:t>
                          </m:r>
                        </m:sup>
                      </m:sSup>
                      <m:r>
                        <a:rPr lang="en-US" altLang="zh-CN" i="1">
                          <a:effectLst/>
                          <a:latin typeface="Cambria Math" panose="02040503050406030204" pitchFamily="18" charset="0"/>
                          <a:ea typeface="宋体" panose="02010600030101010101" pitchFamily="2" charset="-122"/>
                        </a:rPr>
                        <m:t>,   </m:t>
                      </m:r>
                      <m:r>
                        <a:rPr lang="en-US" altLang="zh-CN" i="1">
                          <a:effectLst/>
                          <a:latin typeface="Cambria Math" panose="02040503050406030204" pitchFamily="18" charset="0"/>
                          <a:ea typeface="宋体" panose="02010600030101010101" pitchFamily="2" charset="-122"/>
                        </a:rPr>
                        <m:t>𝑥</m:t>
                      </m:r>
                      <m:r>
                        <a:rPr lang="en-US" altLang="zh-CN" i="1">
                          <a:effectLst/>
                          <a:latin typeface="Cambria Math" panose="02040503050406030204" pitchFamily="18" charset="0"/>
                          <a:ea typeface="宋体" panose="02010600030101010101" pitchFamily="2" charset="-122"/>
                        </a:rPr>
                        <m:t>(</m:t>
                      </m:r>
                      <m:r>
                        <a:rPr lang="en-US" altLang="zh-CN" i="1">
                          <a:effectLst/>
                          <a:latin typeface="Cambria Math" panose="02040503050406030204" pitchFamily="18" charset="0"/>
                          <a:ea typeface="宋体" panose="02010600030101010101" pitchFamily="2" charset="-122"/>
                        </a:rPr>
                        <m:t>0</m:t>
                      </m:r>
                      <m:r>
                        <a:rPr lang="en-US" altLang="zh-CN" i="1">
                          <a:effectLst/>
                          <a:latin typeface="Cambria Math" panose="02040503050406030204" pitchFamily="18" charset="0"/>
                          <a:ea typeface="宋体" panose="02010600030101010101" pitchFamily="2" charset="-122"/>
                        </a:rPr>
                        <m:t>)=</m:t>
                      </m:r>
                      <m:sSub>
                        <m:sSubPr>
                          <m:ctrlPr>
                            <a:rPr lang="zh-CN" altLang="zh-CN" i="1">
                              <a:effectLst/>
                              <a:latin typeface="Cambria Math" panose="02040503050406030204" pitchFamily="18" charset="0"/>
                              <a:ea typeface="Cambria Math" panose="02040503050406030204" pitchFamily="18" charset="0"/>
                            </a:rPr>
                          </m:ctrlPr>
                        </m:sSubPr>
                        <m:e>
                          <m:r>
                            <a:rPr lang="en-US" altLang="zh-CN" i="1">
                              <a:effectLst/>
                              <a:latin typeface="Cambria Math" panose="02040503050406030204" pitchFamily="18" charset="0"/>
                              <a:ea typeface="宋体" panose="02010600030101010101" pitchFamily="2" charset="-122"/>
                            </a:rPr>
                            <m:t>𝑥</m:t>
                          </m:r>
                        </m:e>
                        <m:sub>
                          <m:r>
                            <a:rPr lang="en-US" altLang="zh-CN" i="1">
                              <a:effectLst/>
                              <a:latin typeface="Cambria Math" panose="02040503050406030204" pitchFamily="18" charset="0"/>
                              <a:ea typeface="宋体" panose="02010600030101010101" pitchFamily="2" charset="-122"/>
                            </a:rPr>
                            <m:t>0</m:t>
                          </m:r>
                        </m:sub>
                      </m:sSub>
                      <m:r>
                        <a:rPr lang="en-US" altLang="zh-CN" i="1">
                          <a:effectLst/>
                          <a:latin typeface="Cambria Math" panose="02040503050406030204" pitchFamily="18" charset="0"/>
                          <a:ea typeface="宋体" panose="02010600030101010101" pitchFamily="2" charset="-122"/>
                        </a:rPr>
                        <m:t>≥</m:t>
                      </m:r>
                      <m:r>
                        <a:rPr lang="en-US" altLang="zh-CN" i="1">
                          <a:effectLst/>
                          <a:latin typeface="Cambria Math" panose="02040503050406030204" pitchFamily="18" charset="0"/>
                          <a:ea typeface="宋体" panose="02010600030101010101" pitchFamily="2" charset="-122"/>
                        </a:rPr>
                        <m:t>0</m:t>
                      </m:r>
                      <m:r>
                        <a:rPr lang="en-US" altLang="zh-CN" i="1">
                          <a:effectLst/>
                          <a:latin typeface="Cambria Math" panose="02040503050406030204" pitchFamily="18" charset="0"/>
                          <a:ea typeface="宋体" panose="02010600030101010101" pitchFamily="2" charset="-122"/>
                        </a:rPr>
                        <m:t>,   </m:t>
                      </m:r>
                      <m:r>
                        <a:rPr lang="en-US" altLang="zh-CN" i="1">
                          <a:effectLst/>
                          <a:latin typeface="Cambria Math" panose="02040503050406030204" pitchFamily="18" charset="0"/>
                          <a:ea typeface="宋体" panose="02010600030101010101" pitchFamily="2" charset="-122"/>
                        </a:rPr>
                        <m:t>𝛼</m:t>
                      </m:r>
                      <m:r>
                        <a:rPr lang="en-US" altLang="zh-CN" i="1">
                          <a:effectLst/>
                          <a:latin typeface="Cambria Math" panose="02040503050406030204" pitchFamily="18" charset="0"/>
                          <a:ea typeface="宋体" panose="02010600030101010101" pitchFamily="2" charset="-122"/>
                        </a:rPr>
                        <m:t>&gt;</m:t>
                      </m:r>
                      <m:r>
                        <a:rPr lang="en-US" altLang="zh-CN" i="1">
                          <a:effectLst/>
                          <a:latin typeface="Cambria Math" panose="02040503050406030204" pitchFamily="18" charset="0"/>
                          <a:ea typeface="宋体" panose="02010600030101010101" pitchFamily="2" charset="-122"/>
                        </a:rPr>
                        <m:t>0</m:t>
                      </m:r>
                    </m:oMath>
                  </m:oMathPara>
                </a14:m>
                <a:endParaRPr lang="en-US" altLang="zh-CN" dirty="0">
                  <a:solidFill>
                    <a:srgbClr val="FFFF00"/>
                  </a:solidFill>
                </a:endParaRPr>
              </a:p>
              <a:p>
                <a:pPr marL="118872" indent="0">
                  <a:buNone/>
                </a:pPr>
                <a:endParaRPr lang="en-US" altLang="zh-CN" dirty="0">
                  <a:solidFill>
                    <a:srgbClr val="FFFF00"/>
                  </a:solidFill>
                </a:endParaRPr>
              </a:p>
              <a:p>
                <a:r>
                  <a:rPr lang="zh-CN" altLang="en-US" dirty="0">
                    <a:solidFill>
                      <a:srgbClr val="FFFF00"/>
                    </a:solidFill>
                  </a:rPr>
                  <a:t>分情况讨论</a:t>
                </a:r>
                <a:endParaRPr lang="en-US" altLang="zh-CN" dirty="0">
                  <a:solidFill>
                    <a:srgbClr val="FFFF00"/>
                  </a:solidFill>
                </a:endParaRPr>
              </a:p>
              <a:p>
                <a:pPr marL="118872" indent="0">
                  <a:buNone/>
                </a:pPr>
                <a:br>
                  <a:rPr lang="en-US" altLang="zh-CN" dirty="0">
                    <a:solidFill>
                      <a:srgbClr val="FFFF00"/>
                    </a:solidFill>
                  </a:rPr>
                </a:br>
                <a14:m>
                  <m:oMathPara xmlns:m="http://schemas.openxmlformats.org/officeDocument/2006/math">
                    <m:oMathParaPr>
                      <m:jc m:val="centerGroup"/>
                    </m:oMathParaPr>
                    <m:oMath xmlns:m="http://schemas.openxmlformats.org/officeDocument/2006/math">
                      <m:f>
                        <m:fPr>
                          <m:ctrlPr>
                            <a:rPr lang="zh-CN" altLang="zh-CN" i="1" smtClean="0">
                              <a:effectLst/>
                              <a:latin typeface="Cambria Math" panose="02040503050406030204" pitchFamily="18" charset="0"/>
                              <a:ea typeface="Cambria Math" panose="02040503050406030204" pitchFamily="18" charset="0"/>
                            </a:rPr>
                          </m:ctrlPr>
                        </m:fPr>
                        <m:num>
                          <m:r>
                            <m:rPr>
                              <m:sty m:val="p"/>
                            </m:rPr>
                            <a:rPr lang="en-US" altLang="zh-CN">
                              <a:effectLst/>
                              <a:latin typeface="Cambria Math" panose="02040503050406030204" pitchFamily="18" charset="0"/>
                              <a:ea typeface="宋体" panose="02010600030101010101" pitchFamily="2" charset="-122"/>
                            </a:rPr>
                            <m:t>d</m:t>
                          </m:r>
                          <m:r>
                            <a:rPr lang="en-US" altLang="zh-CN" i="1">
                              <a:effectLst/>
                              <a:latin typeface="Cambria Math" panose="02040503050406030204" pitchFamily="18" charset="0"/>
                              <a:ea typeface="宋体" panose="02010600030101010101" pitchFamily="2" charset="-122"/>
                            </a:rPr>
                            <m:t>𝑥</m:t>
                          </m:r>
                        </m:num>
                        <m:den>
                          <m:sSup>
                            <m:sSupPr>
                              <m:ctrlPr>
                                <a:rPr lang="zh-CN" altLang="zh-CN" i="1">
                                  <a:latin typeface="Cambria Math" panose="02040503050406030204" pitchFamily="18" charset="0"/>
                                  <a:ea typeface="Cambria Math" panose="02040503050406030204" pitchFamily="18" charset="0"/>
                                </a:rPr>
                              </m:ctrlPr>
                            </m:sSupPr>
                            <m:e>
                              <m:r>
                                <a:rPr lang="en-US" altLang="zh-CN" i="1">
                                  <a:latin typeface="Cambria Math" panose="02040503050406030204" pitchFamily="18" charset="0"/>
                                  <a:ea typeface="宋体" panose="02010600030101010101" pitchFamily="2" charset="-122"/>
                                </a:rPr>
                                <m:t>𝑥</m:t>
                              </m:r>
                            </m:e>
                            <m:sup>
                              <m:r>
                                <a:rPr lang="en-US" altLang="zh-CN" i="1">
                                  <a:latin typeface="Cambria Math" panose="02040503050406030204" pitchFamily="18" charset="0"/>
                                  <a:ea typeface="宋体" panose="02010600030101010101" pitchFamily="2" charset="-122"/>
                                </a:rPr>
                                <m:t>𝛼</m:t>
                              </m:r>
                            </m:sup>
                          </m:sSup>
                        </m:den>
                      </m:f>
                      <m:r>
                        <a:rPr lang="en-US" altLang="zh-CN" i="1">
                          <a:effectLst/>
                          <a:latin typeface="Cambria Math" panose="02040503050406030204" pitchFamily="18" charset="0"/>
                          <a:ea typeface="宋体" panose="02010600030101010101" pitchFamily="2" charset="-122"/>
                        </a:rPr>
                        <m:t>=</m:t>
                      </m:r>
                      <m:sSup>
                        <m:sSupPr>
                          <m:ctrlPr>
                            <a:rPr lang="zh-CN" altLang="zh-CN" i="1">
                              <a:latin typeface="Cambria Math" panose="02040503050406030204" pitchFamily="18" charset="0"/>
                              <a:ea typeface="Cambria Math" panose="02040503050406030204" pitchFamily="18" charset="0"/>
                            </a:rPr>
                          </m:ctrlPr>
                        </m:sSupPr>
                        <m:e>
                          <m:r>
                            <a:rPr lang="en-US" altLang="zh-CN" i="1">
                              <a:latin typeface="Cambria Math" panose="02040503050406030204" pitchFamily="18" charset="0"/>
                              <a:ea typeface="宋体" panose="02010600030101010101" pitchFamily="2" charset="-122"/>
                            </a:rPr>
                            <m:t>𝑥</m:t>
                          </m:r>
                        </m:e>
                        <m:sup>
                          <m:r>
                            <a:rPr lang="en-US" altLang="zh-CN" b="0" i="1" smtClean="0">
                              <a:latin typeface="Cambria Math" panose="02040503050406030204" pitchFamily="18" charset="0"/>
                              <a:ea typeface="宋体" panose="02010600030101010101" pitchFamily="2" charset="-122"/>
                            </a:rPr>
                            <m:t>−</m:t>
                          </m:r>
                          <m:r>
                            <a:rPr lang="en-US" altLang="zh-CN" i="1">
                              <a:latin typeface="Cambria Math" panose="02040503050406030204" pitchFamily="18" charset="0"/>
                              <a:ea typeface="宋体" panose="02010600030101010101" pitchFamily="2" charset="-122"/>
                            </a:rPr>
                            <m:t>𝛼</m:t>
                          </m:r>
                        </m:sup>
                      </m:sSup>
                      <m:r>
                        <m:rPr>
                          <m:sty m:val="p"/>
                        </m:rPr>
                        <a:rPr lang="en-US" altLang="zh-CN">
                          <a:latin typeface="Cambria Math" panose="02040503050406030204" pitchFamily="18" charset="0"/>
                          <a:ea typeface="宋体" panose="02010600030101010101" pitchFamily="2" charset="-122"/>
                        </a:rPr>
                        <m:t>d</m:t>
                      </m:r>
                      <m:r>
                        <a:rPr lang="en-US" altLang="zh-CN" i="1">
                          <a:latin typeface="Cambria Math" panose="02040503050406030204" pitchFamily="18" charset="0"/>
                          <a:ea typeface="宋体" panose="02010600030101010101" pitchFamily="2" charset="-122"/>
                        </a:rPr>
                        <m:t>𝑥</m:t>
                      </m:r>
                      <m:r>
                        <a:rPr lang="en-US" altLang="zh-CN" b="0" i="1" smtClean="0">
                          <a:latin typeface="Cambria Math" panose="02040503050406030204" pitchFamily="18" charset="0"/>
                          <a:ea typeface="宋体" panose="02010600030101010101" pitchFamily="2" charset="-122"/>
                        </a:rPr>
                        <m:t>=</m:t>
                      </m:r>
                      <m:f>
                        <m:fPr>
                          <m:ctrlPr>
                            <a:rPr lang="zh-CN" altLang="zh-CN" i="1">
                              <a:latin typeface="Cambria Math" panose="02040503050406030204" pitchFamily="18" charset="0"/>
                              <a:ea typeface="Cambria Math" panose="02040503050406030204" pitchFamily="18" charset="0"/>
                            </a:rPr>
                          </m:ctrlPr>
                        </m:fPr>
                        <m:num>
                          <m:r>
                            <a:rPr lang="en-US" altLang="zh-CN" b="0" i="1" smtClean="0">
                              <a:latin typeface="Cambria Math" panose="02040503050406030204" pitchFamily="18" charset="0"/>
                              <a:ea typeface="宋体" panose="02010600030101010101" pitchFamily="2" charset="-122"/>
                            </a:rPr>
                            <m:t>1</m:t>
                          </m:r>
                        </m:num>
                        <m:den>
                          <m:r>
                            <a:rPr lang="en-US" altLang="zh-CN" b="0" i="1" smtClean="0">
                              <a:latin typeface="Cambria Math" panose="02040503050406030204" pitchFamily="18" charset="0"/>
                              <a:ea typeface="宋体" panose="02010600030101010101" pitchFamily="2" charset="-122"/>
                            </a:rPr>
                            <m:t>1</m:t>
                          </m:r>
                          <m:r>
                            <a:rPr lang="en-US" altLang="zh-CN" b="0" i="1" smtClean="0">
                              <a:latin typeface="Cambria Math" panose="02040503050406030204" pitchFamily="18" charset="0"/>
                              <a:ea typeface="宋体" panose="02010600030101010101" pitchFamily="2" charset="-122"/>
                            </a:rPr>
                            <m:t>−</m:t>
                          </m:r>
                          <m:r>
                            <a:rPr lang="en-US" altLang="zh-CN" i="1">
                              <a:latin typeface="Cambria Math" panose="02040503050406030204" pitchFamily="18" charset="0"/>
                              <a:ea typeface="宋体" panose="02010600030101010101" pitchFamily="2" charset="-122"/>
                            </a:rPr>
                            <m:t>𝛼</m:t>
                          </m:r>
                        </m:den>
                      </m:f>
                      <m:r>
                        <m:rPr>
                          <m:sty m:val="p"/>
                        </m:rPr>
                        <a:rPr lang="en-US" altLang="zh-CN">
                          <a:latin typeface="Cambria Math" panose="02040503050406030204" pitchFamily="18" charset="0"/>
                          <a:ea typeface="宋体" panose="02010600030101010101" pitchFamily="2" charset="-122"/>
                        </a:rPr>
                        <m:t>d</m:t>
                      </m:r>
                      <m:sSup>
                        <m:sSupPr>
                          <m:ctrlPr>
                            <a:rPr lang="zh-CN" altLang="zh-CN" i="1">
                              <a:latin typeface="Cambria Math" panose="02040503050406030204" pitchFamily="18" charset="0"/>
                              <a:ea typeface="Cambria Math" panose="02040503050406030204" pitchFamily="18" charset="0"/>
                            </a:rPr>
                          </m:ctrlPr>
                        </m:sSupPr>
                        <m:e>
                          <m:r>
                            <a:rPr lang="en-US" altLang="zh-CN" i="1">
                              <a:latin typeface="Cambria Math" panose="02040503050406030204" pitchFamily="18" charset="0"/>
                              <a:ea typeface="宋体" panose="02010600030101010101" pitchFamily="2" charset="-122"/>
                            </a:rPr>
                            <m:t>𝑥</m:t>
                          </m:r>
                        </m:e>
                        <m:sup>
                          <m:r>
                            <a:rPr lang="en-US" altLang="zh-CN" b="0" i="1" smtClean="0">
                              <a:latin typeface="Cambria Math" panose="02040503050406030204" pitchFamily="18" charset="0"/>
                              <a:ea typeface="宋体" panose="02010600030101010101" pitchFamily="2" charset="-122"/>
                            </a:rPr>
                            <m:t>1</m:t>
                          </m:r>
                          <m:r>
                            <a:rPr lang="en-US" altLang="zh-CN" i="1">
                              <a:latin typeface="Cambria Math" panose="02040503050406030204" pitchFamily="18" charset="0"/>
                              <a:ea typeface="宋体" panose="02010600030101010101" pitchFamily="2" charset="-122"/>
                            </a:rPr>
                            <m:t>−</m:t>
                          </m:r>
                          <m:r>
                            <a:rPr lang="en-US" altLang="zh-CN" i="1">
                              <a:latin typeface="Cambria Math" panose="02040503050406030204" pitchFamily="18" charset="0"/>
                              <a:ea typeface="宋体" panose="02010600030101010101" pitchFamily="2" charset="-122"/>
                            </a:rPr>
                            <m:t>𝛼</m:t>
                          </m:r>
                        </m:sup>
                      </m:sSup>
                    </m:oMath>
                  </m:oMathPara>
                </a14:m>
                <a:endParaRPr lang="zh-CN" altLang="en-US" dirty="0">
                  <a:solidFill>
                    <a:srgbClr val="FFFF00"/>
                  </a:solidFill>
                </a:endParaRPr>
              </a:p>
            </p:txBody>
          </p:sp>
        </mc:Choice>
        <mc:Fallback xmlns="">
          <p:sp>
            <p:nvSpPr>
              <p:cNvPr id="3" name="内容占位符 2">
                <a:extLst>
                  <a:ext uri="{FF2B5EF4-FFF2-40B4-BE49-F238E27FC236}">
                    <a16:creationId xmlns:a16="http://schemas.microsoft.com/office/drawing/2014/main" id="{490D155B-8F14-6487-B3C7-DEC450422CC7}"/>
                  </a:ext>
                </a:extLst>
              </p:cNvPr>
              <p:cNvSpPr>
                <a:spLocks noGrp="1" noRot="1" noChangeAspect="1" noMove="1" noResize="1" noEditPoints="1" noAdjustHandles="1" noChangeArrowheads="1" noChangeShapeType="1" noTextEdit="1"/>
              </p:cNvSpPr>
              <p:nvPr>
                <p:ph idx="1"/>
              </p:nvPr>
            </p:nvSpPr>
            <p:spPr>
              <a:blipFill>
                <a:blip r:embed="rId3"/>
                <a:stretch>
                  <a:fillRect t="-659"/>
                </a:stretch>
              </a:blipFill>
            </p:spPr>
            <p:txBody>
              <a:bodyPr/>
              <a:lstStyle/>
              <a:p>
                <a:r>
                  <a:rPr lang="zh-CN" altLang="en-US">
                    <a:noFill/>
                  </a:rPr>
                  <a:t> </a:t>
                </a:r>
              </a:p>
            </p:txBody>
          </p:sp>
        </mc:Fallback>
      </mc:AlternateContent>
      <p:sp>
        <p:nvSpPr>
          <p:cNvPr id="4" name="灯片编号占位符 3">
            <a:extLst>
              <a:ext uri="{FF2B5EF4-FFF2-40B4-BE49-F238E27FC236}">
                <a16:creationId xmlns:a16="http://schemas.microsoft.com/office/drawing/2014/main" id="{9E3893DC-83BA-FF4E-DB5B-AABD0AA68090}"/>
              </a:ext>
            </a:extLst>
          </p:cNvPr>
          <p:cNvSpPr>
            <a:spLocks noGrp="1"/>
          </p:cNvSpPr>
          <p:nvPr>
            <p:ph type="sldNum" sz="quarter" idx="12"/>
          </p:nvPr>
        </p:nvSpPr>
        <p:spPr/>
        <p:txBody>
          <a:bodyPr/>
          <a:lstStyle/>
          <a:p>
            <a:fld id="{58C210BB-F110-452C-89E7-9EA0A8D47DCE}" type="slidenum">
              <a:rPr lang="zh-CN" altLang="en-US" smtClean="0"/>
              <a:pPr/>
              <a:t>56</a:t>
            </a:fld>
            <a:endParaRPr lang="zh-CN" altLang="en-US"/>
          </a:p>
        </p:txBody>
      </p:sp>
    </p:spTree>
    <p:extLst>
      <p:ext uri="{BB962C8B-B14F-4D97-AF65-F5344CB8AC3E}">
        <p14:creationId xmlns:p14="http://schemas.microsoft.com/office/powerpoint/2010/main" val="3941097108"/>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C6F24D-D197-A674-147D-BCBE2626CCD2}"/>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C360C983-67AC-57E1-72C3-2488C759C22B}"/>
              </a:ext>
            </a:extLst>
          </p:cNvPr>
          <p:cNvSpPr>
            <a:spLocks noGrp="1"/>
          </p:cNvSpPr>
          <p:nvPr>
            <p:ph type="title"/>
          </p:nvPr>
        </p:nvSpPr>
        <p:spPr/>
        <p:txBody>
          <a:bodyPr>
            <a:normAutofit fontScale="90000"/>
          </a:bodyPr>
          <a:lstStyle/>
          <a:p>
            <a:r>
              <a:rPr lang="zh-CN" altLang="en-US" dirty="0"/>
              <a:t>第</a:t>
            </a:r>
            <a:r>
              <a:rPr lang="en-US" altLang="zh-CN" dirty="0"/>
              <a:t>1</a:t>
            </a:r>
            <a:r>
              <a:rPr lang="zh-CN" altLang="en-US" dirty="0"/>
              <a:t>讲第</a:t>
            </a:r>
            <a:r>
              <a:rPr lang="en-US" altLang="zh-CN" dirty="0"/>
              <a:t>2</a:t>
            </a:r>
            <a:r>
              <a:rPr lang="zh-CN" altLang="en-US" dirty="0"/>
              <a:t>题、第</a:t>
            </a:r>
            <a:r>
              <a:rPr lang="en-US" altLang="zh-CN" dirty="0"/>
              <a:t>3</a:t>
            </a:r>
            <a:r>
              <a:rPr lang="zh-CN" altLang="en-US" dirty="0"/>
              <a:t>题</a:t>
            </a:r>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2A47A49C-5722-644C-3BF8-15FCA223F1F7}"/>
                  </a:ext>
                </a:extLst>
              </p:cNvPr>
              <p:cNvSpPr>
                <a:spLocks noGrp="1"/>
              </p:cNvSpPr>
              <p:nvPr>
                <p:ph idx="1"/>
              </p:nvPr>
            </p:nvSpPr>
            <p:spPr>
              <a:xfrm>
                <a:off x="457200" y="1196752"/>
                <a:ext cx="8229600" cy="5280247"/>
              </a:xfrm>
            </p:spPr>
            <p:txBody>
              <a:bodyPr>
                <a:normAutofit fontScale="85000" lnSpcReduction="10000"/>
              </a:bodyPr>
              <a:lstStyle/>
              <a:p>
                <a:pPr marL="118872" indent="0">
                  <a:buNone/>
                </a:pPr>
                <a:endParaRPr lang="en-US" altLang="zh-CN" i="1" dirty="0"/>
              </a:p>
              <a:p>
                <a:pPr marL="118872" indent="0">
                  <a:buNone/>
                </a:pPr>
                <a14:m>
                  <m:oMathPara xmlns:m="http://schemas.openxmlformats.org/officeDocument/2006/math">
                    <m:oMathParaPr>
                      <m:jc m:val="centerGroup"/>
                    </m:oMathParaPr>
                    <m:oMath xmlns:m="http://schemas.openxmlformats.org/officeDocument/2006/math">
                      <m:r>
                        <a:rPr lang="en-US" altLang="zh-CN" i="1">
                          <a:latin typeface="Cambria Math" panose="02040503050406030204" pitchFamily="18" charset="0"/>
                        </a:rPr>
                        <m:t>𝑥</m:t>
                      </m:r>
                      <m:d>
                        <m:dPr>
                          <m:ctrlPr>
                            <a:rPr lang="en-US" altLang="zh-CN" i="1">
                              <a:latin typeface="Cambria Math" panose="02040503050406030204" pitchFamily="18" charset="0"/>
                            </a:rPr>
                          </m:ctrlPr>
                        </m:dPr>
                        <m:e>
                          <m:r>
                            <a:rPr lang="en-US" altLang="zh-CN" i="1">
                              <a:latin typeface="Cambria Math" panose="02040503050406030204" pitchFamily="18" charset="0"/>
                            </a:rPr>
                            <m:t>𝑡</m:t>
                          </m:r>
                        </m:e>
                      </m:d>
                      <m:r>
                        <a:rPr lang="en-US" altLang="zh-CN" b="0" i="1" smtClean="0">
                          <a:latin typeface="Cambria Math" panose="02040503050406030204" pitchFamily="18" charset="0"/>
                        </a:rPr>
                        <m:t>=</m:t>
                      </m:r>
                    </m:oMath>
                    <m:oMath xmlns:m="http://schemas.openxmlformats.org/officeDocument/2006/math">
                      <m:d>
                        <m:dPr>
                          <m:begChr m:val="{"/>
                          <m:endChr m:val=""/>
                          <m:ctrlPr>
                            <a:rPr lang="zh-CN" altLang="zh-CN" i="1">
                              <a:latin typeface="Cambria Math" panose="02040503050406030204" pitchFamily="18" charset="0"/>
                            </a:rPr>
                          </m:ctrlPr>
                        </m:dPr>
                        <m:e>
                          <m:eqArr>
                            <m:eqArrPr>
                              <m:ctrlPr>
                                <a:rPr lang="zh-CN" altLang="zh-CN" i="1">
                                  <a:latin typeface="Cambria Math" panose="02040503050406030204" pitchFamily="18" charset="0"/>
                                </a:rPr>
                              </m:ctrlPr>
                            </m:eqArrPr>
                            <m:e>
                              <m:r>
                                <a:rPr lang="en-US" altLang="zh-CN" i="1">
                                  <a:latin typeface="Cambria Math" panose="02040503050406030204" pitchFamily="18" charset="0"/>
                                </a:rPr>
                                <m:t>0,                          </m:t>
                              </m:r>
                              <m:r>
                                <a:rPr lang="en-US" altLang="zh-CN" b="0" i="1" smtClean="0">
                                  <a:latin typeface="Cambria Math" panose="02040503050406030204" pitchFamily="18" charset="0"/>
                                </a:rPr>
                                <m:t> </m:t>
                              </m:r>
                              <m:r>
                                <a:rPr lang="en-US" altLang="zh-CN" i="1" smtClean="0">
                                  <a:solidFill>
                                    <a:srgbClr val="FFFF00"/>
                                  </a:solidFill>
                                  <a:latin typeface="Cambria Math" panose="02040503050406030204" pitchFamily="18" charset="0"/>
                                </a:rPr>
                                <m:t>𝛼</m:t>
                              </m:r>
                              <m:r>
                                <a:rPr lang="en-US" altLang="zh-CN" i="1" smtClean="0">
                                  <a:solidFill>
                                    <a:srgbClr val="FFFF00"/>
                                  </a:solidFill>
                                  <a:latin typeface="Cambria Math" panose="02040503050406030204" pitchFamily="18" charset="0"/>
                                </a:rPr>
                                <m:t>&gt;1, </m:t>
                              </m:r>
                              <m:sSub>
                                <m:sSubPr>
                                  <m:ctrlPr>
                                    <a:rPr lang="zh-CN" altLang="zh-CN" i="1">
                                      <a:solidFill>
                                        <a:srgbClr val="FFFF00"/>
                                      </a:solidFill>
                                      <a:latin typeface="Cambria Math" panose="02040503050406030204" pitchFamily="18" charset="0"/>
                                    </a:rPr>
                                  </m:ctrlPr>
                                </m:sSubPr>
                                <m:e>
                                  <m:r>
                                    <a:rPr lang="en-US" altLang="zh-CN" i="1">
                                      <a:solidFill>
                                        <a:srgbClr val="FFFF00"/>
                                      </a:solidFill>
                                      <a:latin typeface="Cambria Math" panose="02040503050406030204" pitchFamily="18" charset="0"/>
                                    </a:rPr>
                                    <m:t>𝑥</m:t>
                                  </m:r>
                                </m:e>
                                <m:sub>
                                  <m:r>
                                    <a:rPr lang="en-US" altLang="zh-CN" i="1">
                                      <a:solidFill>
                                        <a:srgbClr val="FFFF00"/>
                                      </a:solidFill>
                                      <a:latin typeface="Cambria Math" panose="02040503050406030204" pitchFamily="18" charset="0"/>
                                    </a:rPr>
                                    <m:t>0</m:t>
                                  </m:r>
                                </m:sub>
                              </m:sSub>
                              <m:r>
                                <a:rPr lang="en-US" altLang="zh-CN" i="1">
                                  <a:solidFill>
                                    <a:srgbClr val="FFFF00"/>
                                  </a:solidFill>
                                  <a:latin typeface="Cambria Math" panose="02040503050406030204" pitchFamily="18" charset="0"/>
                                </a:rPr>
                                <m:t>=0</m:t>
                              </m:r>
                              <m:r>
                                <a:rPr lang="en-US" altLang="zh-CN" b="0" i="1" smtClean="0">
                                  <a:solidFill>
                                    <a:srgbClr val="FFFF00"/>
                                  </a:solidFill>
                                  <a:latin typeface="Cambria Math" panose="02040503050406030204" pitchFamily="18" charset="0"/>
                                </a:rPr>
                                <m:t>                             </m:t>
                              </m:r>
                              <m:r>
                                <a:rPr lang="en-US" altLang="zh-CN" i="1">
                                  <a:solidFill>
                                    <a:srgbClr val="FFFF00"/>
                                  </a:solidFill>
                                  <a:latin typeface="Cambria Math" panose="02040503050406030204" pitchFamily="18" charset="0"/>
                                </a:rPr>
                                <m:t> </m:t>
                              </m:r>
                            </m:e>
                            <m:e>
                              <m:f>
                                <m:fPr>
                                  <m:ctrlPr>
                                    <a:rPr lang="zh-CN" altLang="zh-CN" i="1">
                                      <a:latin typeface="Cambria Math" panose="02040503050406030204" pitchFamily="18" charset="0"/>
                                    </a:rPr>
                                  </m:ctrlPr>
                                </m:fPr>
                                <m:num>
                                  <m:r>
                                    <a:rPr lang="en-US" altLang="zh-CN" i="1">
                                      <a:latin typeface="Cambria Math" panose="02040503050406030204" pitchFamily="18" charset="0"/>
                                    </a:rPr>
                                    <m:t>1</m:t>
                                  </m:r>
                                </m:num>
                                <m:den>
                                  <m:sSup>
                                    <m:sSupPr>
                                      <m:ctrlPr>
                                        <a:rPr lang="zh-CN" altLang="zh-CN" i="1">
                                          <a:latin typeface="Cambria Math" panose="02040503050406030204" pitchFamily="18" charset="0"/>
                                        </a:rPr>
                                      </m:ctrlPr>
                                    </m:sSupPr>
                                    <m:e>
                                      <m:d>
                                        <m:dPr>
                                          <m:begChr m:val="["/>
                                          <m:endChr m:val="]"/>
                                          <m:ctrlPr>
                                            <a:rPr lang="zh-CN" altLang="zh-CN" i="1">
                                              <a:latin typeface="Cambria Math" panose="02040503050406030204" pitchFamily="18" charset="0"/>
                                            </a:rPr>
                                          </m:ctrlPr>
                                        </m:dPr>
                                        <m:e>
                                          <m:sSubSup>
                                            <m:sSubSupPr>
                                              <m:ctrlPr>
                                                <a:rPr lang="zh-CN" altLang="zh-CN" i="1">
                                                  <a:latin typeface="Cambria Math" panose="02040503050406030204" pitchFamily="18" charset="0"/>
                                                </a:rPr>
                                              </m:ctrlPr>
                                            </m:sSubSupPr>
                                            <m:e>
                                              <m:r>
                                                <a:rPr lang="en-US" altLang="zh-CN" i="1">
                                                  <a:latin typeface="Cambria Math" panose="02040503050406030204" pitchFamily="18" charset="0"/>
                                                </a:rPr>
                                                <m:t>𝑥</m:t>
                                              </m:r>
                                            </m:e>
                                            <m:sub>
                                              <m:r>
                                                <a:rPr lang="en-US" altLang="zh-CN" i="1">
                                                  <a:latin typeface="Cambria Math" panose="02040503050406030204" pitchFamily="18" charset="0"/>
                                                </a:rPr>
                                                <m:t>0</m:t>
                                              </m:r>
                                            </m:sub>
                                            <m:sup>
                                              <m:r>
                                                <a:rPr lang="en-US" altLang="zh-CN" i="1">
                                                  <a:latin typeface="Cambria Math" panose="02040503050406030204" pitchFamily="18" charset="0"/>
                                                </a:rPr>
                                                <m:t>1−</m:t>
                                              </m:r>
                                              <m:r>
                                                <a:rPr lang="en-US" altLang="zh-CN" i="1">
                                                  <a:latin typeface="Cambria Math" panose="02040503050406030204" pitchFamily="18" charset="0"/>
                                                </a:rPr>
                                                <m:t>𝛼</m:t>
                                              </m:r>
                                            </m:sup>
                                          </m:sSubSup>
                                          <m:r>
                                            <a:rPr lang="en-US" altLang="zh-CN" i="1">
                                              <a:latin typeface="Cambria Math" panose="02040503050406030204" pitchFamily="18" charset="0"/>
                                            </a:rPr>
                                            <m:t>+(</m:t>
                                          </m:r>
                                          <m:r>
                                            <a:rPr lang="en-US" altLang="zh-CN" i="1">
                                              <a:latin typeface="Cambria Math" panose="02040503050406030204" pitchFamily="18" charset="0"/>
                                            </a:rPr>
                                            <m:t>𝛼</m:t>
                                          </m:r>
                                          <m:r>
                                            <a:rPr lang="en-US" altLang="zh-CN" i="1">
                                              <a:latin typeface="Cambria Math" panose="02040503050406030204" pitchFamily="18" charset="0"/>
                                            </a:rPr>
                                            <m:t>−1)</m:t>
                                          </m:r>
                                          <m:r>
                                            <a:rPr lang="en-US" altLang="zh-CN" i="1">
                                              <a:latin typeface="Cambria Math" panose="02040503050406030204" pitchFamily="18" charset="0"/>
                                            </a:rPr>
                                            <m:t>𝑡</m:t>
                                          </m:r>
                                        </m:e>
                                      </m:d>
                                    </m:e>
                                    <m:sup>
                                      <m:f>
                                        <m:fPr>
                                          <m:ctrlPr>
                                            <a:rPr lang="zh-CN" altLang="zh-CN" i="1">
                                              <a:latin typeface="Cambria Math" panose="02040503050406030204" pitchFamily="18" charset="0"/>
                                            </a:rPr>
                                          </m:ctrlPr>
                                        </m:fPr>
                                        <m:num>
                                          <m:r>
                                            <a:rPr lang="en-US" altLang="zh-CN" i="1">
                                              <a:latin typeface="Cambria Math" panose="02040503050406030204" pitchFamily="18" charset="0"/>
                                            </a:rPr>
                                            <m:t>1</m:t>
                                          </m:r>
                                        </m:num>
                                        <m:den>
                                          <m:r>
                                            <a:rPr lang="en-US" altLang="zh-CN" i="1">
                                              <a:latin typeface="Cambria Math" panose="02040503050406030204" pitchFamily="18" charset="0"/>
                                            </a:rPr>
                                            <m:t>𝛼</m:t>
                                          </m:r>
                                          <m:r>
                                            <a:rPr lang="en-US" altLang="zh-CN" i="1">
                                              <a:latin typeface="Cambria Math" panose="02040503050406030204" pitchFamily="18" charset="0"/>
                                            </a:rPr>
                                            <m:t>−1</m:t>
                                          </m:r>
                                        </m:den>
                                      </m:f>
                                    </m:sup>
                                  </m:sSup>
                                </m:den>
                              </m:f>
                              <m:r>
                                <a:rPr lang="en-US" altLang="zh-CN" i="1">
                                  <a:latin typeface="Cambria Math" panose="02040503050406030204" pitchFamily="18" charset="0"/>
                                </a:rPr>
                                <m:t>, </m:t>
                              </m:r>
                              <m:r>
                                <a:rPr lang="en-US" altLang="zh-CN" i="1" smtClean="0">
                                  <a:solidFill>
                                    <a:srgbClr val="FFFF00"/>
                                  </a:solidFill>
                                  <a:latin typeface="Cambria Math" panose="02040503050406030204" pitchFamily="18" charset="0"/>
                                </a:rPr>
                                <m:t>𝛼</m:t>
                              </m:r>
                              <m:r>
                                <a:rPr lang="en-US" altLang="zh-CN" i="1" smtClean="0">
                                  <a:solidFill>
                                    <a:srgbClr val="FFFF00"/>
                                  </a:solidFill>
                                  <a:latin typeface="Cambria Math" panose="02040503050406030204" pitchFamily="18" charset="0"/>
                                </a:rPr>
                                <m:t>&gt;1, </m:t>
                              </m:r>
                              <m:sSub>
                                <m:sSubPr>
                                  <m:ctrlPr>
                                    <a:rPr lang="zh-CN" altLang="zh-CN" i="1">
                                      <a:solidFill>
                                        <a:srgbClr val="FFFF00"/>
                                      </a:solidFill>
                                      <a:latin typeface="Cambria Math" panose="02040503050406030204" pitchFamily="18" charset="0"/>
                                    </a:rPr>
                                  </m:ctrlPr>
                                </m:sSubPr>
                                <m:e>
                                  <m:r>
                                    <a:rPr lang="en-US" altLang="zh-CN" i="1">
                                      <a:solidFill>
                                        <a:srgbClr val="FFFF00"/>
                                      </a:solidFill>
                                      <a:latin typeface="Cambria Math" panose="02040503050406030204" pitchFamily="18" charset="0"/>
                                    </a:rPr>
                                    <m:t>𝑥</m:t>
                                  </m:r>
                                </m:e>
                                <m:sub>
                                  <m:r>
                                    <a:rPr lang="en-US" altLang="zh-CN" i="1">
                                      <a:solidFill>
                                        <a:srgbClr val="FFFF00"/>
                                      </a:solidFill>
                                      <a:latin typeface="Cambria Math" panose="02040503050406030204" pitchFamily="18" charset="0"/>
                                    </a:rPr>
                                    <m:t>0</m:t>
                                  </m:r>
                                </m:sub>
                              </m:sSub>
                              <m:r>
                                <a:rPr lang="en-US" altLang="zh-CN" i="1">
                                  <a:solidFill>
                                    <a:srgbClr val="FFFF00"/>
                                  </a:solidFill>
                                  <a:latin typeface="Cambria Math" panose="02040503050406030204" pitchFamily="18" charset="0"/>
                                </a:rPr>
                                <m:t>&gt;0</m:t>
                              </m:r>
                              <m:r>
                                <a:rPr lang="en-US" altLang="zh-CN" b="0" i="1" smtClean="0">
                                  <a:solidFill>
                                    <a:srgbClr val="FFFF00"/>
                                  </a:solidFill>
                                  <a:latin typeface="Cambria Math" panose="02040503050406030204" pitchFamily="18" charset="0"/>
                                </a:rPr>
                                <m:t>                           </m:t>
                              </m:r>
                              <m:r>
                                <a:rPr lang="en-US" altLang="zh-CN" i="1">
                                  <a:solidFill>
                                    <a:srgbClr val="FFFF00"/>
                                  </a:solidFill>
                                  <a:latin typeface="Cambria Math" panose="02040503050406030204" pitchFamily="18" charset="0"/>
                                </a:rPr>
                                <m:t>  </m:t>
                              </m:r>
                            </m:e>
                            <m:e>
                              <m:sSub>
                                <m:sSubPr>
                                  <m:ctrlPr>
                                    <a:rPr lang="zh-CN" altLang="zh-CN" i="1">
                                      <a:latin typeface="Cambria Math" panose="02040503050406030204" pitchFamily="18" charset="0"/>
                                    </a:rPr>
                                  </m:ctrlPr>
                                </m:sSubPr>
                                <m:e>
                                  <m:r>
                                    <a:rPr lang="en-US" altLang="zh-CN" i="1">
                                      <a:latin typeface="Cambria Math" panose="02040503050406030204" pitchFamily="18" charset="0"/>
                                    </a:rPr>
                                    <m:t>𝑥</m:t>
                                  </m:r>
                                </m:e>
                                <m:sub>
                                  <m:r>
                                    <a:rPr lang="en-US" altLang="zh-CN" i="1">
                                      <a:latin typeface="Cambria Math" panose="02040503050406030204" pitchFamily="18" charset="0"/>
                                    </a:rPr>
                                    <m:t>0</m:t>
                                  </m:r>
                                </m:sub>
                              </m:sSub>
                              <m:sSup>
                                <m:sSupPr>
                                  <m:ctrlPr>
                                    <a:rPr lang="zh-CN" altLang="zh-CN" i="1">
                                      <a:latin typeface="Cambria Math" panose="02040503050406030204" pitchFamily="18" charset="0"/>
                                    </a:rPr>
                                  </m:ctrlPr>
                                </m:sSupPr>
                                <m:e>
                                  <m:r>
                                    <a:rPr lang="en-US" altLang="zh-CN" i="1">
                                      <a:latin typeface="Cambria Math" panose="02040503050406030204" pitchFamily="18" charset="0"/>
                                    </a:rPr>
                                    <m:t>𝑒</m:t>
                                  </m:r>
                                </m:e>
                                <m:sup>
                                  <m:r>
                                    <a:rPr lang="en-US" altLang="zh-CN" i="1">
                                      <a:latin typeface="Cambria Math" panose="02040503050406030204" pitchFamily="18" charset="0"/>
                                    </a:rPr>
                                    <m:t>−</m:t>
                                  </m:r>
                                  <m:r>
                                    <a:rPr lang="en-US" altLang="zh-CN" i="1">
                                      <a:latin typeface="Cambria Math" panose="02040503050406030204" pitchFamily="18" charset="0"/>
                                    </a:rPr>
                                    <m:t>𝑡</m:t>
                                  </m:r>
                                </m:sup>
                              </m:sSup>
                              <m:r>
                                <a:rPr lang="en-US" altLang="zh-CN" i="1">
                                  <a:latin typeface="Cambria Math" panose="02040503050406030204" pitchFamily="18" charset="0"/>
                                </a:rPr>
                                <m:t>,                     </m:t>
                              </m:r>
                              <m:r>
                                <a:rPr lang="en-US" altLang="zh-CN" i="1" smtClean="0">
                                  <a:solidFill>
                                    <a:srgbClr val="FFFF00"/>
                                  </a:solidFill>
                                  <a:latin typeface="Cambria Math" panose="02040503050406030204" pitchFamily="18" charset="0"/>
                                </a:rPr>
                                <m:t>𝛼</m:t>
                              </m:r>
                              <m:r>
                                <a:rPr lang="en-US" altLang="zh-CN" i="1" smtClean="0">
                                  <a:solidFill>
                                    <a:srgbClr val="FFFF00"/>
                                  </a:solidFill>
                                  <a:latin typeface="Cambria Math" panose="02040503050406030204" pitchFamily="18" charset="0"/>
                                </a:rPr>
                                <m:t>=1        </m:t>
                              </m:r>
                              <m:r>
                                <a:rPr lang="en-US" altLang="zh-CN" b="0" i="1" smtClean="0">
                                  <a:solidFill>
                                    <a:srgbClr val="FFFF00"/>
                                  </a:solidFill>
                                  <a:latin typeface="Cambria Math" panose="02040503050406030204" pitchFamily="18" charset="0"/>
                                </a:rPr>
                                <m:t>                                     </m:t>
                              </m:r>
                            </m:e>
                            <m:e>
                              <m:sSup>
                                <m:sSupPr>
                                  <m:ctrlPr>
                                    <a:rPr lang="zh-CN" altLang="zh-CN" i="1">
                                      <a:latin typeface="Cambria Math" panose="02040503050406030204" pitchFamily="18" charset="0"/>
                                    </a:rPr>
                                  </m:ctrlPr>
                                </m:sSupPr>
                                <m:e>
                                  <m:d>
                                    <m:dPr>
                                      <m:begChr m:val="["/>
                                      <m:endChr m:val="]"/>
                                      <m:ctrlPr>
                                        <a:rPr lang="zh-CN" altLang="zh-CN" i="1">
                                          <a:latin typeface="Cambria Math" panose="02040503050406030204" pitchFamily="18" charset="0"/>
                                        </a:rPr>
                                      </m:ctrlPr>
                                    </m:dPr>
                                    <m:e>
                                      <m:sSubSup>
                                        <m:sSubSupPr>
                                          <m:ctrlPr>
                                            <a:rPr lang="zh-CN" altLang="zh-CN" i="1">
                                              <a:latin typeface="Cambria Math" panose="02040503050406030204" pitchFamily="18" charset="0"/>
                                            </a:rPr>
                                          </m:ctrlPr>
                                        </m:sSubSupPr>
                                        <m:e>
                                          <m:r>
                                            <a:rPr lang="en-US" altLang="zh-CN" i="1">
                                              <a:latin typeface="Cambria Math" panose="02040503050406030204" pitchFamily="18" charset="0"/>
                                            </a:rPr>
                                            <m:t>𝑥</m:t>
                                          </m:r>
                                        </m:e>
                                        <m:sub>
                                          <m:r>
                                            <a:rPr lang="en-US" altLang="zh-CN" i="1">
                                              <a:latin typeface="Cambria Math" panose="02040503050406030204" pitchFamily="18" charset="0"/>
                                            </a:rPr>
                                            <m:t>0</m:t>
                                          </m:r>
                                        </m:sub>
                                        <m:sup>
                                          <m:r>
                                            <a:rPr lang="en-US" altLang="zh-CN" i="1">
                                              <a:latin typeface="Cambria Math" panose="02040503050406030204" pitchFamily="18" charset="0"/>
                                            </a:rPr>
                                            <m:t>1−</m:t>
                                          </m:r>
                                          <m:r>
                                            <a:rPr lang="en-US" altLang="zh-CN" i="1">
                                              <a:latin typeface="Cambria Math" panose="02040503050406030204" pitchFamily="18" charset="0"/>
                                            </a:rPr>
                                            <m:t>𝛼</m:t>
                                          </m:r>
                                        </m:sup>
                                      </m:sSubSup>
                                      <m:r>
                                        <a:rPr lang="en-US" altLang="zh-CN" i="1">
                                          <a:latin typeface="Cambria Math" panose="02040503050406030204" pitchFamily="18" charset="0"/>
                                        </a:rPr>
                                        <m:t>−(1−</m:t>
                                      </m:r>
                                      <m:r>
                                        <a:rPr lang="en-US" altLang="zh-CN" i="1">
                                          <a:latin typeface="Cambria Math" panose="02040503050406030204" pitchFamily="18" charset="0"/>
                                        </a:rPr>
                                        <m:t>𝛼</m:t>
                                      </m:r>
                                      <m:r>
                                        <a:rPr lang="en-US" altLang="zh-CN" i="1">
                                          <a:latin typeface="Cambria Math" panose="02040503050406030204" pitchFamily="18" charset="0"/>
                                        </a:rPr>
                                        <m:t>)</m:t>
                                      </m:r>
                                      <m:r>
                                        <a:rPr lang="en-US" altLang="zh-CN" i="1">
                                          <a:latin typeface="Cambria Math" panose="02040503050406030204" pitchFamily="18" charset="0"/>
                                        </a:rPr>
                                        <m:t>𝑡</m:t>
                                      </m:r>
                                    </m:e>
                                  </m:d>
                                </m:e>
                                <m:sup>
                                  <m:f>
                                    <m:fPr>
                                      <m:ctrlPr>
                                        <a:rPr lang="zh-CN" altLang="zh-CN" i="1">
                                          <a:latin typeface="Cambria Math" panose="02040503050406030204" pitchFamily="18" charset="0"/>
                                        </a:rPr>
                                      </m:ctrlPr>
                                    </m:fPr>
                                    <m:num>
                                      <m:r>
                                        <a:rPr lang="en-US" altLang="zh-CN" i="1">
                                          <a:latin typeface="Cambria Math" panose="02040503050406030204" pitchFamily="18" charset="0"/>
                                        </a:rPr>
                                        <m:t>1</m:t>
                                      </m:r>
                                    </m:num>
                                    <m:den>
                                      <m:r>
                                        <a:rPr lang="en-US" altLang="zh-CN" i="1">
                                          <a:latin typeface="Cambria Math" panose="02040503050406030204" pitchFamily="18" charset="0"/>
                                        </a:rPr>
                                        <m:t>1−</m:t>
                                      </m:r>
                                      <m:r>
                                        <a:rPr lang="en-US" altLang="zh-CN" i="1">
                                          <a:latin typeface="Cambria Math" panose="02040503050406030204" pitchFamily="18" charset="0"/>
                                        </a:rPr>
                                        <m:t>𝛼</m:t>
                                      </m:r>
                                    </m:den>
                                  </m:f>
                                </m:sup>
                              </m:sSup>
                              <m:r>
                                <a:rPr lang="en-US" altLang="zh-CN" i="1">
                                  <a:latin typeface="Cambria Math" panose="02040503050406030204" pitchFamily="18" charset="0"/>
                                </a:rPr>
                                <m:t>, </m:t>
                              </m:r>
                              <m:r>
                                <a:rPr lang="en-US" altLang="zh-CN" i="1" smtClean="0">
                                  <a:solidFill>
                                    <a:srgbClr val="FFFF00"/>
                                  </a:solidFill>
                                  <a:latin typeface="Cambria Math" panose="02040503050406030204" pitchFamily="18" charset="0"/>
                                </a:rPr>
                                <m:t>0&lt;</m:t>
                              </m:r>
                              <m:r>
                                <a:rPr lang="en-US" altLang="zh-CN" i="1" smtClean="0">
                                  <a:solidFill>
                                    <a:srgbClr val="FFFF00"/>
                                  </a:solidFill>
                                  <a:latin typeface="Cambria Math" panose="02040503050406030204" pitchFamily="18" charset="0"/>
                                </a:rPr>
                                <m:t>𝛼</m:t>
                              </m:r>
                              <m:r>
                                <a:rPr lang="en-US" altLang="zh-CN" i="1" smtClean="0">
                                  <a:solidFill>
                                    <a:srgbClr val="FFFF00"/>
                                  </a:solidFill>
                                  <a:latin typeface="Cambria Math" panose="02040503050406030204" pitchFamily="18" charset="0"/>
                                </a:rPr>
                                <m:t>&lt;1, 0≤</m:t>
                              </m:r>
                              <m:r>
                                <a:rPr lang="en-US" altLang="zh-CN" i="1">
                                  <a:solidFill>
                                    <a:srgbClr val="FFFF00"/>
                                  </a:solidFill>
                                  <a:latin typeface="Cambria Math" panose="02040503050406030204" pitchFamily="18" charset="0"/>
                                </a:rPr>
                                <m:t>𝑡</m:t>
                              </m:r>
                              <m:r>
                                <a:rPr lang="en-US" altLang="zh-CN" i="1">
                                  <a:solidFill>
                                    <a:srgbClr val="FFFF00"/>
                                  </a:solidFill>
                                  <a:latin typeface="Cambria Math" panose="02040503050406030204" pitchFamily="18" charset="0"/>
                                </a:rPr>
                                <m:t>&lt;</m:t>
                              </m:r>
                              <m:r>
                                <a:rPr lang="en-US" altLang="zh-CN" i="1">
                                  <a:solidFill>
                                    <a:srgbClr val="FFFF00"/>
                                  </a:solidFill>
                                  <a:latin typeface="Cambria Math" panose="02040503050406030204" pitchFamily="18" charset="0"/>
                                </a:rPr>
                                <m:t>𝑇</m:t>
                              </m:r>
                              <m:r>
                                <a:rPr lang="en-US" altLang="zh-CN" i="1">
                                  <a:solidFill>
                                    <a:srgbClr val="FFFF00"/>
                                  </a:solidFill>
                                  <a:latin typeface="Cambria Math" panose="02040503050406030204" pitchFamily="18" charset="0"/>
                                </a:rPr>
                                <m:t>=</m:t>
                              </m:r>
                              <m:f>
                                <m:fPr>
                                  <m:ctrlPr>
                                    <a:rPr lang="zh-CN" altLang="zh-CN" i="1">
                                      <a:solidFill>
                                        <a:srgbClr val="FFFF00"/>
                                      </a:solidFill>
                                      <a:latin typeface="Cambria Math" panose="02040503050406030204" pitchFamily="18" charset="0"/>
                                    </a:rPr>
                                  </m:ctrlPr>
                                </m:fPr>
                                <m:num>
                                  <m:sSubSup>
                                    <m:sSubSupPr>
                                      <m:ctrlPr>
                                        <a:rPr lang="zh-CN" altLang="zh-CN" i="1">
                                          <a:solidFill>
                                            <a:srgbClr val="FFFF00"/>
                                          </a:solidFill>
                                          <a:latin typeface="Cambria Math" panose="02040503050406030204" pitchFamily="18" charset="0"/>
                                        </a:rPr>
                                      </m:ctrlPr>
                                    </m:sSubSupPr>
                                    <m:e>
                                      <m:r>
                                        <a:rPr lang="en-US" altLang="zh-CN" i="1">
                                          <a:solidFill>
                                            <a:srgbClr val="FFFF00"/>
                                          </a:solidFill>
                                          <a:latin typeface="Cambria Math" panose="02040503050406030204" pitchFamily="18" charset="0"/>
                                        </a:rPr>
                                        <m:t>𝑥</m:t>
                                      </m:r>
                                    </m:e>
                                    <m:sub>
                                      <m:r>
                                        <a:rPr lang="en-US" altLang="zh-CN" i="1">
                                          <a:solidFill>
                                            <a:srgbClr val="FFFF00"/>
                                          </a:solidFill>
                                          <a:latin typeface="Cambria Math" panose="02040503050406030204" pitchFamily="18" charset="0"/>
                                        </a:rPr>
                                        <m:t>0</m:t>
                                      </m:r>
                                    </m:sub>
                                    <m:sup>
                                      <m:r>
                                        <a:rPr lang="en-US" altLang="zh-CN" i="1">
                                          <a:solidFill>
                                            <a:srgbClr val="FFFF00"/>
                                          </a:solidFill>
                                          <a:latin typeface="Cambria Math" panose="02040503050406030204" pitchFamily="18" charset="0"/>
                                        </a:rPr>
                                        <m:t>1−</m:t>
                                      </m:r>
                                      <m:r>
                                        <a:rPr lang="en-US" altLang="zh-CN" i="1">
                                          <a:solidFill>
                                            <a:srgbClr val="FFFF00"/>
                                          </a:solidFill>
                                          <a:latin typeface="Cambria Math" panose="02040503050406030204" pitchFamily="18" charset="0"/>
                                        </a:rPr>
                                        <m:t>𝛼</m:t>
                                      </m:r>
                                    </m:sup>
                                  </m:sSubSup>
                                </m:num>
                                <m:den>
                                  <m:r>
                                    <a:rPr lang="en-US" altLang="zh-CN" i="1">
                                      <a:solidFill>
                                        <a:srgbClr val="FFFF00"/>
                                      </a:solidFill>
                                      <a:latin typeface="Cambria Math" panose="02040503050406030204" pitchFamily="18" charset="0"/>
                                    </a:rPr>
                                    <m:t>1−</m:t>
                                  </m:r>
                                  <m:r>
                                    <a:rPr lang="en-US" altLang="zh-CN" i="1">
                                      <a:solidFill>
                                        <a:srgbClr val="FFFF00"/>
                                      </a:solidFill>
                                      <a:latin typeface="Cambria Math" panose="02040503050406030204" pitchFamily="18" charset="0"/>
                                    </a:rPr>
                                    <m:t>𝛼</m:t>
                                  </m:r>
                                </m:den>
                              </m:f>
                            </m:e>
                            <m:e>
                              <m:r>
                                <a:rPr lang="en-US" altLang="zh-CN" i="1">
                                  <a:latin typeface="Cambria Math" panose="02040503050406030204" pitchFamily="18" charset="0"/>
                                </a:rPr>
                                <m:t>0,                          </m:t>
                              </m:r>
                              <m:r>
                                <a:rPr lang="en-US" altLang="zh-CN" i="1" smtClean="0">
                                  <a:solidFill>
                                    <a:srgbClr val="FFFF00"/>
                                  </a:solidFill>
                                  <a:latin typeface="Cambria Math" panose="02040503050406030204" pitchFamily="18" charset="0"/>
                                </a:rPr>
                                <m:t>0&lt;</m:t>
                              </m:r>
                              <m:r>
                                <a:rPr lang="en-US" altLang="zh-CN" i="1" smtClean="0">
                                  <a:solidFill>
                                    <a:srgbClr val="FFFF00"/>
                                  </a:solidFill>
                                  <a:latin typeface="Cambria Math" panose="02040503050406030204" pitchFamily="18" charset="0"/>
                                </a:rPr>
                                <m:t>𝛼</m:t>
                              </m:r>
                              <m:r>
                                <a:rPr lang="en-US" altLang="zh-CN" i="1" smtClean="0">
                                  <a:solidFill>
                                    <a:srgbClr val="FFFF00"/>
                                  </a:solidFill>
                                  <a:latin typeface="Cambria Math" panose="02040503050406030204" pitchFamily="18" charset="0"/>
                                </a:rPr>
                                <m:t>&lt;1,</m:t>
                              </m:r>
                              <m:r>
                                <a:rPr lang="en-US" altLang="zh-CN" i="1" smtClean="0">
                                  <a:solidFill>
                                    <a:srgbClr val="FFFF00"/>
                                  </a:solidFill>
                                  <a:latin typeface="Cambria Math" panose="02040503050406030204" pitchFamily="18" charset="0"/>
                                </a:rPr>
                                <m:t>𝑡</m:t>
                              </m:r>
                              <m:r>
                                <a:rPr lang="en-US" altLang="zh-CN" i="1" smtClean="0">
                                  <a:solidFill>
                                    <a:srgbClr val="FFFF00"/>
                                  </a:solidFill>
                                  <a:latin typeface="Cambria Math" panose="02040503050406030204" pitchFamily="18" charset="0"/>
                                </a:rPr>
                                <m:t>≥</m:t>
                              </m:r>
                              <m:r>
                                <a:rPr lang="en-US" altLang="zh-CN" i="1" smtClean="0">
                                  <a:solidFill>
                                    <a:srgbClr val="FFFF00"/>
                                  </a:solidFill>
                                  <a:latin typeface="Cambria Math" panose="02040503050406030204" pitchFamily="18" charset="0"/>
                                </a:rPr>
                                <m:t>𝑇</m:t>
                              </m:r>
                              <m:r>
                                <a:rPr lang="en-US" altLang="zh-CN" i="1" smtClean="0">
                                  <a:solidFill>
                                    <a:srgbClr val="FFFF00"/>
                                  </a:solidFill>
                                  <a:latin typeface="Cambria Math" panose="02040503050406030204" pitchFamily="18" charset="0"/>
                                </a:rPr>
                                <m:t>=</m:t>
                              </m:r>
                              <m:f>
                                <m:fPr>
                                  <m:ctrlPr>
                                    <a:rPr lang="zh-CN" altLang="zh-CN" i="1">
                                      <a:solidFill>
                                        <a:srgbClr val="FFFF00"/>
                                      </a:solidFill>
                                      <a:latin typeface="Cambria Math" panose="02040503050406030204" pitchFamily="18" charset="0"/>
                                    </a:rPr>
                                  </m:ctrlPr>
                                </m:fPr>
                                <m:num>
                                  <m:sSubSup>
                                    <m:sSubSupPr>
                                      <m:ctrlPr>
                                        <a:rPr lang="zh-CN" altLang="zh-CN" i="1">
                                          <a:solidFill>
                                            <a:srgbClr val="FFFF00"/>
                                          </a:solidFill>
                                          <a:latin typeface="Cambria Math" panose="02040503050406030204" pitchFamily="18" charset="0"/>
                                        </a:rPr>
                                      </m:ctrlPr>
                                    </m:sSubSupPr>
                                    <m:e>
                                      <m:r>
                                        <a:rPr lang="en-US" altLang="zh-CN" i="1">
                                          <a:solidFill>
                                            <a:srgbClr val="FFFF00"/>
                                          </a:solidFill>
                                          <a:latin typeface="Cambria Math" panose="02040503050406030204" pitchFamily="18" charset="0"/>
                                        </a:rPr>
                                        <m:t>𝑥</m:t>
                                      </m:r>
                                    </m:e>
                                    <m:sub>
                                      <m:r>
                                        <a:rPr lang="en-US" altLang="zh-CN" i="1">
                                          <a:solidFill>
                                            <a:srgbClr val="FFFF00"/>
                                          </a:solidFill>
                                          <a:latin typeface="Cambria Math" panose="02040503050406030204" pitchFamily="18" charset="0"/>
                                        </a:rPr>
                                        <m:t>0</m:t>
                                      </m:r>
                                    </m:sub>
                                    <m:sup>
                                      <m:r>
                                        <a:rPr lang="en-US" altLang="zh-CN" i="1">
                                          <a:solidFill>
                                            <a:srgbClr val="FFFF00"/>
                                          </a:solidFill>
                                          <a:latin typeface="Cambria Math" panose="02040503050406030204" pitchFamily="18" charset="0"/>
                                        </a:rPr>
                                        <m:t>1−</m:t>
                                      </m:r>
                                      <m:r>
                                        <a:rPr lang="en-US" altLang="zh-CN" i="1">
                                          <a:solidFill>
                                            <a:srgbClr val="FFFF00"/>
                                          </a:solidFill>
                                          <a:latin typeface="Cambria Math" panose="02040503050406030204" pitchFamily="18" charset="0"/>
                                        </a:rPr>
                                        <m:t>𝛼</m:t>
                                      </m:r>
                                    </m:sup>
                                  </m:sSubSup>
                                </m:num>
                                <m:den>
                                  <m:r>
                                    <a:rPr lang="en-US" altLang="zh-CN" i="1">
                                      <a:solidFill>
                                        <a:srgbClr val="FFFF00"/>
                                      </a:solidFill>
                                      <a:latin typeface="Cambria Math" panose="02040503050406030204" pitchFamily="18" charset="0"/>
                                    </a:rPr>
                                    <m:t>1−</m:t>
                                  </m:r>
                                  <m:r>
                                    <a:rPr lang="en-US" altLang="zh-CN" i="1">
                                      <a:solidFill>
                                        <a:srgbClr val="FFFF00"/>
                                      </a:solidFill>
                                      <a:latin typeface="Cambria Math" panose="02040503050406030204" pitchFamily="18" charset="0"/>
                                    </a:rPr>
                                    <m:t>𝛼</m:t>
                                  </m:r>
                                </m:den>
                              </m:f>
                              <m:r>
                                <a:rPr lang="en-US" altLang="zh-CN" b="0" i="1" smtClean="0">
                                  <a:latin typeface="Cambria Math" panose="02040503050406030204" pitchFamily="18" charset="0"/>
                                </a:rPr>
                                <m:t>       </m:t>
                              </m:r>
                            </m:e>
                          </m:eqArr>
                        </m:e>
                      </m:d>
                    </m:oMath>
                  </m:oMathPara>
                </a14:m>
                <a:endParaRPr lang="zh-CN" altLang="en-US" dirty="0">
                  <a:solidFill>
                    <a:srgbClr val="FFFF00"/>
                  </a:solidFill>
                </a:endParaRPr>
              </a:p>
            </p:txBody>
          </p:sp>
        </mc:Choice>
        <mc:Fallback xmlns="">
          <p:sp>
            <p:nvSpPr>
              <p:cNvPr id="3" name="内容占位符 2">
                <a:extLst>
                  <a:ext uri="{FF2B5EF4-FFF2-40B4-BE49-F238E27FC236}">
                    <a16:creationId xmlns:a16="http://schemas.microsoft.com/office/drawing/2014/main" id="{2A47A49C-5722-644C-3BF8-15FCA223F1F7}"/>
                  </a:ext>
                </a:extLst>
              </p:cNvPr>
              <p:cNvSpPr>
                <a:spLocks noGrp="1" noRot="1" noChangeAspect="1" noMove="1" noResize="1" noEditPoints="1" noAdjustHandles="1" noChangeArrowheads="1" noChangeShapeType="1" noTextEdit="1"/>
              </p:cNvSpPr>
              <p:nvPr>
                <p:ph idx="1"/>
              </p:nvPr>
            </p:nvSpPr>
            <p:spPr>
              <a:xfrm>
                <a:off x="457200" y="1196752"/>
                <a:ext cx="8229600" cy="5280247"/>
              </a:xfrm>
              <a:blipFill>
                <a:blip r:embed="rId3"/>
                <a:stretch>
                  <a:fillRect/>
                </a:stretch>
              </a:blipFill>
            </p:spPr>
            <p:txBody>
              <a:bodyPr/>
              <a:lstStyle/>
              <a:p>
                <a:r>
                  <a:rPr lang="zh-CN" altLang="en-US">
                    <a:noFill/>
                  </a:rPr>
                  <a:t> </a:t>
                </a:r>
              </a:p>
            </p:txBody>
          </p:sp>
        </mc:Fallback>
      </mc:AlternateContent>
      <p:sp>
        <p:nvSpPr>
          <p:cNvPr id="4" name="灯片编号占位符 3">
            <a:extLst>
              <a:ext uri="{FF2B5EF4-FFF2-40B4-BE49-F238E27FC236}">
                <a16:creationId xmlns:a16="http://schemas.microsoft.com/office/drawing/2014/main" id="{BC8F710E-C134-B317-8024-5BD29E1CE775}"/>
              </a:ext>
            </a:extLst>
          </p:cNvPr>
          <p:cNvSpPr>
            <a:spLocks noGrp="1"/>
          </p:cNvSpPr>
          <p:nvPr>
            <p:ph type="sldNum" sz="quarter" idx="12"/>
          </p:nvPr>
        </p:nvSpPr>
        <p:spPr/>
        <p:txBody>
          <a:bodyPr/>
          <a:lstStyle/>
          <a:p>
            <a:fld id="{58C210BB-F110-452C-89E7-9EA0A8D47DCE}" type="slidenum">
              <a:rPr lang="zh-CN" altLang="en-US" smtClean="0"/>
              <a:pPr/>
              <a:t>57</a:t>
            </a:fld>
            <a:endParaRPr lang="zh-CN" altLang="en-US"/>
          </a:p>
        </p:txBody>
      </p:sp>
    </p:spTree>
    <p:extLst>
      <p:ext uri="{BB962C8B-B14F-4D97-AF65-F5344CB8AC3E}">
        <p14:creationId xmlns:p14="http://schemas.microsoft.com/office/powerpoint/2010/main" val="6994946"/>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291166-E3F2-91FB-5C11-225931CBF23C}"/>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7BC97AE2-D2F8-FD6B-2E41-70CE14D6E65E}"/>
              </a:ext>
            </a:extLst>
          </p:cNvPr>
          <p:cNvSpPr>
            <a:spLocks noGrp="1"/>
          </p:cNvSpPr>
          <p:nvPr>
            <p:ph type="title"/>
          </p:nvPr>
        </p:nvSpPr>
        <p:spPr/>
        <p:txBody>
          <a:bodyPr>
            <a:normAutofit fontScale="90000"/>
          </a:bodyPr>
          <a:lstStyle/>
          <a:p>
            <a:r>
              <a:rPr lang="zh-CN" altLang="en-US" dirty="0"/>
              <a:t>第</a:t>
            </a:r>
            <a:r>
              <a:rPr lang="en-US" altLang="zh-CN" dirty="0"/>
              <a:t>1</a:t>
            </a:r>
            <a:r>
              <a:rPr lang="zh-CN" altLang="en-US" dirty="0"/>
              <a:t>讲第</a:t>
            </a:r>
            <a:r>
              <a:rPr lang="en-US" altLang="zh-CN" dirty="0"/>
              <a:t>4</a:t>
            </a:r>
            <a:r>
              <a:rPr lang="zh-CN" altLang="en-US" dirty="0"/>
              <a:t>题、第</a:t>
            </a:r>
            <a:r>
              <a:rPr lang="en-US" altLang="zh-CN" dirty="0"/>
              <a:t>5</a:t>
            </a:r>
            <a:r>
              <a:rPr lang="zh-CN" altLang="en-US" dirty="0"/>
              <a:t>题</a:t>
            </a:r>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432DCAC1-1B9B-3EDE-BA9F-F919AE02F158}"/>
                  </a:ext>
                </a:extLst>
              </p:cNvPr>
              <p:cNvSpPr>
                <a:spLocks noGrp="1"/>
              </p:cNvSpPr>
              <p:nvPr>
                <p:ph idx="1"/>
              </p:nvPr>
            </p:nvSpPr>
            <p:spPr>
              <a:xfrm>
                <a:off x="457200" y="1196752"/>
                <a:ext cx="8229600" cy="5554567"/>
              </a:xfrm>
            </p:spPr>
            <p:txBody>
              <a:bodyPr>
                <a:normAutofit/>
              </a:bodyPr>
              <a:lstStyle/>
              <a:p>
                <a:pPr>
                  <a:lnSpc>
                    <a:spcPct val="140000"/>
                  </a:lnSpc>
                </a:pPr>
                <a:r>
                  <a:rPr lang="zh-CN" altLang="en-US" b="1" dirty="0">
                    <a:solidFill>
                      <a:srgbClr val="FFFF00"/>
                    </a:solidFill>
                  </a:rPr>
                  <a:t>比较引理与</a:t>
                </a:r>
                <a:r>
                  <a:rPr lang="en-US" altLang="zh-CN" b="1" dirty="0">
                    <a:solidFill>
                      <a:srgbClr val="FFFF00"/>
                    </a:solidFill>
                  </a:rPr>
                  <a:t>G-B</a:t>
                </a:r>
                <a:r>
                  <a:rPr lang="zh-CN" altLang="en-US" b="1" dirty="0">
                    <a:solidFill>
                      <a:srgbClr val="FFFF00"/>
                    </a:solidFill>
                  </a:rPr>
                  <a:t>不等式的体会</a:t>
                </a:r>
                <a:endParaRPr lang="en-US" altLang="zh-CN" b="1" dirty="0">
                  <a:solidFill>
                    <a:srgbClr val="FFFF00"/>
                  </a:solidFill>
                </a:endParaRPr>
              </a:p>
              <a:p>
                <a:pPr>
                  <a:lnSpc>
                    <a:spcPct val="140000"/>
                  </a:lnSpc>
                </a:pPr>
                <a:r>
                  <a:rPr lang="zh-CN" altLang="en-US" dirty="0">
                    <a:solidFill>
                      <a:srgbClr val="FFFF00"/>
                    </a:solidFill>
                  </a:rPr>
                  <a:t>比较引理：</a:t>
                </a:r>
                <a:r>
                  <a:rPr lang="zh-CN" altLang="en-US" sz="3200" dirty="0">
                    <a:solidFill>
                      <a:schemeClr val="bg2"/>
                    </a:solidFill>
                  </a:rPr>
                  <a:t> 速度低，跑不远</a:t>
                </a:r>
                <a:endParaRPr lang="en-US" altLang="zh-CN" sz="3200" dirty="0">
                  <a:solidFill>
                    <a:schemeClr val="bg2"/>
                  </a:solidFill>
                </a:endParaRPr>
              </a:p>
              <a:p>
                <a:pPr marL="118872" indent="0">
                  <a:lnSpc>
                    <a:spcPct val="140000"/>
                  </a:lnSpc>
                  <a:buNone/>
                </a:pPr>
                <a14:m>
                  <m:oMathPara xmlns:m="http://schemas.openxmlformats.org/officeDocument/2006/math">
                    <m:oMathParaPr>
                      <m:jc m:val="centerGroup"/>
                    </m:oMathParaPr>
                    <m:oMath xmlns:m="http://schemas.openxmlformats.org/officeDocument/2006/math">
                      <m:sSup>
                        <m:sSupPr>
                          <m:ctrlPr>
                            <a:rPr lang="zh-CN" altLang="en-US" sz="3200" i="1" smtClean="0">
                              <a:solidFill>
                                <a:schemeClr val="bg2"/>
                              </a:solidFill>
                              <a:latin typeface="Cambria Math" panose="02040503050406030204" pitchFamily="18" charset="0"/>
                            </a:rPr>
                          </m:ctrlPr>
                        </m:sSupPr>
                        <m:e>
                          <m:r>
                            <a:rPr lang="zh-CN" altLang="en-US" sz="3200" i="1">
                              <a:solidFill>
                                <a:schemeClr val="bg2"/>
                              </a:solidFill>
                              <a:latin typeface="Cambria Math" panose="02040503050406030204" pitchFamily="18" charset="0"/>
                            </a:rPr>
                            <m:t>𝐷</m:t>
                          </m:r>
                        </m:e>
                        <m:sup>
                          <m:r>
                            <a:rPr lang="zh-CN" altLang="en-US" sz="3200" i="1">
                              <a:solidFill>
                                <a:schemeClr val="bg2"/>
                              </a:solidFill>
                              <a:latin typeface="Cambria Math" panose="02040503050406030204" pitchFamily="18" charset="0"/>
                            </a:rPr>
                            <m:t>+</m:t>
                          </m:r>
                        </m:sup>
                      </m:sSup>
                      <m:r>
                        <a:rPr lang="zh-CN" altLang="en-US" sz="3200" i="1">
                          <a:solidFill>
                            <a:schemeClr val="bg2"/>
                          </a:solidFill>
                          <a:latin typeface="Cambria Math" panose="02040503050406030204" pitchFamily="18" charset="0"/>
                        </a:rPr>
                        <m:t>𝑥</m:t>
                      </m:r>
                      <m:r>
                        <a:rPr lang="zh-CN" altLang="en-US" sz="3200" i="1">
                          <a:solidFill>
                            <a:schemeClr val="bg2"/>
                          </a:solidFill>
                          <a:latin typeface="Cambria Math" panose="02040503050406030204" pitchFamily="18" charset="0"/>
                        </a:rPr>
                        <m:t>(</m:t>
                      </m:r>
                      <m:r>
                        <a:rPr lang="zh-CN" altLang="en-US" sz="3200" i="1">
                          <a:solidFill>
                            <a:schemeClr val="bg2"/>
                          </a:solidFill>
                          <a:latin typeface="Cambria Math" panose="02040503050406030204" pitchFamily="18" charset="0"/>
                        </a:rPr>
                        <m:t>𝑡</m:t>
                      </m:r>
                      <m:r>
                        <a:rPr lang="zh-CN" altLang="en-US" sz="3200" i="1">
                          <a:solidFill>
                            <a:schemeClr val="bg2"/>
                          </a:solidFill>
                          <a:latin typeface="Cambria Math" panose="02040503050406030204" pitchFamily="18" charset="0"/>
                        </a:rPr>
                        <m:t>)≤</m:t>
                      </m:r>
                      <m:r>
                        <a:rPr lang="zh-CN" altLang="en-US" sz="3200" i="1">
                          <a:solidFill>
                            <a:schemeClr val="bg2"/>
                          </a:solidFill>
                          <a:latin typeface="Cambria Math" panose="02040503050406030204" pitchFamily="18" charset="0"/>
                        </a:rPr>
                        <m:t>𝑓</m:t>
                      </m:r>
                      <m:r>
                        <a:rPr lang="zh-CN" altLang="en-US" sz="3200" i="1">
                          <a:solidFill>
                            <a:schemeClr val="bg2"/>
                          </a:solidFill>
                          <a:latin typeface="Cambria Math" panose="02040503050406030204" pitchFamily="18" charset="0"/>
                        </a:rPr>
                        <m:t>(</m:t>
                      </m:r>
                      <m:r>
                        <a:rPr lang="zh-CN" altLang="en-US" sz="3200" i="1">
                          <a:solidFill>
                            <a:schemeClr val="bg2"/>
                          </a:solidFill>
                          <a:latin typeface="Cambria Math" panose="02040503050406030204" pitchFamily="18" charset="0"/>
                        </a:rPr>
                        <m:t>𝑥</m:t>
                      </m:r>
                      <m:r>
                        <a:rPr lang="zh-CN" altLang="en-US" sz="3200" i="1">
                          <a:solidFill>
                            <a:schemeClr val="bg2"/>
                          </a:solidFill>
                          <a:latin typeface="Cambria Math" panose="02040503050406030204" pitchFamily="18" charset="0"/>
                        </a:rPr>
                        <m:t>(</m:t>
                      </m:r>
                      <m:r>
                        <a:rPr lang="zh-CN" altLang="en-US" sz="3200" i="1">
                          <a:solidFill>
                            <a:schemeClr val="bg2"/>
                          </a:solidFill>
                          <a:latin typeface="Cambria Math" panose="02040503050406030204" pitchFamily="18" charset="0"/>
                        </a:rPr>
                        <m:t>𝑡</m:t>
                      </m:r>
                      <m:r>
                        <a:rPr lang="zh-CN" altLang="en-US" sz="3200" i="1">
                          <a:solidFill>
                            <a:schemeClr val="bg2"/>
                          </a:solidFill>
                          <a:latin typeface="Cambria Math" panose="02040503050406030204" pitchFamily="18" charset="0"/>
                        </a:rPr>
                        <m:t>),</m:t>
                      </m:r>
                      <m:r>
                        <a:rPr lang="zh-CN" altLang="en-US" sz="3200" i="1">
                          <a:solidFill>
                            <a:schemeClr val="bg2"/>
                          </a:solidFill>
                          <a:latin typeface="Cambria Math" panose="02040503050406030204" pitchFamily="18" charset="0"/>
                        </a:rPr>
                        <m:t>𝑡</m:t>
                      </m:r>
                      <m:r>
                        <a:rPr lang="zh-CN" altLang="en-US" sz="3200" i="1">
                          <a:solidFill>
                            <a:schemeClr val="bg2"/>
                          </a:solidFill>
                          <a:latin typeface="Cambria Math" panose="02040503050406030204" pitchFamily="18" charset="0"/>
                        </a:rPr>
                        <m:t>),  </m:t>
                      </m:r>
                      <m:r>
                        <a:rPr lang="zh-CN" altLang="en-US" sz="3200" i="1">
                          <a:solidFill>
                            <a:schemeClr val="bg2"/>
                          </a:solidFill>
                          <a:latin typeface="Cambria Math" panose="02040503050406030204" pitchFamily="18" charset="0"/>
                        </a:rPr>
                        <m:t>𝑥</m:t>
                      </m:r>
                      <m:r>
                        <a:rPr lang="zh-CN" altLang="en-US" sz="3200" i="1">
                          <a:solidFill>
                            <a:schemeClr val="bg2"/>
                          </a:solidFill>
                          <a:latin typeface="Cambria Math" panose="02040503050406030204" pitchFamily="18" charset="0"/>
                        </a:rPr>
                        <m:t>(</m:t>
                      </m:r>
                      <m:sSub>
                        <m:sSubPr>
                          <m:ctrlPr>
                            <a:rPr lang="zh-CN" altLang="en-US" sz="3200" i="1">
                              <a:solidFill>
                                <a:schemeClr val="bg2"/>
                              </a:solidFill>
                              <a:latin typeface="Cambria Math" panose="02040503050406030204" pitchFamily="18" charset="0"/>
                            </a:rPr>
                          </m:ctrlPr>
                        </m:sSubPr>
                        <m:e>
                          <m:r>
                            <a:rPr lang="zh-CN" altLang="en-US" sz="3200" i="1">
                              <a:solidFill>
                                <a:schemeClr val="bg2"/>
                              </a:solidFill>
                              <a:latin typeface="Cambria Math" panose="02040503050406030204" pitchFamily="18" charset="0"/>
                            </a:rPr>
                            <m:t>𝑡</m:t>
                          </m:r>
                        </m:e>
                        <m:sub>
                          <m:r>
                            <a:rPr lang="zh-CN" altLang="en-US" sz="3200" i="1">
                              <a:solidFill>
                                <a:schemeClr val="bg2"/>
                              </a:solidFill>
                              <a:latin typeface="Cambria Math" panose="02040503050406030204" pitchFamily="18" charset="0"/>
                            </a:rPr>
                            <m:t>0</m:t>
                          </m:r>
                        </m:sub>
                      </m:sSub>
                      <m:r>
                        <a:rPr lang="zh-CN" altLang="en-US" sz="3200" i="1">
                          <a:solidFill>
                            <a:schemeClr val="bg2"/>
                          </a:solidFill>
                          <a:latin typeface="Cambria Math" panose="02040503050406030204" pitchFamily="18" charset="0"/>
                        </a:rPr>
                        <m:t>)≤</m:t>
                      </m:r>
                      <m:r>
                        <a:rPr lang="zh-CN" altLang="en-US" sz="3200" i="1">
                          <a:solidFill>
                            <a:schemeClr val="bg2"/>
                          </a:solidFill>
                          <a:latin typeface="Cambria Math" panose="02040503050406030204" pitchFamily="18" charset="0"/>
                        </a:rPr>
                        <m:t>𝑦</m:t>
                      </m:r>
                      <m:r>
                        <a:rPr lang="zh-CN" altLang="en-US" sz="3200" i="1">
                          <a:solidFill>
                            <a:schemeClr val="bg2"/>
                          </a:solidFill>
                          <a:latin typeface="Cambria Math" panose="02040503050406030204" pitchFamily="18" charset="0"/>
                        </a:rPr>
                        <m:t>(</m:t>
                      </m:r>
                      <m:sSub>
                        <m:sSubPr>
                          <m:ctrlPr>
                            <a:rPr lang="zh-CN" altLang="en-US" sz="3200" i="1">
                              <a:solidFill>
                                <a:schemeClr val="bg2"/>
                              </a:solidFill>
                              <a:latin typeface="Cambria Math" panose="02040503050406030204" pitchFamily="18" charset="0"/>
                            </a:rPr>
                          </m:ctrlPr>
                        </m:sSubPr>
                        <m:e>
                          <m:r>
                            <a:rPr lang="zh-CN" altLang="en-US" sz="3200" i="1">
                              <a:solidFill>
                                <a:schemeClr val="bg2"/>
                              </a:solidFill>
                              <a:latin typeface="Cambria Math" panose="02040503050406030204" pitchFamily="18" charset="0"/>
                            </a:rPr>
                            <m:t>𝑡</m:t>
                          </m:r>
                        </m:e>
                        <m:sub>
                          <m:r>
                            <a:rPr lang="zh-CN" altLang="en-US" sz="3200" i="1">
                              <a:solidFill>
                                <a:schemeClr val="bg2"/>
                              </a:solidFill>
                              <a:latin typeface="Cambria Math" panose="02040503050406030204" pitchFamily="18" charset="0"/>
                            </a:rPr>
                            <m:t>0</m:t>
                          </m:r>
                        </m:sub>
                      </m:sSub>
                      <m:r>
                        <a:rPr lang="zh-CN" altLang="en-US" sz="3200" i="1">
                          <a:solidFill>
                            <a:schemeClr val="bg2"/>
                          </a:solidFill>
                          <a:latin typeface="Cambria Math" panose="02040503050406030204" pitchFamily="18" charset="0"/>
                        </a:rPr>
                        <m:t>)​</m:t>
                      </m:r>
                    </m:oMath>
                  </m:oMathPara>
                </a14:m>
                <a:endParaRPr lang="en-US" altLang="zh-CN" dirty="0">
                  <a:solidFill>
                    <a:srgbClr val="FFFF00"/>
                  </a:solidFill>
                </a:endParaRPr>
              </a:p>
              <a:p>
                <a:pPr>
                  <a:lnSpc>
                    <a:spcPct val="160000"/>
                  </a:lnSpc>
                </a:pPr>
                <a:r>
                  <a:rPr lang="en-US" altLang="zh-CN" b="1" dirty="0">
                    <a:solidFill>
                      <a:srgbClr val="FFFF00"/>
                    </a:solidFill>
                  </a:rPr>
                  <a:t>G-B</a:t>
                </a:r>
                <a:r>
                  <a:rPr lang="zh-CN" altLang="en-US" b="1" dirty="0">
                    <a:solidFill>
                      <a:srgbClr val="FFFF00"/>
                    </a:solidFill>
                  </a:rPr>
                  <a:t>不等式：用上界替代的一种方法</a:t>
                </a:r>
                <a:endParaRPr lang="en-US" altLang="zh-CN" b="1" dirty="0">
                  <a:solidFill>
                    <a:srgbClr val="FFFF00"/>
                  </a:solidFill>
                </a:endParaRPr>
              </a:p>
              <a:p>
                <a:pPr marL="118872" indent="0">
                  <a:lnSpc>
                    <a:spcPct val="110000"/>
                  </a:lnSpc>
                  <a:buNone/>
                </a:pPr>
                <a14:m>
                  <m:oMathPara xmlns:m="http://schemas.openxmlformats.org/officeDocument/2006/math">
                    <m:oMathParaPr>
                      <m:jc m:val="centerGroup"/>
                    </m:oMathParaPr>
                    <m:oMath xmlns:m="http://schemas.openxmlformats.org/officeDocument/2006/math">
                      <m:r>
                        <a:rPr lang="zh-CN" altLang="en-US" sz="3200" i="1" smtClean="0">
                          <a:solidFill>
                            <a:schemeClr val="bg2"/>
                          </a:solidFill>
                          <a:latin typeface="Cambria Math" panose="02040503050406030204" pitchFamily="18" charset="0"/>
                        </a:rPr>
                        <m:t>𝑦</m:t>
                      </m:r>
                      <m:r>
                        <a:rPr lang="zh-CN" altLang="en-US" sz="3200" i="1" smtClean="0">
                          <a:solidFill>
                            <a:schemeClr val="bg2"/>
                          </a:solidFill>
                          <a:latin typeface="Cambria Math" panose="02040503050406030204" pitchFamily="18" charset="0"/>
                        </a:rPr>
                        <m:t>(</m:t>
                      </m:r>
                      <m:r>
                        <a:rPr lang="zh-CN" altLang="en-US" sz="3200" i="1" smtClean="0">
                          <a:solidFill>
                            <a:schemeClr val="bg2"/>
                          </a:solidFill>
                          <a:latin typeface="Cambria Math" panose="02040503050406030204" pitchFamily="18" charset="0"/>
                        </a:rPr>
                        <m:t>𝑡</m:t>
                      </m:r>
                      <m:r>
                        <a:rPr lang="zh-CN" altLang="en-US" sz="3200" i="1" smtClean="0">
                          <a:solidFill>
                            <a:schemeClr val="bg2"/>
                          </a:solidFill>
                          <a:latin typeface="Cambria Math" panose="02040503050406030204" pitchFamily="18" charset="0"/>
                        </a:rPr>
                        <m:t>)≤</m:t>
                      </m:r>
                      <m:r>
                        <a:rPr lang="zh-CN" altLang="en-US" sz="3200" i="1" smtClean="0">
                          <a:solidFill>
                            <a:schemeClr val="bg2"/>
                          </a:solidFill>
                          <a:latin typeface="Cambria Math" panose="02040503050406030204" pitchFamily="18" charset="0"/>
                        </a:rPr>
                        <m:t>𝜆</m:t>
                      </m:r>
                      <m:r>
                        <a:rPr lang="zh-CN" altLang="en-US" sz="3200" i="1" smtClean="0">
                          <a:solidFill>
                            <a:schemeClr val="bg2"/>
                          </a:solidFill>
                          <a:latin typeface="Cambria Math" panose="02040503050406030204" pitchFamily="18" charset="0"/>
                        </a:rPr>
                        <m:t>(</m:t>
                      </m:r>
                      <m:r>
                        <a:rPr lang="zh-CN" altLang="en-US" sz="3200" i="1" smtClean="0">
                          <a:solidFill>
                            <a:schemeClr val="bg2"/>
                          </a:solidFill>
                          <a:latin typeface="Cambria Math" panose="02040503050406030204" pitchFamily="18" charset="0"/>
                        </a:rPr>
                        <m:t>𝑡</m:t>
                      </m:r>
                      <m:r>
                        <a:rPr lang="zh-CN" altLang="en-US" sz="3200" i="1" smtClean="0">
                          <a:solidFill>
                            <a:schemeClr val="bg2"/>
                          </a:solidFill>
                          <a:latin typeface="Cambria Math" panose="02040503050406030204" pitchFamily="18" charset="0"/>
                        </a:rPr>
                        <m:t>)+</m:t>
                      </m:r>
                      <m:nary>
                        <m:naryPr>
                          <m:ctrlPr>
                            <a:rPr lang="zh-CN" altLang="en-US" sz="3200" i="1">
                              <a:solidFill>
                                <a:schemeClr val="bg2"/>
                              </a:solidFill>
                              <a:latin typeface="Cambria Math" panose="02040503050406030204" pitchFamily="18" charset="0"/>
                            </a:rPr>
                          </m:ctrlPr>
                        </m:naryPr>
                        <m:sub>
                          <m:r>
                            <a:rPr lang="zh-CN" altLang="en-US" sz="3200" i="1">
                              <a:solidFill>
                                <a:schemeClr val="bg2"/>
                              </a:solidFill>
                              <a:latin typeface="Cambria Math" panose="02040503050406030204" pitchFamily="18" charset="0"/>
                            </a:rPr>
                            <m:t>𝑎</m:t>
                          </m:r>
                        </m:sub>
                        <m:sup>
                          <m:r>
                            <a:rPr lang="zh-CN" altLang="en-US" sz="3200" i="1">
                              <a:solidFill>
                                <a:schemeClr val="bg2"/>
                              </a:solidFill>
                              <a:latin typeface="Cambria Math" panose="02040503050406030204" pitchFamily="18" charset="0"/>
                            </a:rPr>
                            <m:t>𝑡</m:t>
                          </m:r>
                        </m:sup>
                        <m:e>
                          <m:r>
                            <a:rPr lang="zh-CN" altLang="en-US" sz="3200" i="1">
                              <a:solidFill>
                                <a:schemeClr val="bg2"/>
                              </a:solidFill>
                              <a:latin typeface="Cambria Math" panose="02040503050406030204" pitchFamily="18" charset="0"/>
                            </a:rPr>
                            <m:t>𝜇</m:t>
                          </m:r>
                          <m:r>
                            <a:rPr lang="zh-CN" altLang="en-US" sz="3200" i="1">
                              <a:solidFill>
                                <a:schemeClr val="bg2"/>
                              </a:solidFill>
                              <a:latin typeface="Cambria Math" panose="02040503050406030204" pitchFamily="18" charset="0"/>
                            </a:rPr>
                            <m:t>(</m:t>
                          </m:r>
                          <m:r>
                            <a:rPr lang="zh-CN" altLang="en-US" sz="3200" i="1">
                              <a:solidFill>
                                <a:schemeClr val="bg2"/>
                              </a:solidFill>
                              <a:latin typeface="Cambria Math" panose="02040503050406030204" pitchFamily="18" charset="0"/>
                            </a:rPr>
                            <m:t>𝑠</m:t>
                          </m:r>
                          <m:r>
                            <a:rPr lang="zh-CN" altLang="en-US" sz="3200" i="1">
                              <a:solidFill>
                                <a:schemeClr val="bg2"/>
                              </a:solidFill>
                              <a:latin typeface="Cambria Math" panose="02040503050406030204" pitchFamily="18" charset="0"/>
                            </a:rPr>
                            <m:t>)</m:t>
                          </m:r>
                          <m:r>
                            <a:rPr lang="zh-CN" altLang="en-US" sz="3200" i="1">
                              <a:solidFill>
                                <a:schemeClr val="bg2"/>
                              </a:solidFill>
                              <a:latin typeface="Cambria Math" panose="02040503050406030204" pitchFamily="18" charset="0"/>
                            </a:rPr>
                            <m:t>𝑦</m:t>
                          </m:r>
                          <m:r>
                            <a:rPr lang="zh-CN" altLang="en-US" sz="3200" i="1">
                              <a:solidFill>
                                <a:schemeClr val="bg2"/>
                              </a:solidFill>
                              <a:latin typeface="Cambria Math" panose="02040503050406030204" pitchFamily="18" charset="0"/>
                            </a:rPr>
                            <m:t>(</m:t>
                          </m:r>
                          <m:r>
                            <a:rPr lang="zh-CN" altLang="en-US" sz="3200" i="1">
                              <a:solidFill>
                                <a:schemeClr val="bg2"/>
                              </a:solidFill>
                              <a:latin typeface="Cambria Math" panose="02040503050406030204" pitchFamily="18" charset="0"/>
                            </a:rPr>
                            <m:t>𝑠</m:t>
                          </m:r>
                          <m:r>
                            <a:rPr lang="zh-CN" altLang="en-US" sz="3200" i="1">
                              <a:solidFill>
                                <a:schemeClr val="bg2"/>
                              </a:solidFill>
                              <a:latin typeface="Cambria Math" panose="02040503050406030204" pitchFamily="18" charset="0"/>
                            </a:rPr>
                            <m:t>)</m:t>
                          </m:r>
                          <m:r>
                            <a:rPr lang="zh-CN" altLang="en-US" sz="3200" i="1">
                              <a:solidFill>
                                <a:schemeClr val="bg2"/>
                              </a:solidFill>
                              <a:latin typeface="Cambria Math" panose="02040503050406030204" pitchFamily="18" charset="0"/>
                            </a:rPr>
                            <m:t>𝑑𝑠</m:t>
                          </m:r>
                        </m:e>
                      </m:nary>
                    </m:oMath>
                  </m:oMathPara>
                </a14:m>
                <a:endParaRPr lang="en-US" altLang="zh-CN" dirty="0">
                  <a:solidFill>
                    <a:srgbClr val="FFFF00"/>
                  </a:solidFill>
                </a:endParaRPr>
              </a:p>
              <a:p>
                <a:pPr marL="118872" indent="0">
                  <a:lnSpc>
                    <a:spcPct val="110000"/>
                  </a:lnSpc>
                  <a:buNone/>
                </a:pPr>
                <a14:m>
                  <m:oMathPara xmlns:m="http://schemas.openxmlformats.org/officeDocument/2006/math">
                    <m:oMathParaPr>
                      <m:jc m:val="centerGroup"/>
                    </m:oMathParaPr>
                    <m:oMath xmlns:m="http://schemas.openxmlformats.org/officeDocument/2006/math">
                      <m:r>
                        <a:rPr lang="zh-CN" altLang="en-US" sz="3200" i="1" smtClean="0">
                          <a:solidFill>
                            <a:schemeClr val="bg2"/>
                          </a:solidFill>
                          <a:latin typeface="Cambria Math" panose="02040503050406030204" pitchFamily="18" charset="0"/>
                        </a:rPr>
                        <m:t>𝑦</m:t>
                      </m:r>
                      <m:r>
                        <a:rPr lang="zh-CN" altLang="en-US" sz="3200" i="1" smtClean="0">
                          <a:solidFill>
                            <a:schemeClr val="bg2"/>
                          </a:solidFill>
                          <a:latin typeface="Cambria Math" panose="02040503050406030204" pitchFamily="18" charset="0"/>
                        </a:rPr>
                        <m:t>(</m:t>
                      </m:r>
                      <m:r>
                        <a:rPr lang="zh-CN" altLang="en-US" sz="3200" i="1" smtClean="0">
                          <a:solidFill>
                            <a:schemeClr val="bg2"/>
                          </a:solidFill>
                          <a:latin typeface="Cambria Math" panose="02040503050406030204" pitchFamily="18" charset="0"/>
                        </a:rPr>
                        <m:t>𝑡</m:t>
                      </m:r>
                      <m:r>
                        <a:rPr lang="zh-CN" altLang="en-US" sz="3200" i="1" smtClean="0">
                          <a:solidFill>
                            <a:schemeClr val="bg2"/>
                          </a:solidFill>
                          <a:latin typeface="Cambria Math" panose="02040503050406030204" pitchFamily="18" charset="0"/>
                        </a:rPr>
                        <m:t>)≤</m:t>
                      </m:r>
                      <m:r>
                        <a:rPr lang="zh-CN" altLang="en-US" sz="3200" i="1" smtClean="0">
                          <a:solidFill>
                            <a:schemeClr val="bg2"/>
                          </a:solidFill>
                          <a:latin typeface="Cambria Math" panose="02040503050406030204" pitchFamily="18" charset="0"/>
                        </a:rPr>
                        <m:t>𝜆</m:t>
                      </m:r>
                      <m:r>
                        <a:rPr lang="zh-CN" altLang="en-US" sz="3200" i="1" smtClean="0">
                          <a:solidFill>
                            <a:schemeClr val="bg2"/>
                          </a:solidFill>
                          <a:latin typeface="Cambria Math" panose="02040503050406030204" pitchFamily="18" charset="0"/>
                        </a:rPr>
                        <m:t>(</m:t>
                      </m:r>
                      <m:r>
                        <a:rPr lang="zh-CN" altLang="en-US" sz="3200" i="1" smtClean="0">
                          <a:solidFill>
                            <a:schemeClr val="bg2"/>
                          </a:solidFill>
                          <a:latin typeface="Cambria Math" panose="02040503050406030204" pitchFamily="18" charset="0"/>
                        </a:rPr>
                        <m:t>𝑡</m:t>
                      </m:r>
                      <m:r>
                        <a:rPr lang="zh-CN" altLang="en-US" sz="3200" i="1" smtClean="0">
                          <a:solidFill>
                            <a:schemeClr val="bg2"/>
                          </a:solidFill>
                          <a:latin typeface="Cambria Math" panose="02040503050406030204" pitchFamily="18" charset="0"/>
                        </a:rPr>
                        <m:t>)+</m:t>
                      </m:r>
                      <m:nary>
                        <m:naryPr>
                          <m:ctrlPr>
                            <a:rPr lang="zh-CN" altLang="en-US" sz="3200" i="1">
                              <a:solidFill>
                                <a:schemeClr val="bg2"/>
                              </a:solidFill>
                              <a:latin typeface="Cambria Math" panose="02040503050406030204" pitchFamily="18" charset="0"/>
                            </a:rPr>
                          </m:ctrlPr>
                        </m:naryPr>
                        <m:sub>
                          <m:r>
                            <a:rPr lang="zh-CN" altLang="en-US" sz="3200" i="1">
                              <a:solidFill>
                                <a:schemeClr val="bg2"/>
                              </a:solidFill>
                              <a:latin typeface="Cambria Math" panose="02040503050406030204" pitchFamily="18" charset="0"/>
                            </a:rPr>
                            <m:t>𝑎</m:t>
                          </m:r>
                        </m:sub>
                        <m:sup>
                          <m:r>
                            <a:rPr lang="zh-CN" altLang="en-US" sz="3200" i="1">
                              <a:solidFill>
                                <a:schemeClr val="bg2"/>
                              </a:solidFill>
                              <a:latin typeface="Cambria Math" panose="02040503050406030204" pitchFamily="18" charset="0"/>
                            </a:rPr>
                            <m:t>𝑡</m:t>
                          </m:r>
                        </m:sup>
                        <m:e>
                          <m:r>
                            <a:rPr lang="zh-CN" altLang="en-US" sz="3200" i="1">
                              <a:solidFill>
                                <a:schemeClr val="bg2"/>
                              </a:solidFill>
                              <a:latin typeface="Cambria Math" panose="02040503050406030204" pitchFamily="18" charset="0"/>
                            </a:rPr>
                            <m:t>𝜆</m:t>
                          </m:r>
                          <m:r>
                            <a:rPr lang="zh-CN" altLang="en-US" sz="3200" i="1">
                              <a:solidFill>
                                <a:schemeClr val="bg2"/>
                              </a:solidFill>
                              <a:latin typeface="Cambria Math" panose="02040503050406030204" pitchFamily="18" charset="0"/>
                            </a:rPr>
                            <m:t>(</m:t>
                          </m:r>
                          <m:r>
                            <a:rPr lang="zh-CN" altLang="en-US" sz="3200" i="1">
                              <a:solidFill>
                                <a:schemeClr val="bg2"/>
                              </a:solidFill>
                              <a:latin typeface="Cambria Math" panose="02040503050406030204" pitchFamily="18" charset="0"/>
                            </a:rPr>
                            <m:t>𝑠</m:t>
                          </m:r>
                          <m:r>
                            <a:rPr lang="zh-CN" altLang="en-US" sz="3200" i="1">
                              <a:solidFill>
                                <a:schemeClr val="bg2"/>
                              </a:solidFill>
                              <a:latin typeface="Cambria Math" panose="02040503050406030204" pitchFamily="18" charset="0"/>
                            </a:rPr>
                            <m:t>)</m:t>
                          </m:r>
                          <m:r>
                            <a:rPr lang="zh-CN" altLang="en-US" sz="3200" i="1">
                              <a:solidFill>
                                <a:schemeClr val="bg2"/>
                              </a:solidFill>
                              <a:latin typeface="Cambria Math" panose="02040503050406030204" pitchFamily="18" charset="0"/>
                            </a:rPr>
                            <m:t>𝜇</m:t>
                          </m:r>
                          <m:r>
                            <a:rPr lang="zh-CN" altLang="en-US" sz="3200" i="1">
                              <a:solidFill>
                                <a:schemeClr val="bg2"/>
                              </a:solidFill>
                              <a:latin typeface="Cambria Math" panose="02040503050406030204" pitchFamily="18" charset="0"/>
                            </a:rPr>
                            <m:t>(</m:t>
                          </m:r>
                          <m:r>
                            <a:rPr lang="zh-CN" altLang="en-US" sz="3200" i="1">
                              <a:solidFill>
                                <a:schemeClr val="bg2"/>
                              </a:solidFill>
                              <a:latin typeface="Cambria Math" panose="02040503050406030204" pitchFamily="18" charset="0"/>
                            </a:rPr>
                            <m:t>𝑠</m:t>
                          </m:r>
                          <m:r>
                            <a:rPr lang="zh-CN" altLang="en-US" sz="3200" i="1">
                              <a:solidFill>
                                <a:schemeClr val="bg2"/>
                              </a:solidFill>
                              <a:latin typeface="Cambria Math" panose="02040503050406030204" pitchFamily="18" charset="0"/>
                            </a:rPr>
                            <m:t>)</m:t>
                          </m:r>
                          <m:func>
                            <m:funcPr>
                              <m:ctrlPr>
                                <a:rPr lang="zh-CN" altLang="en-US" sz="3200" i="1">
                                  <a:solidFill>
                                    <a:schemeClr val="bg2"/>
                                  </a:solidFill>
                                  <a:latin typeface="Cambria Math" panose="02040503050406030204" pitchFamily="18" charset="0"/>
                                </a:rPr>
                              </m:ctrlPr>
                            </m:funcPr>
                            <m:fName>
                              <m:r>
                                <m:rPr>
                                  <m:sty m:val="p"/>
                                </m:rPr>
                                <a:rPr lang="zh-CN" altLang="en-US" sz="3200" i="0">
                                  <a:solidFill>
                                    <a:schemeClr val="bg2"/>
                                  </a:solidFill>
                                  <a:latin typeface="Cambria Math" panose="02040503050406030204" pitchFamily="18" charset="0"/>
                                </a:rPr>
                                <m:t>exp</m:t>
                              </m:r>
                            </m:fName>
                            <m:e>
                              <m:d>
                                <m:dPr>
                                  <m:begChr m:val="["/>
                                  <m:endChr m:val="]"/>
                                  <m:ctrlPr>
                                    <a:rPr lang="zh-CN" altLang="en-US" sz="3200" i="1">
                                      <a:solidFill>
                                        <a:schemeClr val="bg2"/>
                                      </a:solidFill>
                                      <a:latin typeface="Cambria Math" panose="02040503050406030204" pitchFamily="18" charset="0"/>
                                    </a:rPr>
                                  </m:ctrlPr>
                                </m:dPr>
                                <m:e>
                                  <m:nary>
                                    <m:naryPr>
                                      <m:ctrlPr>
                                        <a:rPr lang="zh-CN" altLang="en-US" sz="3200" i="1">
                                          <a:solidFill>
                                            <a:schemeClr val="bg2"/>
                                          </a:solidFill>
                                          <a:latin typeface="Cambria Math" panose="02040503050406030204" pitchFamily="18" charset="0"/>
                                        </a:rPr>
                                      </m:ctrlPr>
                                    </m:naryPr>
                                    <m:sub>
                                      <m:r>
                                        <a:rPr lang="zh-CN" altLang="en-US" sz="3200" i="1">
                                          <a:solidFill>
                                            <a:schemeClr val="bg2"/>
                                          </a:solidFill>
                                          <a:latin typeface="Cambria Math" panose="02040503050406030204" pitchFamily="18" charset="0"/>
                                        </a:rPr>
                                        <m:t>𝑠</m:t>
                                      </m:r>
                                    </m:sub>
                                    <m:sup>
                                      <m:r>
                                        <a:rPr lang="zh-CN" altLang="en-US" sz="3200" i="1">
                                          <a:solidFill>
                                            <a:schemeClr val="bg2"/>
                                          </a:solidFill>
                                          <a:latin typeface="Cambria Math" panose="02040503050406030204" pitchFamily="18" charset="0"/>
                                        </a:rPr>
                                        <m:t>𝑡</m:t>
                                      </m:r>
                                    </m:sup>
                                    <m:e>
                                      <m:r>
                                        <a:rPr lang="zh-CN" altLang="en-US" sz="3200" i="1">
                                          <a:solidFill>
                                            <a:schemeClr val="bg2"/>
                                          </a:solidFill>
                                          <a:latin typeface="Cambria Math" panose="02040503050406030204" pitchFamily="18" charset="0"/>
                                        </a:rPr>
                                        <m:t>𝜇</m:t>
                                      </m:r>
                                      <m:r>
                                        <a:rPr lang="zh-CN" altLang="en-US" sz="3200" i="1">
                                          <a:solidFill>
                                            <a:schemeClr val="bg2"/>
                                          </a:solidFill>
                                          <a:latin typeface="Cambria Math" panose="02040503050406030204" pitchFamily="18" charset="0"/>
                                        </a:rPr>
                                        <m:t>(</m:t>
                                      </m:r>
                                      <m:r>
                                        <a:rPr lang="zh-CN" altLang="en-US" sz="3200" i="1">
                                          <a:solidFill>
                                            <a:schemeClr val="bg2"/>
                                          </a:solidFill>
                                          <a:latin typeface="Cambria Math" panose="02040503050406030204" pitchFamily="18" charset="0"/>
                                        </a:rPr>
                                        <m:t>𝜏</m:t>
                                      </m:r>
                                      <m:r>
                                        <a:rPr lang="zh-CN" altLang="en-US" sz="3200" i="1">
                                          <a:solidFill>
                                            <a:schemeClr val="bg2"/>
                                          </a:solidFill>
                                          <a:latin typeface="Cambria Math" panose="02040503050406030204" pitchFamily="18" charset="0"/>
                                        </a:rPr>
                                        <m:t>)</m:t>
                                      </m:r>
                                      <m:r>
                                        <a:rPr lang="zh-CN" altLang="en-US" sz="3200" i="1">
                                          <a:solidFill>
                                            <a:schemeClr val="bg2"/>
                                          </a:solidFill>
                                          <a:latin typeface="Cambria Math" panose="02040503050406030204" pitchFamily="18" charset="0"/>
                                        </a:rPr>
                                        <m:t>𝑑</m:t>
                                      </m:r>
                                      <m:r>
                                        <a:rPr lang="zh-CN" altLang="en-US" sz="3200" i="1">
                                          <a:solidFill>
                                            <a:schemeClr val="bg2"/>
                                          </a:solidFill>
                                          <a:latin typeface="Cambria Math" panose="02040503050406030204" pitchFamily="18" charset="0"/>
                                        </a:rPr>
                                        <m:t>𝜏</m:t>
                                      </m:r>
                                    </m:e>
                                  </m:nary>
                                </m:e>
                              </m:d>
                            </m:e>
                          </m:func>
                          <m:r>
                            <a:rPr lang="zh-CN" altLang="en-US" sz="3200" i="1">
                              <a:solidFill>
                                <a:schemeClr val="bg2"/>
                              </a:solidFill>
                              <a:latin typeface="Cambria Math" panose="02040503050406030204" pitchFamily="18" charset="0"/>
                            </a:rPr>
                            <m:t>𝑑𝑠</m:t>
                          </m:r>
                        </m:e>
                      </m:nary>
                    </m:oMath>
                  </m:oMathPara>
                </a14:m>
                <a:br>
                  <a:rPr lang="en-US" altLang="zh-CN" dirty="0">
                    <a:solidFill>
                      <a:srgbClr val="FFFF00"/>
                    </a:solidFill>
                  </a:rPr>
                </a:br>
                <a:endParaRPr lang="zh-CN" altLang="en-US" dirty="0">
                  <a:solidFill>
                    <a:srgbClr val="FFFF00"/>
                  </a:solidFill>
                </a:endParaRPr>
              </a:p>
            </p:txBody>
          </p:sp>
        </mc:Choice>
        <mc:Fallback xmlns="">
          <p:sp>
            <p:nvSpPr>
              <p:cNvPr id="3" name="内容占位符 2">
                <a:extLst>
                  <a:ext uri="{FF2B5EF4-FFF2-40B4-BE49-F238E27FC236}">
                    <a16:creationId xmlns:a16="http://schemas.microsoft.com/office/drawing/2014/main" id="{432DCAC1-1B9B-3EDE-BA9F-F919AE02F158}"/>
                  </a:ext>
                </a:extLst>
              </p:cNvPr>
              <p:cNvSpPr>
                <a:spLocks noGrp="1" noRot="1" noChangeAspect="1" noMove="1" noResize="1" noEditPoints="1" noAdjustHandles="1" noChangeArrowheads="1" noChangeShapeType="1" noTextEdit="1"/>
              </p:cNvSpPr>
              <p:nvPr>
                <p:ph idx="1"/>
              </p:nvPr>
            </p:nvSpPr>
            <p:spPr>
              <a:xfrm>
                <a:off x="457200" y="1196752"/>
                <a:ext cx="8229600" cy="5554567"/>
              </a:xfrm>
              <a:blipFill>
                <a:blip r:embed="rId3"/>
                <a:stretch>
                  <a:fillRect/>
                </a:stretch>
              </a:blipFill>
            </p:spPr>
            <p:txBody>
              <a:bodyPr/>
              <a:lstStyle/>
              <a:p>
                <a:r>
                  <a:rPr lang="zh-CN" altLang="en-US">
                    <a:noFill/>
                  </a:rPr>
                  <a:t> </a:t>
                </a:r>
              </a:p>
            </p:txBody>
          </p:sp>
        </mc:Fallback>
      </mc:AlternateContent>
      <p:sp>
        <p:nvSpPr>
          <p:cNvPr id="4" name="灯片编号占位符 3">
            <a:extLst>
              <a:ext uri="{FF2B5EF4-FFF2-40B4-BE49-F238E27FC236}">
                <a16:creationId xmlns:a16="http://schemas.microsoft.com/office/drawing/2014/main" id="{C7306914-1161-C8D9-6067-90D94492C457}"/>
              </a:ext>
            </a:extLst>
          </p:cNvPr>
          <p:cNvSpPr>
            <a:spLocks noGrp="1"/>
          </p:cNvSpPr>
          <p:nvPr>
            <p:ph type="sldNum" sz="quarter" idx="12"/>
          </p:nvPr>
        </p:nvSpPr>
        <p:spPr/>
        <p:txBody>
          <a:bodyPr/>
          <a:lstStyle/>
          <a:p>
            <a:fld id="{58C210BB-F110-452C-89E7-9EA0A8D47DCE}" type="slidenum">
              <a:rPr lang="zh-CN" altLang="en-US" smtClean="0"/>
              <a:pPr/>
              <a:t>58</a:t>
            </a:fld>
            <a:endParaRPr lang="zh-CN" altLang="en-US"/>
          </a:p>
        </p:txBody>
      </p:sp>
    </p:spTree>
    <p:extLst>
      <p:ext uri="{BB962C8B-B14F-4D97-AF65-F5344CB8AC3E}">
        <p14:creationId xmlns:p14="http://schemas.microsoft.com/office/powerpoint/2010/main" val="3684991420"/>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CC74D3-0BB5-A7BB-28CB-3D5EA9DB8990}"/>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33A03CF3-164E-B154-C7FD-A9782478BA32}"/>
              </a:ext>
            </a:extLst>
          </p:cNvPr>
          <p:cNvSpPr>
            <a:spLocks noGrp="1"/>
          </p:cNvSpPr>
          <p:nvPr>
            <p:ph type="title"/>
          </p:nvPr>
        </p:nvSpPr>
        <p:spPr/>
        <p:txBody>
          <a:bodyPr>
            <a:normAutofit fontScale="90000"/>
          </a:bodyPr>
          <a:lstStyle/>
          <a:p>
            <a:r>
              <a:rPr lang="zh-CN" altLang="en-US" dirty="0"/>
              <a:t>第</a:t>
            </a:r>
            <a:r>
              <a:rPr lang="en-US" altLang="zh-CN" dirty="0"/>
              <a:t>1</a:t>
            </a:r>
            <a:r>
              <a:rPr lang="zh-CN" altLang="en-US" dirty="0"/>
              <a:t>讲第</a:t>
            </a:r>
            <a:r>
              <a:rPr lang="en-US" altLang="zh-CN" dirty="0"/>
              <a:t>4</a:t>
            </a:r>
            <a:r>
              <a:rPr lang="zh-CN" altLang="en-US" dirty="0"/>
              <a:t>题</a:t>
            </a:r>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D09E4A68-B27A-BBA7-7D6B-E8F16A073CDA}"/>
                  </a:ext>
                </a:extLst>
              </p:cNvPr>
              <p:cNvSpPr>
                <a:spLocks noGrp="1"/>
              </p:cNvSpPr>
              <p:nvPr>
                <p:ph idx="1"/>
              </p:nvPr>
            </p:nvSpPr>
            <p:spPr>
              <a:xfrm>
                <a:off x="457200" y="1196752"/>
                <a:ext cx="8229600" cy="5554567"/>
              </a:xfrm>
            </p:spPr>
            <p:txBody>
              <a:bodyPr>
                <a:normAutofit fontScale="85000" lnSpcReduction="10000"/>
              </a:bodyPr>
              <a:lstStyle/>
              <a:p>
                <a:pPr>
                  <a:lnSpc>
                    <a:spcPct val="140000"/>
                  </a:lnSpc>
                </a:pPr>
                <a:r>
                  <a:rPr lang="zh-CN" altLang="zh-CN" dirty="0"/>
                  <a:t>给定连续可微的函数</a:t>
                </a:r>
                <a14:m>
                  <m:oMath xmlns:m="http://schemas.openxmlformats.org/officeDocument/2006/math">
                    <m:r>
                      <a:rPr lang="en-US" altLang="zh-CN" i="1">
                        <a:latin typeface="Cambria Math" panose="02040503050406030204" pitchFamily="18" charset="0"/>
                      </a:rPr>
                      <m:t>𝑥</m:t>
                    </m:r>
                    <m:r>
                      <a:rPr lang="en-US" altLang="zh-CN" i="1">
                        <a:latin typeface="Cambria Math" panose="02040503050406030204" pitchFamily="18" charset="0"/>
                      </a:rPr>
                      <m:t>(</m:t>
                    </m:r>
                    <m:r>
                      <a:rPr lang="en-US" altLang="zh-CN" i="1">
                        <a:latin typeface="Cambria Math" panose="02040503050406030204" pitchFamily="18" charset="0"/>
                      </a:rPr>
                      <m:t>𝑡</m:t>
                    </m:r>
                    <m:r>
                      <a:rPr lang="en-US" altLang="zh-CN" i="1">
                        <a:latin typeface="Cambria Math" panose="02040503050406030204" pitchFamily="18" charset="0"/>
                      </a:rPr>
                      <m:t>)∈</m:t>
                    </m:r>
                    <m:r>
                      <a:rPr lang="en-US" altLang="zh-CN" i="1">
                        <a:latin typeface="Cambria Math" panose="02040503050406030204" pitchFamily="18" charset="0"/>
                      </a:rPr>
                      <m:t>ℝ</m:t>
                    </m:r>
                  </m:oMath>
                </a14:m>
                <a:r>
                  <a:rPr lang="zh-CN" altLang="zh-CN" dirty="0"/>
                  <a:t>，</a:t>
                </a:r>
                <a14:m>
                  <m:oMath xmlns:m="http://schemas.openxmlformats.org/officeDocument/2006/math">
                    <m:r>
                      <a:rPr lang="en-US" altLang="zh-CN" i="1">
                        <a:latin typeface="Cambria Math" panose="02040503050406030204" pitchFamily="18" charset="0"/>
                      </a:rPr>
                      <m:t>𝑡</m:t>
                    </m:r>
                    <m:r>
                      <a:rPr lang="en-US" altLang="zh-CN" i="1">
                        <a:latin typeface="Cambria Math" panose="02040503050406030204" pitchFamily="18" charset="0"/>
                      </a:rPr>
                      <m:t>≥0</m:t>
                    </m:r>
                  </m:oMath>
                </a14:m>
                <a:r>
                  <a:rPr lang="zh-CN" altLang="zh-CN" dirty="0"/>
                  <a:t>，且</a:t>
                </a:r>
                <a14:m>
                  <m:oMath xmlns:m="http://schemas.openxmlformats.org/officeDocument/2006/math">
                    <m:r>
                      <a:rPr lang="en-US" altLang="zh-CN" i="1">
                        <a:latin typeface="Cambria Math" panose="02040503050406030204" pitchFamily="18" charset="0"/>
                      </a:rPr>
                      <m:t>𝑥</m:t>
                    </m:r>
                    <m:r>
                      <a:rPr lang="en-US" altLang="zh-CN" i="1">
                        <a:latin typeface="Cambria Math" panose="02040503050406030204" pitchFamily="18" charset="0"/>
                      </a:rPr>
                      <m:t>(0)=</m:t>
                    </m:r>
                    <m:sSub>
                      <m:sSubPr>
                        <m:ctrlPr>
                          <a:rPr lang="zh-CN" altLang="zh-CN" i="1">
                            <a:latin typeface="Cambria Math" panose="02040503050406030204" pitchFamily="18" charset="0"/>
                          </a:rPr>
                        </m:ctrlPr>
                      </m:sSubPr>
                      <m:e>
                        <m:r>
                          <a:rPr lang="en-US" altLang="zh-CN" i="1">
                            <a:latin typeface="Cambria Math" panose="02040503050406030204" pitchFamily="18" charset="0"/>
                          </a:rPr>
                          <m:t>𝑥</m:t>
                        </m:r>
                      </m:e>
                      <m:sub>
                        <m:r>
                          <a:rPr lang="en-US" altLang="zh-CN" i="1">
                            <a:latin typeface="Cambria Math" panose="02040503050406030204" pitchFamily="18" charset="0"/>
                          </a:rPr>
                          <m:t>0</m:t>
                        </m:r>
                      </m:sub>
                    </m:sSub>
                  </m:oMath>
                </a14:m>
                <a:r>
                  <a:rPr lang="zh-CN" altLang="en-US" dirty="0"/>
                  <a:t>，</a:t>
                </a:r>
                <a:r>
                  <a:rPr lang="zh-CN" altLang="zh-CN" dirty="0"/>
                  <a:t>定义</a:t>
                </a:r>
                <a14:m>
                  <m:oMath xmlns:m="http://schemas.openxmlformats.org/officeDocument/2006/math">
                    <m:r>
                      <a:rPr lang="en-US" altLang="zh-CN" i="1">
                        <a:latin typeface="Cambria Math" panose="02040503050406030204" pitchFamily="18" charset="0"/>
                      </a:rPr>
                      <m:t>𝑉</m:t>
                    </m:r>
                    <m:r>
                      <a:rPr lang="en-US" altLang="zh-CN" i="1">
                        <a:latin typeface="Cambria Math" panose="02040503050406030204" pitchFamily="18" charset="0"/>
                      </a:rPr>
                      <m:t>(</m:t>
                    </m:r>
                    <m:r>
                      <a:rPr lang="en-US" altLang="zh-CN" i="1">
                        <a:latin typeface="Cambria Math" panose="02040503050406030204" pitchFamily="18" charset="0"/>
                      </a:rPr>
                      <m:t>𝑥</m:t>
                    </m:r>
                    <m:r>
                      <a:rPr lang="en-US" altLang="zh-CN" i="1">
                        <a:latin typeface="Cambria Math" panose="02040503050406030204" pitchFamily="18" charset="0"/>
                      </a:rPr>
                      <m:t>(</m:t>
                    </m:r>
                    <m:r>
                      <a:rPr lang="en-US" altLang="zh-CN" i="1">
                        <a:latin typeface="Cambria Math" panose="02040503050406030204" pitchFamily="18" charset="0"/>
                      </a:rPr>
                      <m:t>𝑡</m:t>
                    </m:r>
                    <m:r>
                      <a:rPr lang="en-US" altLang="zh-CN" i="1">
                        <a:latin typeface="Cambria Math" panose="02040503050406030204" pitchFamily="18" charset="0"/>
                      </a:rPr>
                      <m:t>))=</m:t>
                    </m:r>
                    <m:f>
                      <m:fPr>
                        <m:ctrlPr>
                          <a:rPr lang="zh-CN" altLang="zh-CN" i="1">
                            <a:latin typeface="Cambria Math" panose="02040503050406030204" pitchFamily="18" charset="0"/>
                          </a:rPr>
                        </m:ctrlPr>
                      </m:fPr>
                      <m:num>
                        <m:r>
                          <a:rPr lang="en-US" altLang="zh-CN" i="1">
                            <a:latin typeface="Cambria Math" panose="02040503050406030204" pitchFamily="18" charset="0"/>
                          </a:rPr>
                          <m:t>1</m:t>
                        </m:r>
                      </m:num>
                      <m:den>
                        <m:r>
                          <a:rPr lang="en-US" altLang="zh-CN" i="1">
                            <a:latin typeface="Cambria Math" panose="02040503050406030204" pitchFamily="18" charset="0"/>
                          </a:rPr>
                          <m:t>2</m:t>
                        </m:r>
                      </m:den>
                    </m:f>
                    <m:sSup>
                      <m:sSupPr>
                        <m:ctrlPr>
                          <a:rPr lang="zh-CN" altLang="zh-CN" i="1">
                            <a:latin typeface="Cambria Math" panose="02040503050406030204" pitchFamily="18" charset="0"/>
                          </a:rPr>
                        </m:ctrlPr>
                      </m:sSupPr>
                      <m:e>
                        <m:r>
                          <a:rPr lang="en-US" altLang="zh-CN" i="1">
                            <a:latin typeface="Cambria Math" panose="02040503050406030204" pitchFamily="18" charset="0"/>
                          </a:rPr>
                          <m:t>𝑥</m:t>
                        </m:r>
                      </m:e>
                      <m:sup>
                        <m:r>
                          <a:rPr lang="en-US" altLang="zh-CN" i="1">
                            <a:latin typeface="Cambria Math" panose="02040503050406030204" pitchFamily="18" charset="0"/>
                          </a:rPr>
                          <m:t>2</m:t>
                        </m:r>
                      </m:sup>
                    </m:sSup>
                    <m:r>
                      <a:rPr lang="en-US" altLang="zh-CN" i="1">
                        <a:latin typeface="Cambria Math" panose="02040503050406030204" pitchFamily="18" charset="0"/>
                      </a:rPr>
                      <m:t>(</m:t>
                    </m:r>
                    <m:r>
                      <a:rPr lang="en-US" altLang="zh-CN" i="1">
                        <a:latin typeface="Cambria Math" panose="02040503050406030204" pitchFamily="18" charset="0"/>
                      </a:rPr>
                      <m:t>𝑡</m:t>
                    </m:r>
                    <m:r>
                      <a:rPr lang="en-US" altLang="zh-CN" i="1">
                        <a:latin typeface="Cambria Math" panose="02040503050406030204" pitchFamily="18" charset="0"/>
                      </a:rPr>
                      <m:t>)</m:t>
                    </m:r>
                  </m:oMath>
                </a14:m>
                <a:r>
                  <a:rPr lang="zh-CN" altLang="en-US" dirty="0"/>
                  <a:t>，</a:t>
                </a:r>
                <a:r>
                  <a:rPr lang="zh-CN" altLang="zh-CN" dirty="0"/>
                  <a:t>如果微分不等式</a:t>
                </a:r>
                <a14:m>
                  <m:oMath xmlns:m="http://schemas.openxmlformats.org/officeDocument/2006/math">
                    <m:acc>
                      <m:accPr>
                        <m:chr m:val="̇"/>
                        <m:ctrlPr>
                          <a:rPr lang="zh-CN" altLang="zh-CN" i="1">
                            <a:latin typeface="Cambria Math" panose="02040503050406030204" pitchFamily="18" charset="0"/>
                          </a:rPr>
                        </m:ctrlPr>
                      </m:accPr>
                      <m:e>
                        <m:r>
                          <a:rPr lang="en-US" altLang="zh-CN" i="1">
                            <a:latin typeface="Cambria Math" panose="02040503050406030204" pitchFamily="18" charset="0"/>
                          </a:rPr>
                          <m:t>𝑉</m:t>
                        </m:r>
                      </m:e>
                    </m:acc>
                    <m:r>
                      <a:rPr lang="en-US" altLang="zh-CN" i="1">
                        <a:latin typeface="Cambria Math" panose="02040503050406030204" pitchFamily="18" charset="0"/>
                      </a:rPr>
                      <m:t>≤−</m:t>
                    </m:r>
                    <m:r>
                      <a:rPr lang="en-US" altLang="zh-CN" i="1">
                        <a:latin typeface="Cambria Math" panose="02040503050406030204" pitchFamily="18" charset="0"/>
                      </a:rPr>
                      <m:t>𝑐</m:t>
                    </m:r>
                    <m:sSup>
                      <m:sSupPr>
                        <m:ctrlPr>
                          <a:rPr lang="zh-CN" altLang="zh-CN" i="1">
                            <a:latin typeface="Cambria Math" panose="02040503050406030204" pitchFamily="18" charset="0"/>
                          </a:rPr>
                        </m:ctrlPr>
                      </m:sSupPr>
                      <m:e>
                        <m:d>
                          <m:dPr>
                            <m:begChr m:val="|"/>
                            <m:endChr m:val="|"/>
                            <m:ctrlPr>
                              <a:rPr lang="zh-CN" altLang="zh-CN" i="1">
                                <a:latin typeface="Cambria Math" panose="02040503050406030204" pitchFamily="18" charset="0"/>
                              </a:rPr>
                            </m:ctrlPr>
                          </m:dPr>
                          <m:e>
                            <m:r>
                              <a:rPr lang="en-US" altLang="zh-CN" i="1">
                                <a:latin typeface="Cambria Math" panose="02040503050406030204" pitchFamily="18" charset="0"/>
                              </a:rPr>
                              <m:t>𝑥</m:t>
                            </m:r>
                          </m:e>
                        </m:d>
                      </m:e>
                      <m:sup>
                        <m:r>
                          <a:rPr lang="en-US" altLang="zh-CN" i="1">
                            <a:latin typeface="Cambria Math" panose="02040503050406030204" pitchFamily="18" charset="0"/>
                          </a:rPr>
                          <m:t>1+</m:t>
                        </m:r>
                        <m:r>
                          <a:rPr lang="en-US" altLang="zh-CN" i="1">
                            <a:latin typeface="Cambria Math" panose="02040503050406030204" pitchFamily="18" charset="0"/>
                          </a:rPr>
                          <m:t>𝛼</m:t>
                        </m:r>
                      </m:sup>
                    </m:sSup>
                    <m:r>
                      <a:rPr lang="en-US" altLang="zh-CN" i="1">
                        <a:latin typeface="Cambria Math" panose="02040503050406030204" pitchFamily="18" charset="0"/>
                      </a:rPr>
                      <m:t> </m:t>
                    </m:r>
                  </m:oMath>
                </a14:m>
                <a:r>
                  <a:rPr lang="zh-CN" altLang="en-US" dirty="0"/>
                  <a:t>（</a:t>
                </a:r>
                <a:r>
                  <a:rPr lang="en-US" altLang="zh-CN" dirty="0"/>
                  <a:t> </a:t>
                </a:r>
                <a14:m>
                  <m:oMath xmlns:m="http://schemas.openxmlformats.org/officeDocument/2006/math">
                    <m:r>
                      <a:rPr lang="en-US" altLang="zh-CN" i="1">
                        <a:latin typeface="Cambria Math" panose="02040503050406030204" pitchFamily="18" charset="0"/>
                      </a:rPr>
                      <m:t>0&lt;</m:t>
                    </m:r>
                    <m:r>
                      <a:rPr lang="en-US" altLang="zh-CN" i="1">
                        <a:latin typeface="Cambria Math" panose="02040503050406030204" pitchFamily="18" charset="0"/>
                      </a:rPr>
                      <m:t>𝛼</m:t>
                    </m:r>
                    <m:r>
                      <a:rPr lang="en-US" altLang="zh-CN" i="1">
                        <a:latin typeface="Cambria Math" panose="02040503050406030204" pitchFamily="18" charset="0"/>
                      </a:rPr>
                      <m:t>≤1,   </m:t>
                    </m:r>
                    <m:r>
                      <a:rPr lang="en-US" altLang="zh-CN" i="1">
                        <a:latin typeface="Cambria Math" panose="02040503050406030204" pitchFamily="18" charset="0"/>
                      </a:rPr>
                      <m:t>𝑐</m:t>
                    </m:r>
                    <m:r>
                      <a:rPr lang="en-US" altLang="zh-CN" i="1">
                        <a:latin typeface="Cambria Math" panose="02040503050406030204" pitchFamily="18" charset="0"/>
                      </a:rPr>
                      <m:t>&gt;0 </m:t>
                    </m:r>
                  </m:oMath>
                </a14:m>
                <a:r>
                  <a:rPr lang="zh-CN" altLang="en-US" dirty="0"/>
                  <a:t>）成立，试</a:t>
                </a:r>
                <a:r>
                  <a:rPr lang="zh-CN" altLang="zh-CN" dirty="0"/>
                  <a:t>分析函数</a:t>
                </a:r>
                <a14:m>
                  <m:oMath xmlns:m="http://schemas.openxmlformats.org/officeDocument/2006/math">
                    <m:r>
                      <a:rPr lang="en-US" altLang="zh-CN" i="1">
                        <a:latin typeface="Cambria Math" panose="02040503050406030204" pitchFamily="18" charset="0"/>
                      </a:rPr>
                      <m:t>𝑥</m:t>
                    </m:r>
                    <m:r>
                      <a:rPr lang="en-US" altLang="zh-CN" i="1">
                        <a:latin typeface="Cambria Math" panose="02040503050406030204" pitchFamily="18" charset="0"/>
                      </a:rPr>
                      <m:t>(</m:t>
                    </m:r>
                    <m:r>
                      <a:rPr lang="en-US" altLang="zh-CN" i="1">
                        <a:latin typeface="Cambria Math" panose="02040503050406030204" pitchFamily="18" charset="0"/>
                      </a:rPr>
                      <m:t>𝑡</m:t>
                    </m:r>
                    <m:r>
                      <a:rPr lang="en-US" altLang="zh-CN" i="1">
                        <a:latin typeface="Cambria Math" panose="02040503050406030204" pitchFamily="18" charset="0"/>
                      </a:rPr>
                      <m:t>)</m:t>
                    </m:r>
                  </m:oMath>
                </a14:m>
                <a:r>
                  <a:rPr lang="zh-CN" altLang="zh-CN" dirty="0"/>
                  <a:t>的上界</a:t>
                </a:r>
                <a:r>
                  <a:rPr lang="zh-CN" altLang="en-US" dirty="0"/>
                  <a:t>。</a:t>
                </a:r>
                <a:endParaRPr lang="en-US" altLang="zh-CN" dirty="0"/>
              </a:p>
              <a:p>
                <a:pPr>
                  <a:lnSpc>
                    <a:spcPct val="140000"/>
                  </a:lnSpc>
                </a:pPr>
                <a:r>
                  <a:rPr lang="zh-CN" altLang="en-US" dirty="0">
                    <a:solidFill>
                      <a:schemeClr val="bg1"/>
                    </a:solidFill>
                  </a:rPr>
                  <a:t>需对不等式</a:t>
                </a:r>
                <a14:m>
                  <m:oMath xmlns:m="http://schemas.openxmlformats.org/officeDocument/2006/math">
                    <m:acc>
                      <m:accPr>
                        <m:chr m:val="̇"/>
                        <m:ctrlPr>
                          <a:rPr lang="zh-CN" altLang="zh-CN" i="1">
                            <a:solidFill>
                              <a:schemeClr val="bg1"/>
                            </a:solidFill>
                            <a:latin typeface="Cambria Math" panose="02040503050406030204" pitchFamily="18" charset="0"/>
                          </a:rPr>
                        </m:ctrlPr>
                      </m:accPr>
                      <m:e>
                        <m:r>
                          <a:rPr lang="en-US" altLang="zh-CN" i="1">
                            <a:solidFill>
                              <a:schemeClr val="bg1"/>
                            </a:solidFill>
                            <a:latin typeface="Cambria Math" panose="02040503050406030204" pitchFamily="18" charset="0"/>
                          </a:rPr>
                          <m:t>𝑉</m:t>
                        </m:r>
                      </m:e>
                    </m:acc>
                    <m:r>
                      <a:rPr lang="en-US" altLang="zh-CN" i="1">
                        <a:solidFill>
                          <a:schemeClr val="bg1"/>
                        </a:solidFill>
                        <a:latin typeface="Cambria Math" panose="02040503050406030204" pitchFamily="18" charset="0"/>
                      </a:rPr>
                      <m:t>≤−</m:t>
                    </m:r>
                    <m:r>
                      <a:rPr lang="en-US" altLang="zh-CN" i="1">
                        <a:solidFill>
                          <a:schemeClr val="bg1"/>
                        </a:solidFill>
                        <a:latin typeface="Cambria Math" panose="02040503050406030204" pitchFamily="18" charset="0"/>
                      </a:rPr>
                      <m:t>𝑐</m:t>
                    </m:r>
                    <m:sSup>
                      <m:sSupPr>
                        <m:ctrlPr>
                          <a:rPr lang="zh-CN" altLang="zh-CN" i="1">
                            <a:solidFill>
                              <a:schemeClr val="bg1"/>
                            </a:solidFill>
                            <a:latin typeface="Cambria Math" panose="02040503050406030204" pitchFamily="18" charset="0"/>
                          </a:rPr>
                        </m:ctrlPr>
                      </m:sSupPr>
                      <m:e>
                        <m:d>
                          <m:dPr>
                            <m:begChr m:val="|"/>
                            <m:endChr m:val="|"/>
                            <m:ctrlPr>
                              <a:rPr lang="zh-CN" altLang="zh-CN" i="1">
                                <a:solidFill>
                                  <a:schemeClr val="bg1"/>
                                </a:solidFill>
                                <a:latin typeface="Cambria Math" panose="02040503050406030204" pitchFamily="18" charset="0"/>
                              </a:rPr>
                            </m:ctrlPr>
                          </m:dPr>
                          <m:e>
                            <m:r>
                              <a:rPr lang="en-US" altLang="zh-CN" i="1">
                                <a:solidFill>
                                  <a:schemeClr val="bg1"/>
                                </a:solidFill>
                                <a:latin typeface="Cambria Math" panose="02040503050406030204" pitchFamily="18" charset="0"/>
                              </a:rPr>
                              <m:t>𝑥</m:t>
                            </m:r>
                          </m:e>
                        </m:d>
                      </m:e>
                      <m:sup>
                        <m:r>
                          <a:rPr lang="en-US" altLang="zh-CN" i="1">
                            <a:solidFill>
                              <a:schemeClr val="bg1"/>
                            </a:solidFill>
                            <a:latin typeface="Cambria Math" panose="02040503050406030204" pitchFamily="18" charset="0"/>
                          </a:rPr>
                          <m:t>1+</m:t>
                        </m:r>
                        <m:r>
                          <a:rPr lang="en-US" altLang="zh-CN" i="1">
                            <a:solidFill>
                              <a:schemeClr val="bg1"/>
                            </a:solidFill>
                            <a:latin typeface="Cambria Math" panose="02040503050406030204" pitchFamily="18" charset="0"/>
                          </a:rPr>
                          <m:t>𝛼</m:t>
                        </m:r>
                      </m:sup>
                    </m:sSup>
                  </m:oMath>
                </a14:m>
                <a:r>
                  <a:rPr lang="zh-CN" altLang="en-US" dirty="0">
                    <a:solidFill>
                      <a:schemeClr val="bg1"/>
                    </a:solidFill>
                  </a:rPr>
                  <a:t>做变形，建立</a:t>
                </a:r>
                <a14:m>
                  <m:oMath xmlns:m="http://schemas.openxmlformats.org/officeDocument/2006/math">
                    <m:acc>
                      <m:accPr>
                        <m:chr m:val="̇"/>
                        <m:ctrlPr>
                          <a:rPr lang="zh-CN" altLang="zh-CN" i="1" smtClean="0">
                            <a:solidFill>
                              <a:schemeClr val="bg1"/>
                            </a:solidFill>
                            <a:latin typeface="Cambria Math" panose="02040503050406030204" pitchFamily="18" charset="0"/>
                          </a:rPr>
                        </m:ctrlPr>
                      </m:accPr>
                      <m:e>
                        <m:r>
                          <a:rPr lang="en-US" altLang="zh-CN" i="1">
                            <a:solidFill>
                              <a:schemeClr val="bg1"/>
                            </a:solidFill>
                            <a:latin typeface="Cambria Math" panose="02040503050406030204" pitchFamily="18" charset="0"/>
                          </a:rPr>
                          <m:t>𝑉</m:t>
                        </m:r>
                      </m:e>
                    </m:acc>
                  </m:oMath>
                </a14:m>
                <a:r>
                  <a:rPr lang="zh-CN" altLang="en-US" dirty="0">
                    <a:solidFill>
                      <a:schemeClr val="bg1"/>
                    </a:solidFill>
                  </a:rPr>
                  <a:t>和</a:t>
                </a:r>
                <a14:m>
                  <m:oMath xmlns:m="http://schemas.openxmlformats.org/officeDocument/2006/math">
                    <m:r>
                      <a:rPr lang="en-US" altLang="zh-CN" i="1">
                        <a:latin typeface="Cambria Math" panose="02040503050406030204" pitchFamily="18" charset="0"/>
                      </a:rPr>
                      <m:t>𝑉</m:t>
                    </m:r>
                  </m:oMath>
                </a14:m>
                <a:r>
                  <a:rPr lang="zh-CN" altLang="en-US" dirty="0"/>
                  <a:t>的关系：</a:t>
                </a:r>
                <a:endParaRPr lang="en-US" altLang="zh-CN" dirty="0"/>
              </a:p>
              <a:p>
                <a:pPr marL="118872" indent="0">
                  <a:lnSpc>
                    <a:spcPct val="140000"/>
                  </a:lnSpc>
                  <a:buNone/>
                </a:pPr>
                <a14:m>
                  <m:oMathPara xmlns:m="http://schemas.openxmlformats.org/officeDocument/2006/math">
                    <m:oMathParaPr>
                      <m:jc m:val="centerGroup"/>
                    </m:oMathParaPr>
                    <m:oMath xmlns:m="http://schemas.openxmlformats.org/officeDocument/2006/math">
                      <m:acc>
                        <m:accPr>
                          <m:chr m:val="̇"/>
                          <m:ctrlPr>
                            <a:rPr lang="zh-CN" altLang="zh-CN" i="1">
                              <a:latin typeface="Cambria Math" panose="02040503050406030204" pitchFamily="18" charset="0"/>
                            </a:rPr>
                          </m:ctrlPr>
                        </m:accPr>
                        <m:e>
                          <m:r>
                            <a:rPr lang="en-US" altLang="zh-CN" i="1">
                              <a:latin typeface="Cambria Math" panose="02040503050406030204" pitchFamily="18" charset="0"/>
                            </a:rPr>
                            <m:t>𝑉</m:t>
                          </m:r>
                        </m:e>
                      </m:acc>
                      <m:r>
                        <a:rPr lang="en-US" altLang="zh-CN" i="1">
                          <a:latin typeface="Cambria Math" panose="02040503050406030204" pitchFamily="18" charset="0"/>
                        </a:rPr>
                        <m:t>≤−</m:t>
                      </m:r>
                      <m:r>
                        <a:rPr lang="en-US" altLang="zh-CN" i="1">
                          <a:latin typeface="Cambria Math" panose="02040503050406030204" pitchFamily="18" charset="0"/>
                        </a:rPr>
                        <m:t>𝑐</m:t>
                      </m:r>
                      <m:sSup>
                        <m:sSupPr>
                          <m:ctrlPr>
                            <a:rPr lang="zh-CN" altLang="zh-CN" i="1">
                              <a:latin typeface="Cambria Math" panose="02040503050406030204" pitchFamily="18" charset="0"/>
                            </a:rPr>
                          </m:ctrlPr>
                        </m:sSupPr>
                        <m:e>
                          <m:d>
                            <m:dPr>
                              <m:begChr m:val="|"/>
                              <m:endChr m:val="|"/>
                              <m:ctrlPr>
                                <a:rPr lang="zh-CN" altLang="zh-CN" i="1">
                                  <a:latin typeface="Cambria Math" panose="02040503050406030204" pitchFamily="18" charset="0"/>
                                </a:rPr>
                              </m:ctrlPr>
                            </m:dPr>
                            <m:e>
                              <m:r>
                                <a:rPr lang="en-US" altLang="zh-CN" i="1">
                                  <a:latin typeface="Cambria Math" panose="02040503050406030204" pitchFamily="18" charset="0"/>
                                </a:rPr>
                                <m:t>𝑥</m:t>
                              </m:r>
                            </m:e>
                          </m:d>
                        </m:e>
                        <m:sup>
                          <m:r>
                            <a:rPr lang="en-US" altLang="zh-CN" i="1">
                              <a:latin typeface="Cambria Math" panose="02040503050406030204" pitchFamily="18" charset="0"/>
                            </a:rPr>
                            <m:t>1+</m:t>
                          </m:r>
                          <m:r>
                            <a:rPr lang="en-US" altLang="zh-CN" i="1">
                              <a:latin typeface="Cambria Math" panose="02040503050406030204" pitchFamily="18" charset="0"/>
                            </a:rPr>
                            <m:t>𝛼</m:t>
                          </m:r>
                        </m:sup>
                      </m:sSup>
                      <m:r>
                        <a:rPr lang="en-US" altLang="zh-CN" i="1">
                          <a:latin typeface="Cambria Math" panose="02040503050406030204" pitchFamily="18" charset="0"/>
                        </a:rPr>
                        <m:t>=−</m:t>
                      </m:r>
                      <m:r>
                        <a:rPr lang="en-US" altLang="zh-CN" i="1">
                          <a:latin typeface="Cambria Math" panose="02040503050406030204" pitchFamily="18" charset="0"/>
                        </a:rPr>
                        <m:t>𝑐</m:t>
                      </m:r>
                      <m:sSup>
                        <m:sSupPr>
                          <m:ctrlPr>
                            <a:rPr lang="zh-CN" altLang="zh-CN" i="1">
                              <a:latin typeface="Cambria Math" panose="02040503050406030204" pitchFamily="18" charset="0"/>
                            </a:rPr>
                          </m:ctrlPr>
                        </m:sSupPr>
                        <m:e>
                          <m:d>
                            <m:dPr>
                              <m:ctrlPr>
                                <a:rPr lang="zh-CN" altLang="zh-CN" i="1">
                                  <a:latin typeface="Cambria Math" panose="02040503050406030204" pitchFamily="18" charset="0"/>
                                </a:rPr>
                              </m:ctrlPr>
                            </m:dPr>
                            <m:e>
                              <m:sSup>
                                <m:sSupPr>
                                  <m:ctrlPr>
                                    <a:rPr lang="zh-CN" altLang="zh-CN" i="1">
                                      <a:latin typeface="Cambria Math" panose="02040503050406030204" pitchFamily="18" charset="0"/>
                                    </a:rPr>
                                  </m:ctrlPr>
                                </m:sSupPr>
                                <m:e>
                                  <m:d>
                                    <m:dPr>
                                      <m:begChr m:val="|"/>
                                      <m:endChr m:val="|"/>
                                      <m:ctrlPr>
                                        <a:rPr lang="zh-CN" altLang="zh-CN" i="1">
                                          <a:latin typeface="Cambria Math" panose="02040503050406030204" pitchFamily="18" charset="0"/>
                                        </a:rPr>
                                      </m:ctrlPr>
                                    </m:dPr>
                                    <m:e>
                                      <m:r>
                                        <a:rPr lang="en-US" altLang="zh-CN" i="1">
                                          <a:latin typeface="Cambria Math" panose="02040503050406030204" pitchFamily="18" charset="0"/>
                                        </a:rPr>
                                        <m:t>𝑥</m:t>
                                      </m:r>
                                    </m:e>
                                  </m:d>
                                </m:e>
                                <m:sup>
                                  <m:r>
                                    <a:rPr lang="en-US" altLang="zh-CN" i="1">
                                      <a:latin typeface="Cambria Math" panose="02040503050406030204" pitchFamily="18" charset="0"/>
                                    </a:rPr>
                                    <m:t>2</m:t>
                                  </m:r>
                                </m:sup>
                              </m:sSup>
                            </m:e>
                          </m:d>
                        </m:e>
                        <m:sup>
                          <m:f>
                            <m:fPr>
                              <m:ctrlPr>
                                <a:rPr lang="zh-CN" altLang="zh-CN" i="1">
                                  <a:latin typeface="Cambria Math" panose="02040503050406030204" pitchFamily="18" charset="0"/>
                                </a:rPr>
                              </m:ctrlPr>
                            </m:fPr>
                            <m:num>
                              <m:r>
                                <a:rPr lang="en-US" altLang="zh-CN" i="1">
                                  <a:latin typeface="Cambria Math" panose="02040503050406030204" pitchFamily="18" charset="0"/>
                                </a:rPr>
                                <m:t>1+</m:t>
                              </m:r>
                              <m:r>
                                <a:rPr lang="en-US" altLang="zh-CN" i="1">
                                  <a:latin typeface="Cambria Math" panose="02040503050406030204" pitchFamily="18" charset="0"/>
                                </a:rPr>
                                <m:t>𝛼</m:t>
                              </m:r>
                            </m:num>
                            <m:den>
                              <m:r>
                                <a:rPr lang="en-US" altLang="zh-CN" i="1">
                                  <a:latin typeface="Cambria Math" panose="02040503050406030204" pitchFamily="18" charset="0"/>
                                </a:rPr>
                                <m:t>2</m:t>
                              </m:r>
                            </m:den>
                          </m:f>
                        </m:sup>
                      </m:sSup>
                      <m:r>
                        <a:rPr lang="en-US" altLang="zh-CN" i="1">
                          <a:latin typeface="Cambria Math" panose="02040503050406030204" pitchFamily="18" charset="0"/>
                        </a:rPr>
                        <m:t>=−</m:t>
                      </m:r>
                      <m:r>
                        <a:rPr lang="en-US" altLang="zh-CN" i="1">
                          <a:latin typeface="Cambria Math" panose="02040503050406030204" pitchFamily="18" charset="0"/>
                        </a:rPr>
                        <m:t>𝑐</m:t>
                      </m:r>
                      <m:sSup>
                        <m:sSupPr>
                          <m:ctrlPr>
                            <a:rPr lang="zh-CN" altLang="zh-CN" i="1">
                              <a:latin typeface="Cambria Math" panose="02040503050406030204" pitchFamily="18" charset="0"/>
                            </a:rPr>
                          </m:ctrlPr>
                        </m:sSupPr>
                        <m:e>
                          <m:d>
                            <m:dPr>
                              <m:ctrlPr>
                                <a:rPr lang="zh-CN" altLang="zh-CN" i="1">
                                  <a:latin typeface="Cambria Math" panose="02040503050406030204" pitchFamily="18" charset="0"/>
                                </a:rPr>
                              </m:ctrlPr>
                            </m:dPr>
                            <m:e>
                              <m:r>
                                <a:rPr lang="en-US" altLang="zh-CN" i="1">
                                  <a:latin typeface="Cambria Math" panose="02040503050406030204" pitchFamily="18" charset="0"/>
                                </a:rPr>
                                <m:t>2</m:t>
                              </m:r>
                              <m:r>
                                <a:rPr lang="en-US" altLang="zh-CN" i="1">
                                  <a:latin typeface="Cambria Math" panose="02040503050406030204" pitchFamily="18" charset="0"/>
                                </a:rPr>
                                <m:t>𝑉</m:t>
                              </m:r>
                            </m:e>
                          </m:d>
                        </m:e>
                        <m:sup>
                          <m:f>
                            <m:fPr>
                              <m:ctrlPr>
                                <a:rPr lang="zh-CN" altLang="zh-CN" i="1">
                                  <a:latin typeface="Cambria Math" panose="02040503050406030204" pitchFamily="18" charset="0"/>
                                </a:rPr>
                              </m:ctrlPr>
                            </m:fPr>
                            <m:num>
                              <m:r>
                                <a:rPr lang="en-US" altLang="zh-CN" i="1">
                                  <a:latin typeface="Cambria Math" panose="02040503050406030204" pitchFamily="18" charset="0"/>
                                </a:rPr>
                                <m:t>1+</m:t>
                              </m:r>
                              <m:r>
                                <a:rPr lang="en-US" altLang="zh-CN" i="1">
                                  <a:latin typeface="Cambria Math" panose="02040503050406030204" pitchFamily="18" charset="0"/>
                                </a:rPr>
                                <m:t>𝛼</m:t>
                              </m:r>
                            </m:num>
                            <m:den>
                              <m:r>
                                <a:rPr lang="en-US" altLang="zh-CN" i="1">
                                  <a:latin typeface="Cambria Math" panose="02040503050406030204" pitchFamily="18" charset="0"/>
                                </a:rPr>
                                <m:t>2</m:t>
                              </m:r>
                            </m:den>
                          </m:f>
                        </m:sup>
                      </m:sSup>
                      <m:r>
                        <a:rPr lang="en-US" altLang="zh-CN" i="1">
                          <a:latin typeface="Cambria Math" panose="02040503050406030204" pitchFamily="18" charset="0"/>
                        </a:rPr>
                        <m:t>=−</m:t>
                      </m:r>
                      <m:sSup>
                        <m:sSupPr>
                          <m:ctrlPr>
                            <a:rPr lang="zh-CN" altLang="zh-CN" i="1">
                              <a:latin typeface="Cambria Math" panose="02040503050406030204" pitchFamily="18" charset="0"/>
                            </a:rPr>
                          </m:ctrlPr>
                        </m:sSupPr>
                        <m:e>
                          <m:r>
                            <a:rPr lang="en-US" altLang="zh-CN" i="1">
                              <a:latin typeface="Cambria Math" panose="02040503050406030204" pitchFamily="18" charset="0"/>
                            </a:rPr>
                            <m:t>2</m:t>
                          </m:r>
                        </m:e>
                        <m:sup>
                          <m:f>
                            <m:fPr>
                              <m:ctrlPr>
                                <a:rPr lang="zh-CN" altLang="zh-CN" i="1">
                                  <a:latin typeface="Cambria Math" panose="02040503050406030204" pitchFamily="18" charset="0"/>
                                </a:rPr>
                              </m:ctrlPr>
                            </m:fPr>
                            <m:num>
                              <m:r>
                                <a:rPr lang="en-US" altLang="zh-CN" i="1">
                                  <a:latin typeface="Cambria Math" panose="02040503050406030204" pitchFamily="18" charset="0"/>
                                </a:rPr>
                                <m:t>1+</m:t>
                              </m:r>
                              <m:r>
                                <a:rPr lang="en-US" altLang="zh-CN" i="1">
                                  <a:latin typeface="Cambria Math" panose="02040503050406030204" pitchFamily="18" charset="0"/>
                                </a:rPr>
                                <m:t>𝛼</m:t>
                              </m:r>
                            </m:num>
                            <m:den>
                              <m:r>
                                <a:rPr lang="en-US" altLang="zh-CN" i="1">
                                  <a:latin typeface="Cambria Math" panose="02040503050406030204" pitchFamily="18" charset="0"/>
                                </a:rPr>
                                <m:t>2</m:t>
                              </m:r>
                            </m:den>
                          </m:f>
                        </m:sup>
                      </m:sSup>
                      <m:r>
                        <a:rPr lang="en-US" altLang="zh-CN" i="1">
                          <a:latin typeface="Cambria Math" panose="02040503050406030204" pitchFamily="18" charset="0"/>
                        </a:rPr>
                        <m:t>𝑐</m:t>
                      </m:r>
                      <m:sSup>
                        <m:sSupPr>
                          <m:ctrlPr>
                            <a:rPr lang="zh-CN" altLang="zh-CN" i="1">
                              <a:latin typeface="Cambria Math" panose="02040503050406030204" pitchFamily="18" charset="0"/>
                            </a:rPr>
                          </m:ctrlPr>
                        </m:sSupPr>
                        <m:e>
                          <m:r>
                            <a:rPr lang="en-US" altLang="zh-CN" i="1">
                              <a:latin typeface="Cambria Math" panose="02040503050406030204" pitchFamily="18" charset="0"/>
                            </a:rPr>
                            <m:t>𝑉</m:t>
                          </m:r>
                        </m:e>
                        <m:sup>
                          <m:f>
                            <m:fPr>
                              <m:ctrlPr>
                                <a:rPr lang="zh-CN" altLang="zh-CN" i="1">
                                  <a:latin typeface="Cambria Math" panose="02040503050406030204" pitchFamily="18" charset="0"/>
                                </a:rPr>
                              </m:ctrlPr>
                            </m:fPr>
                            <m:num>
                              <m:r>
                                <a:rPr lang="en-US" altLang="zh-CN" i="1">
                                  <a:latin typeface="Cambria Math" panose="02040503050406030204" pitchFamily="18" charset="0"/>
                                </a:rPr>
                                <m:t>1+</m:t>
                              </m:r>
                              <m:r>
                                <a:rPr lang="en-US" altLang="zh-CN" i="1">
                                  <a:latin typeface="Cambria Math" panose="02040503050406030204" pitchFamily="18" charset="0"/>
                                </a:rPr>
                                <m:t>𝛼</m:t>
                              </m:r>
                            </m:num>
                            <m:den>
                              <m:r>
                                <a:rPr lang="en-US" altLang="zh-CN" i="1">
                                  <a:latin typeface="Cambria Math" panose="02040503050406030204" pitchFamily="18" charset="0"/>
                                </a:rPr>
                                <m:t>2</m:t>
                              </m:r>
                            </m:den>
                          </m:f>
                        </m:sup>
                      </m:sSup>
                      <m:r>
                        <a:rPr lang="en-US" altLang="zh-CN" i="1">
                          <a:latin typeface="Cambria Math" panose="02040503050406030204" pitchFamily="18" charset="0"/>
                        </a:rPr>
                        <m:t>=−</m:t>
                      </m:r>
                      <m:sSub>
                        <m:sSubPr>
                          <m:ctrlPr>
                            <a:rPr lang="zh-CN" altLang="zh-CN" i="1" smtClean="0">
                              <a:solidFill>
                                <a:srgbClr val="FFFF00"/>
                              </a:solidFill>
                              <a:latin typeface="Cambria Math" panose="02040503050406030204" pitchFamily="18" charset="0"/>
                            </a:rPr>
                          </m:ctrlPr>
                        </m:sSubPr>
                        <m:e>
                          <m:r>
                            <a:rPr lang="en-US" altLang="zh-CN" i="1">
                              <a:solidFill>
                                <a:srgbClr val="FFFF00"/>
                              </a:solidFill>
                              <a:latin typeface="Cambria Math" panose="02040503050406030204" pitchFamily="18" charset="0"/>
                            </a:rPr>
                            <m:t>𝑐</m:t>
                          </m:r>
                        </m:e>
                        <m:sub>
                          <m:r>
                            <a:rPr lang="en-US" altLang="zh-CN" i="1">
                              <a:solidFill>
                                <a:srgbClr val="FFFF00"/>
                              </a:solidFill>
                              <a:latin typeface="Cambria Math" panose="02040503050406030204" pitchFamily="18" charset="0"/>
                            </a:rPr>
                            <m:t>0</m:t>
                          </m:r>
                        </m:sub>
                      </m:sSub>
                      <m:sSup>
                        <m:sSupPr>
                          <m:ctrlPr>
                            <a:rPr lang="zh-CN" altLang="zh-CN" i="1">
                              <a:latin typeface="Cambria Math" panose="02040503050406030204" pitchFamily="18" charset="0"/>
                            </a:rPr>
                          </m:ctrlPr>
                        </m:sSupPr>
                        <m:e>
                          <m:r>
                            <a:rPr lang="en-US" altLang="zh-CN" i="1">
                              <a:latin typeface="Cambria Math" panose="02040503050406030204" pitchFamily="18" charset="0"/>
                            </a:rPr>
                            <m:t>𝑉</m:t>
                          </m:r>
                        </m:e>
                        <m:sup>
                          <m:f>
                            <m:fPr>
                              <m:ctrlPr>
                                <a:rPr lang="zh-CN" altLang="zh-CN" i="1">
                                  <a:latin typeface="Cambria Math" panose="02040503050406030204" pitchFamily="18" charset="0"/>
                                </a:rPr>
                              </m:ctrlPr>
                            </m:fPr>
                            <m:num>
                              <m:r>
                                <a:rPr lang="en-US" altLang="zh-CN" i="1">
                                  <a:latin typeface="Cambria Math" panose="02040503050406030204" pitchFamily="18" charset="0"/>
                                </a:rPr>
                                <m:t>1+</m:t>
                              </m:r>
                              <m:r>
                                <a:rPr lang="en-US" altLang="zh-CN" i="1">
                                  <a:latin typeface="Cambria Math" panose="02040503050406030204" pitchFamily="18" charset="0"/>
                                </a:rPr>
                                <m:t>𝛼</m:t>
                              </m:r>
                            </m:num>
                            <m:den>
                              <m:r>
                                <a:rPr lang="en-US" altLang="zh-CN" i="1">
                                  <a:latin typeface="Cambria Math" panose="02040503050406030204" pitchFamily="18" charset="0"/>
                                </a:rPr>
                                <m:t>2</m:t>
                              </m:r>
                            </m:den>
                          </m:f>
                        </m:sup>
                      </m:sSup>
                    </m:oMath>
                  </m:oMathPara>
                </a14:m>
                <a:endParaRPr lang="en-US" altLang="zh-CN" dirty="0">
                  <a:solidFill>
                    <a:srgbClr val="FFFF00"/>
                  </a:solidFill>
                </a:endParaRPr>
              </a:p>
              <a:p>
                <a:pPr>
                  <a:lnSpc>
                    <a:spcPct val="140000"/>
                  </a:lnSpc>
                </a:pPr>
                <a:r>
                  <a:rPr lang="zh-CN" altLang="en-US" dirty="0">
                    <a:solidFill>
                      <a:schemeClr val="bg1"/>
                    </a:solidFill>
                  </a:rPr>
                  <a:t>取</a:t>
                </a:r>
                <a14:m>
                  <m:oMath xmlns:m="http://schemas.openxmlformats.org/officeDocument/2006/math">
                    <m:acc>
                      <m:accPr>
                        <m:chr m:val="̇"/>
                        <m:ctrlPr>
                          <a:rPr lang="zh-CN" altLang="zh-CN" i="1">
                            <a:solidFill>
                              <a:schemeClr val="bg1"/>
                            </a:solidFill>
                            <a:latin typeface="Cambria Math" panose="02040503050406030204" pitchFamily="18" charset="0"/>
                          </a:rPr>
                        </m:ctrlPr>
                      </m:accPr>
                      <m:e>
                        <m:r>
                          <a:rPr lang="en-US" altLang="zh-CN" i="1">
                            <a:solidFill>
                              <a:schemeClr val="bg1"/>
                            </a:solidFill>
                            <a:latin typeface="Cambria Math" panose="02040503050406030204" pitchFamily="18" charset="0"/>
                          </a:rPr>
                          <m:t>𝑦</m:t>
                        </m:r>
                      </m:e>
                    </m:acc>
                    <m:r>
                      <a:rPr lang="en-US" altLang="zh-CN" i="1">
                        <a:solidFill>
                          <a:schemeClr val="bg1"/>
                        </a:solidFill>
                        <a:latin typeface="Cambria Math" panose="02040503050406030204" pitchFamily="18" charset="0"/>
                      </a:rPr>
                      <m:t>=−</m:t>
                    </m:r>
                    <m:sSub>
                      <m:sSubPr>
                        <m:ctrlPr>
                          <a:rPr lang="zh-CN" altLang="zh-CN" i="1">
                            <a:solidFill>
                              <a:schemeClr val="bg1"/>
                            </a:solidFill>
                            <a:latin typeface="Cambria Math" panose="02040503050406030204" pitchFamily="18" charset="0"/>
                          </a:rPr>
                        </m:ctrlPr>
                      </m:sSubPr>
                      <m:e>
                        <m:r>
                          <a:rPr lang="en-US" altLang="zh-CN" i="1">
                            <a:solidFill>
                              <a:schemeClr val="bg1"/>
                            </a:solidFill>
                            <a:latin typeface="Cambria Math" panose="02040503050406030204" pitchFamily="18" charset="0"/>
                          </a:rPr>
                          <m:t>𝑐</m:t>
                        </m:r>
                      </m:e>
                      <m:sub>
                        <m:r>
                          <a:rPr lang="en-US" altLang="zh-CN" i="1">
                            <a:solidFill>
                              <a:schemeClr val="bg1"/>
                            </a:solidFill>
                            <a:latin typeface="Cambria Math" panose="02040503050406030204" pitchFamily="18" charset="0"/>
                          </a:rPr>
                          <m:t>0</m:t>
                        </m:r>
                      </m:sub>
                    </m:sSub>
                    <m:sSup>
                      <m:sSupPr>
                        <m:ctrlPr>
                          <a:rPr lang="zh-CN" altLang="zh-CN" i="1">
                            <a:solidFill>
                              <a:schemeClr val="bg1"/>
                            </a:solidFill>
                            <a:latin typeface="Cambria Math" panose="02040503050406030204" pitchFamily="18" charset="0"/>
                          </a:rPr>
                        </m:ctrlPr>
                      </m:sSupPr>
                      <m:e>
                        <m:r>
                          <a:rPr lang="en-US" altLang="zh-CN" i="1">
                            <a:solidFill>
                              <a:schemeClr val="bg1"/>
                            </a:solidFill>
                            <a:latin typeface="Cambria Math" panose="02040503050406030204" pitchFamily="18" charset="0"/>
                          </a:rPr>
                          <m:t>𝑦</m:t>
                        </m:r>
                      </m:e>
                      <m:sup>
                        <m:f>
                          <m:fPr>
                            <m:ctrlPr>
                              <a:rPr lang="zh-CN" altLang="zh-CN" i="1">
                                <a:solidFill>
                                  <a:schemeClr val="bg1"/>
                                </a:solidFill>
                                <a:latin typeface="Cambria Math" panose="02040503050406030204" pitchFamily="18" charset="0"/>
                              </a:rPr>
                            </m:ctrlPr>
                          </m:fPr>
                          <m:num>
                            <m:r>
                              <a:rPr lang="en-US" altLang="zh-CN" i="1">
                                <a:solidFill>
                                  <a:schemeClr val="bg1"/>
                                </a:solidFill>
                                <a:latin typeface="Cambria Math" panose="02040503050406030204" pitchFamily="18" charset="0"/>
                              </a:rPr>
                              <m:t>1+</m:t>
                            </m:r>
                            <m:r>
                              <a:rPr lang="en-US" altLang="zh-CN" i="1">
                                <a:solidFill>
                                  <a:schemeClr val="bg1"/>
                                </a:solidFill>
                                <a:latin typeface="Cambria Math" panose="02040503050406030204" pitchFamily="18" charset="0"/>
                              </a:rPr>
                              <m:t>𝛼</m:t>
                            </m:r>
                          </m:num>
                          <m:den>
                            <m:r>
                              <a:rPr lang="en-US" altLang="zh-CN" i="1">
                                <a:solidFill>
                                  <a:schemeClr val="bg1"/>
                                </a:solidFill>
                                <a:latin typeface="Cambria Math" panose="02040503050406030204" pitchFamily="18" charset="0"/>
                              </a:rPr>
                              <m:t>2</m:t>
                            </m:r>
                          </m:den>
                        </m:f>
                      </m:sup>
                    </m:sSup>
                  </m:oMath>
                </a14:m>
                <a:r>
                  <a:rPr lang="zh-CN" altLang="en-US" dirty="0">
                    <a:solidFill>
                      <a:schemeClr val="bg1"/>
                    </a:solidFill>
                  </a:rPr>
                  <a:t>，即可应用比较引理</a:t>
                </a:r>
              </a:p>
            </p:txBody>
          </p:sp>
        </mc:Choice>
        <mc:Fallback xmlns="">
          <p:sp>
            <p:nvSpPr>
              <p:cNvPr id="3" name="内容占位符 2">
                <a:extLst>
                  <a:ext uri="{FF2B5EF4-FFF2-40B4-BE49-F238E27FC236}">
                    <a16:creationId xmlns:a16="http://schemas.microsoft.com/office/drawing/2014/main" id="{D09E4A68-B27A-BBA7-7D6B-E8F16A073CDA}"/>
                  </a:ext>
                </a:extLst>
              </p:cNvPr>
              <p:cNvSpPr>
                <a:spLocks noGrp="1" noRot="1" noChangeAspect="1" noMove="1" noResize="1" noEditPoints="1" noAdjustHandles="1" noChangeArrowheads="1" noChangeShapeType="1" noTextEdit="1"/>
              </p:cNvSpPr>
              <p:nvPr>
                <p:ph idx="1"/>
              </p:nvPr>
            </p:nvSpPr>
            <p:spPr>
              <a:xfrm>
                <a:off x="457200" y="1196752"/>
                <a:ext cx="8229600" cy="5554567"/>
              </a:xfrm>
              <a:blipFill>
                <a:blip r:embed="rId3"/>
                <a:stretch>
                  <a:fillRect r="-5630" b="-2964"/>
                </a:stretch>
              </a:blipFill>
            </p:spPr>
            <p:txBody>
              <a:bodyPr/>
              <a:lstStyle/>
              <a:p>
                <a:r>
                  <a:rPr lang="zh-CN" altLang="en-US">
                    <a:noFill/>
                  </a:rPr>
                  <a:t> </a:t>
                </a:r>
              </a:p>
            </p:txBody>
          </p:sp>
        </mc:Fallback>
      </mc:AlternateContent>
      <p:sp>
        <p:nvSpPr>
          <p:cNvPr id="4" name="灯片编号占位符 3">
            <a:extLst>
              <a:ext uri="{FF2B5EF4-FFF2-40B4-BE49-F238E27FC236}">
                <a16:creationId xmlns:a16="http://schemas.microsoft.com/office/drawing/2014/main" id="{BA2CDCE5-49AE-C496-998F-A20F7E2B212B}"/>
              </a:ext>
            </a:extLst>
          </p:cNvPr>
          <p:cNvSpPr>
            <a:spLocks noGrp="1"/>
          </p:cNvSpPr>
          <p:nvPr>
            <p:ph type="sldNum" sz="quarter" idx="12"/>
          </p:nvPr>
        </p:nvSpPr>
        <p:spPr/>
        <p:txBody>
          <a:bodyPr/>
          <a:lstStyle/>
          <a:p>
            <a:fld id="{58C210BB-F110-452C-89E7-9EA0A8D47DCE}" type="slidenum">
              <a:rPr lang="zh-CN" altLang="en-US" smtClean="0"/>
              <a:pPr/>
              <a:t>59</a:t>
            </a:fld>
            <a:endParaRPr lang="zh-CN" altLang="en-US"/>
          </a:p>
        </p:txBody>
      </p:sp>
      <p:sp>
        <p:nvSpPr>
          <p:cNvPr id="10" name="Rectangle 2">
            <a:extLst>
              <a:ext uri="{FF2B5EF4-FFF2-40B4-BE49-F238E27FC236}">
                <a16:creationId xmlns:a16="http://schemas.microsoft.com/office/drawing/2014/main" id="{4A8F53D6-E887-D400-B578-48381917D0DC}"/>
              </a:ext>
            </a:extLst>
          </p:cNvPr>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en-US" sz="12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分析函数</a:t>
            </a:r>
            <a:endParaRPr kumimoji="0" lang="zh-CN" altLang="en-US" sz="1800" b="0" i="0" u="none" strike="noStrike" cap="none" normalizeH="0" baseline="0">
              <a:ln>
                <a:noFill/>
              </a:ln>
              <a:solidFill>
                <a:schemeClr val="tx1"/>
              </a:solidFill>
              <a:effectLst/>
              <a:latin typeface="Arial" panose="020B0604020202020204" pitchFamily="34" charset="0"/>
            </a:endParaRPr>
          </a:p>
        </p:txBody>
      </p:sp>
      <p:graphicFrame>
        <p:nvGraphicFramePr>
          <p:cNvPr id="11" name="对象 10">
            <a:extLst>
              <a:ext uri="{FF2B5EF4-FFF2-40B4-BE49-F238E27FC236}">
                <a16:creationId xmlns:a16="http://schemas.microsoft.com/office/drawing/2014/main" id="{1BDCC612-630C-FFF9-6C4C-23982884FDE1}"/>
              </a:ext>
            </a:extLst>
          </p:cNvPr>
          <p:cNvGraphicFramePr>
            <a:graphicFrameLocks noChangeAspect="1"/>
          </p:cNvGraphicFramePr>
          <p:nvPr/>
        </p:nvGraphicFramePr>
        <p:xfrm>
          <a:off x="0" y="0"/>
          <a:ext cx="254000" cy="177800"/>
        </p:xfrm>
        <a:graphic>
          <a:graphicData uri="http://schemas.openxmlformats.org/presentationml/2006/ole">
            <mc:AlternateContent xmlns:mc="http://schemas.openxmlformats.org/markup-compatibility/2006">
              <mc:Choice xmlns:v="urn:schemas-microsoft-com:vml" Requires="v">
                <p:oleObj name="Equation" r:id="rId4" imgW="253670" imgH="177569" progId="Equation.DSMT4">
                  <p:embed/>
                </p:oleObj>
              </mc:Choice>
              <mc:Fallback>
                <p:oleObj name="Equation" r:id="rId4" imgW="253670" imgH="177569" progId="Equation.DSMT4">
                  <p:embed/>
                  <p:pic>
                    <p:nvPicPr>
                      <p:cNvPr id="0" name="Object 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0" y="0"/>
                        <a:ext cx="254000" cy="1778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2" name="Rectangle 3">
            <a:extLst>
              <a:ext uri="{FF2B5EF4-FFF2-40B4-BE49-F238E27FC236}">
                <a16:creationId xmlns:a16="http://schemas.microsoft.com/office/drawing/2014/main" id="{7A7CDF31-0550-9220-5EC6-300C5D37EAD4}"/>
              </a:ext>
            </a:extLst>
          </p:cNvPr>
          <p:cNvSpPr>
            <a:spLocks noChangeArrowheads="1"/>
          </p:cNvSpPr>
          <p:nvPr/>
        </p:nvSpPr>
        <p:spPr bwMode="auto">
          <a:xfrm>
            <a:off x="0" y="1778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en-US" sz="12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的上界</a:t>
            </a:r>
            <a:r>
              <a:rPr kumimoji="0" lang="zh-CN" altLang="en-US" sz="600" b="0" i="0" u="none" strike="noStrike" cap="none" normalizeH="0" baseline="0">
                <a:ln>
                  <a:noFill/>
                </a:ln>
                <a:solidFill>
                  <a:schemeClr val="tx1"/>
                </a:solidFill>
                <a:effectLst/>
              </a:rPr>
              <a:t> </a:t>
            </a:r>
            <a:endParaRPr kumimoji="0" lang="zh-CN" altLang="en-US" sz="1800" b="0" i="0" u="none" strike="noStrike" cap="none" normalizeH="0" baseline="0">
              <a:ln>
                <a:noFill/>
              </a:ln>
              <a:solidFill>
                <a:schemeClr val="tx1"/>
              </a:solidFill>
              <a:effectLst/>
              <a:latin typeface="Arial" panose="020B0604020202020204" pitchFamily="34" charset="0"/>
            </a:endParaRPr>
          </a:p>
        </p:txBody>
      </p:sp>
      <p:sp>
        <p:nvSpPr>
          <p:cNvPr id="14" name="Rectangle 5">
            <a:extLst>
              <a:ext uri="{FF2B5EF4-FFF2-40B4-BE49-F238E27FC236}">
                <a16:creationId xmlns:a16="http://schemas.microsoft.com/office/drawing/2014/main" id="{627E4CB0-008C-BFBA-C614-6A85E83F67AF}"/>
              </a:ext>
            </a:extLst>
          </p:cNvPr>
          <p:cNvSpPr>
            <a:spLocks noChangeArrowheads="1"/>
          </p:cNvSpPr>
          <p:nvPr/>
        </p:nvSpPr>
        <p:spPr bwMode="auto">
          <a:xfrm>
            <a:off x="152400" y="1524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en-US" sz="12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分析函数</a:t>
            </a:r>
            <a:endParaRPr kumimoji="0" lang="zh-CN" altLang="en-US" sz="1800" b="0" i="0" u="none" strike="noStrike" cap="none" normalizeH="0" baseline="0">
              <a:ln>
                <a:noFill/>
              </a:ln>
              <a:solidFill>
                <a:schemeClr val="tx1"/>
              </a:solidFill>
              <a:effectLst/>
              <a:latin typeface="Arial" panose="020B0604020202020204" pitchFamily="34" charset="0"/>
            </a:endParaRPr>
          </a:p>
        </p:txBody>
      </p:sp>
      <p:graphicFrame>
        <p:nvGraphicFramePr>
          <p:cNvPr id="15" name="对象 14">
            <a:extLst>
              <a:ext uri="{FF2B5EF4-FFF2-40B4-BE49-F238E27FC236}">
                <a16:creationId xmlns:a16="http://schemas.microsoft.com/office/drawing/2014/main" id="{8B48BDBF-511F-26EC-2C08-5F36130324D6}"/>
              </a:ext>
            </a:extLst>
          </p:cNvPr>
          <p:cNvGraphicFramePr>
            <a:graphicFrameLocks noChangeAspect="1"/>
          </p:cNvGraphicFramePr>
          <p:nvPr/>
        </p:nvGraphicFramePr>
        <p:xfrm>
          <a:off x="152400" y="152400"/>
          <a:ext cx="254000" cy="177800"/>
        </p:xfrm>
        <a:graphic>
          <a:graphicData uri="http://schemas.openxmlformats.org/presentationml/2006/ole">
            <mc:AlternateContent xmlns:mc="http://schemas.openxmlformats.org/markup-compatibility/2006">
              <mc:Choice xmlns:v="urn:schemas-microsoft-com:vml" Requires="v">
                <p:oleObj name="Equation" r:id="rId6" imgW="253670" imgH="177569" progId="Equation.DSMT4">
                  <p:embed/>
                </p:oleObj>
              </mc:Choice>
              <mc:Fallback>
                <p:oleObj name="Equation" r:id="rId6" imgW="253670" imgH="177569" progId="Equation.DSMT4">
                  <p:embed/>
                  <p:pic>
                    <p:nvPicPr>
                      <p:cNvPr id="0" name="Object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52400" y="152400"/>
                        <a:ext cx="254000" cy="1778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6" name="Rectangle 6">
            <a:extLst>
              <a:ext uri="{FF2B5EF4-FFF2-40B4-BE49-F238E27FC236}">
                <a16:creationId xmlns:a16="http://schemas.microsoft.com/office/drawing/2014/main" id="{27CA24DB-0284-3646-751A-BFF765077CF2}"/>
              </a:ext>
            </a:extLst>
          </p:cNvPr>
          <p:cNvSpPr>
            <a:spLocks noChangeArrowheads="1"/>
          </p:cNvSpPr>
          <p:nvPr/>
        </p:nvSpPr>
        <p:spPr bwMode="auto">
          <a:xfrm>
            <a:off x="152400" y="3302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en-US" sz="12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的上界</a:t>
            </a:r>
            <a:r>
              <a:rPr kumimoji="0" lang="zh-CN" altLang="en-US" sz="600" b="0" i="0" u="none" strike="noStrike" cap="none" normalizeH="0" baseline="0">
                <a:ln>
                  <a:noFill/>
                </a:ln>
                <a:solidFill>
                  <a:schemeClr val="tx1"/>
                </a:solidFill>
                <a:effectLst/>
              </a:rPr>
              <a:t> </a:t>
            </a:r>
            <a:endParaRPr kumimoji="0" lang="zh-CN" altLang="en-US"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9137591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1000"/>
                                        <p:tgtEl>
                                          <p:spTgt spid="3">
                                            <p:txEl>
                                              <p:pRg st="1" end="1"/>
                                            </p:txEl>
                                          </p:spTgt>
                                        </p:tgtEl>
                                      </p:cBhvr>
                                    </p:animEffect>
                                    <p:anim calcmode="lin" valueType="num">
                                      <p:cBhvr>
                                        <p:cTn id="8"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1" end="1"/>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1000"/>
                                        <p:tgtEl>
                                          <p:spTgt spid="3">
                                            <p:txEl>
                                              <p:pRg st="2" end="2"/>
                                            </p:txEl>
                                          </p:spTgt>
                                        </p:tgtEl>
                                      </p:cBhvr>
                                    </p:animEffect>
                                    <p:anim calcmode="lin" valueType="num">
                                      <p:cBhvr>
                                        <p:cTn id="13"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14" dur="1000" fill="hold"/>
                                        <p:tgtEl>
                                          <p:spTgt spid="3">
                                            <p:txEl>
                                              <p:pRg st="2" end="2"/>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fade">
                                      <p:cBhvr>
                                        <p:cTn id="17" dur="1000"/>
                                        <p:tgtEl>
                                          <p:spTgt spid="3">
                                            <p:txEl>
                                              <p:pRg st="3" end="3"/>
                                            </p:txEl>
                                          </p:spTgt>
                                        </p:tgtEl>
                                      </p:cBhvr>
                                    </p:animEffect>
                                    <p:anim calcmode="lin" valueType="num">
                                      <p:cBhvr>
                                        <p:cTn id="18"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19"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AB6174-063E-0C3E-2BBB-9F79C6681FB8}"/>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ED0BC2D6-A03D-0892-0F86-046A7C2C3ED5}"/>
              </a:ext>
            </a:extLst>
          </p:cNvPr>
          <p:cNvSpPr>
            <a:spLocks noGrp="1"/>
          </p:cNvSpPr>
          <p:nvPr>
            <p:ph type="title"/>
          </p:nvPr>
        </p:nvSpPr>
        <p:spPr/>
        <p:txBody>
          <a:bodyPr>
            <a:normAutofit fontScale="90000"/>
          </a:bodyPr>
          <a:lstStyle/>
          <a:p>
            <a:r>
              <a:rPr lang="zh-CN" altLang="en-US" dirty="0"/>
              <a:t>第</a:t>
            </a:r>
            <a:r>
              <a:rPr lang="en-US" altLang="zh-CN" dirty="0"/>
              <a:t>1</a:t>
            </a:r>
            <a:r>
              <a:rPr lang="zh-CN" altLang="en-US" dirty="0"/>
              <a:t>讲第</a:t>
            </a:r>
            <a:r>
              <a:rPr lang="en-US" altLang="zh-CN" dirty="0"/>
              <a:t>5</a:t>
            </a:r>
            <a:r>
              <a:rPr lang="zh-CN" altLang="en-US" dirty="0"/>
              <a:t>题</a:t>
            </a:r>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5EC510CB-31A7-15C4-B54E-68E4FB1B5BC3}"/>
                  </a:ext>
                </a:extLst>
              </p:cNvPr>
              <p:cNvSpPr>
                <a:spLocks noGrp="1"/>
              </p:cNvSpPr>
              <p:nvPr>
                <p:ph idx="1"/>
              </p:nvPr>
            </p:nvSpPr>
            <p:spPr>
              <a:xfrm>
                <a:off x="457200" y="1196752"/>
                <a:ext cx="8229600" cy="5554567"/>
              </a:xfrm>
            </p:spPr>
            <p:txBody>
              <a:bodyPr>
                <a:normAutofit fontScale="85000" lnSpcReduction="10000"/>
              </a:bodyPr>
              <a:lstStyle/>
              <a:p>
                <a:pPr>
                  <a:lnSpc>
                    <a:spcPct val="160000"/>
                  </a:lnSpc>
                </a:pPr>
                <a:r>
                  <a:rPr lang="zh-CN" altLang="zh-CN" dirty="0"/>
                  <a:t>不等式</a:t>
                </a:r>
                <a14:m>
                  <m:oMath xmlns:m="http://schemas.openxmlformats.org/officeDocument/2006/math">
                    <m:acc>
                      <m:accPr>
                        <m:chr m:val="̇"/>
                        <m:ctrlPr>
                          <a:rPr lang="zh-CN" altLang="zh-CN" i="1">
                            <a:latin typeface="Cambria Math" panose="02040503050406030204" pitchFamily="18" charset="0"/>
                          </a:rPr>
                        </m:ctrlPr>
                      </m:accPr>
                      <m:e>
                        <m:r>
                          <a:rPr lang="en-US" altLang="zh-CN" i="1">
                            <a:latin typeface="Cambria Math" panose="02040503050406030204" pitchFamily="18" charset="0"/>
                          </a:rPr>
                          <m:t>𝑉</m:t>
                        </m:r>
                      </m:e>
                    </m:acc>
                    <m:r>
                      <a:rPr lang="en-US" altLang="zh-CN" i="1">
                        <a:latin typeface="Cambria Math" panose="02040503050406030204" pitchFamily="18" charset="0"/>
                      </a:rPr>
                      <m:t>≤</m:t>
                    </m:r>
                    <m:sSub>
                      <m:sSubPr>
                        <m:ctrlPr>
                          <a:rPr lang="zh-CN" altLang="zh-CN" i="1">
                            <a:latin typeface="Cambria Math" panose="02040503050406030204" pitchFamily="18" charset="0"/>
                          </a:rPr>
                        </m:ctrlPr>
                      </m:sSubPr>
                      <m:e>
                        <m:r>
                          <a:rPr lang="en-US" altLang="zh-CN" i="1">
                            <a:latin typeface="Cambria Math" panose="02040503050406030204" pitchFamily="18" charset="0"/>
                          </a:rPr>
                          <m:t>𝑐</m:t>
                        </m:r>
                      </m:e>
                      <m:sub>
                        <m:r>
                          <a:rPr lang="en-US" altLang="zh-CN" i="1">
                            <a:latin typeface="Cambria Math" panose="02040503050406030204" pitchFamily="18" charset="0"/>
                          </a:rPr>
                          <m:t>0</m:t>
                        </m:r>
                      </m:sub>
                    </m:sSub>
                    <m:r>
                      <a:rPr lang="en-US" altLang="zh-CN" i="1">
                        <a:latin typeface="Cambria Math" panose="02040503050406030204" pitchFamily="18" charset="0"/>
                      </a:rPr>
                      <m:t>𝑉</m:t>
                    </m:r>
                    <m:r>
                      <a:rPr lang="en-US" altLang="zh-CN" i="1">
                        <a:latin typeface="Cambria Math" panose="02040503050406030204" pitchFamily="18" charset="0"/>
                      </a:rPr>
                      <m:t>+</m:t>
                    </m:r>
                    <m:sSub>
                      <m:sSubPr>
                        <m:ctrlPr>
                          <a:rPr lang="zh-CN" altLang="zh-CN" i="1">
                            <a:latin typeface="Cambria Math" panose="02040503050406030204" pitchFamily="18" charset="0"/>
                          </a:rPr>
                        </m:ctrlPr>
                      </m:sSubPr>
                      <m:e>
                        <m:r>
                          <a:rPr lang="en-US" altLang="zh-CN" i="1">
                            <a:latin typeface="Cambria Math" panose="02040503050406030204" pitchFamily="18" charset="0"/>
                          </a:rPr>
                          <m:t>𝑐</m:t>
                        </m:r>
                      </m:e>
                      <m:sub>
                        <m:r>
                          <a:rPr lang="en-US" altLang="zh-CN" i="1">
                            <a:latin typeface="Cambria Math" panose="02040503050406030204" pitchFamily="18" charset="0"/>
                          </a:rPr>
                          <m:t>1</m:t>
                        </m:r>
                      </m:sub>
                    </m:sSub>
                  </m:oMath>
                </a14:m>
                <a:r>
                  <a:rPr lang="zh-CN" altLang="en-US" dirty="0"/>
                  <a:t>。已经给出了</a:t>
                </a:r>
                <a14:m>
                  <m:oMath xmlns:m="http://schemas.openxmlformats.org/officeDocument/2006/math">
                    <m:acc>
                      <m:accPr>
                        <m:chr m:val="̇"/>
                        <m:ctrlPr>
                          <a:rPr lang="zh-CN" altLang="zh-CN" i="1" smtClean="0">
                            <a:solidFill>
                              <a:schemeClr val="bg1"/>
                            </a:solidFill>
                            <a:latin typeface="Cambria Math" panose="02040503050406030204" pitchFamily="18" charset="0"/>
                          </a:rPr>
                        </m:ctrlPr>
                      </m:accPr>
                      <m:e>
                        <m:r>
                          <a:rPr lang="en-US" altLang="zh-CN" i="1">
                            <a:solidFill>
                              <a:schemeClr val="bg1"/>
                            </a:solidFill>
                            <a:latin typeface="Cambria Math" panose="02040503050406030204" pitchFamily="18" charset="0"/>
                          </a:rPr>
                          <m:t>𝑉</m:t>
                        </m:r>
                      </m:e>
                    </m:acc>
                  </m:oMath>
                </a14:m>
                <a:r>
                  <a:rPr lang="zh-CN" altLang="en-US" dirty="0">
                    <a:solidFill>
                      <a:schemeClr val="bg1"/>
                    </a:solidFill>
                  </a:rPr>
                  <a:t>和</a:t>
                </a:r>
                <a14:m>
                  <m:oMath xmlns:m="http://schemas.openxmlformats.org/officeDocument/2006/math">
                    <m:r>
                      <a:rPr lang="en-US" altLang="zh-CN" i="1">
                        <a:latin typeface="Cambria Math" panose="02040503050406030204" pitchFamily="18" charset="0"/>
                      </a:rPr>
                      <m:t>𝑉</m:t>
                    </m:r>
                  </m:oMath>
                </a14:m>
                <a:r>
                  <a:rPr lang="zh-CN" altLang="en-US" dirty="0"/>
                  <a:t>的关系，</a:t>
                </a:r>
                <a:r>
                  <a:rPr lang="zh-CN" altLang="en-US" dirty="0">
                    <a:solidFill>
                      <a:schemeClr val="bg1"/>
                    </a:solidFill>
                  </a:rPr>
                  <a:t>取</a:t>
                </a:r>
                <a:endParaRPr lang="en-US" altLang="zh-CN" dirty="0">
                  <a:solidFill>
                    <a:schemeClr val="bg1"/>
                  </a:solidFill>
                </a:endParaRPr>
              </a:p>
              <a:p>
                <a:pPr marL="118872" indent="0">
                  <a:lnSpc>
                    <a:spcPct val="160000"/>
                  </a:lnSpc>
                  <a:buNone/>
                </a:pPr>
                <a14:m>
                  <m:oMathPara xmlns:m="http://schemas.openxmlformats.org/officeDocument/2006/math">
                    <m:oMathParaPr>
                      <m:jc m:val="centerGroup"/>
                    </m:oMathParaPr>
                    <m:oMath xmlns:m="http://schemas.openxmlformats.org/officeDocument/2006/math">
                      <m:acc>
                        <m:accPr>
                          <m:chr m:val="̇"/>
                          <m:ctrlPr>
                            <a:rPr lang="zh-CN" altLang="zh-CN" i="1">
                              <a:latin typeface="Cambria Math" panose="02040503050406030204" pitchFamily="18" charset="0"/>
                            </a:rPr>
                          </m:ctrlPr>
                        </m:accPr>
                        <m:e>
                          <m:r>
                            <a:rPr lang="en-US" altLang="zh-CN" i="1">
                              <a:latin typeface="Cambria Math" panose="02040503050406030204" pitchFamily="18" charset="0"/>
                            </a:rPr>
                            <m:t>𝑦</m:t>
                          </m:r>
                        </m:e>
                      </m:acc>
                      <m:r>
                        <a:rPr lang="en-US" altLang="zh-CN" i="1">
                          <a:latin typeface="Cambria Math" panose="02040503050406030204" pitchFamily="18" charset="0"/>
                        </a:rPr>
                        <m:t>=</m:t>
                      </m:r>
                      <m:sSub>
                        <m:sSubPr>
                          <m:ctrlPr>
                            <a:rPr lang="zh-CN" altLang="zh-CN" i="1">
                              <a:latin typeface="Cambria Math" panose="02040503050406030204" pitchFamily="18" charset="0"/>
                            </a:rPr>
                          </m:ctrlPr>
                        </m:sSubPr>
                        <m:e>
                          <m:r>
                            <a:rPr lang="en-US" altLang="zh-CN" i="1">
                              <a:latin typeface="Cambria Math" panose="02040503050406030204" pitchFamily="18" charset="0"/>
                            </a:rPr>
                            <m:t>𝑐</m:t>
                          </m:r>
                        </m:e>
                        <m:sub>
                          <m:r>
                            <a:rPr lang="en-US" altLang="zh-CN" i="1">
                              <a:latin typeface="Cambria Math" panose="02040503050406030204" pitchFamily="18" charset="0"/>
                            </a:rPr>
                            <m:t>0</m:t>
                          </m:r>
                        </m:sub>
                      </m:sSub>
                      <m:r>
                        <a:rPr lang="en-US" altLang="zh-CN" i="1">
                          <a:latin typeface="Cambria Math" panose="02040503050406030204" pitchFamily="18" charset="0"/>
                        </a:rPr>
                        <m:t>𝑦</m:t>
                      </m:r>
                      <m:r>
                        <a:rPr lang="en-US" altLang="zh-CN" i="1">
                          <a:latin typeface="Cambria Math" panose="02040503050406030204" pitchFamily="18" charset="0"/>
                        </a:rPr>
                        <m:t>+</m:t>
                      </m:r>
                      <m:sSub>
                        <m:sSubPr>
                          <m:ctrlPr>
                            <a:rPr lang="zh-CN" altLang="zh-CN" i="1">
                              <a:latin typeface="Cambria Math" panose="02040503050406030204" pitchFamily="18" charset="0"/>
                            </a:rPr>
                          </m:ctrlPr>
                        </m:sSubPr>
                        <m:e>
                          <m:r>
                            <a:rPr lang="en-US" altLang="zh-CN" i="1">
                              <a:latin typeface="Cambria Math" panose="02040503050406030204" pitchFamily="18" charset="0"/>
                            </a:rPr>
                            <m:t>𝑐</m:t>
                          </m:r>
                        </m:e>
                        <m:sub>
                          <m:r>
                            <a:rPr lang="en-US" altLang="zh-CN" i="1">
                              <a:latin typeface="Cambria Math" panose="02040503050406030204" pitchFamily="18" charset="0"/>
                            </a:rPr>
                            <m:t>1</m:t>
                          </m:r>
                        </m:sub>
                      </m:sSub>
                      <m:r>
                        <a:rPr lang="en-US" altLang="zh-CN" i="1">
                          <a:latin typeface="Cambria Math" panose="02040503050406030204" pitchFamily="18" charset="0"/>
                        </a:rPr>
                        <m:t>,     </m:t>
                      </m:r>
                      <m:r>
                        <a:rPr lang="en-US" altLang="zh-CN" i="1">
                          <a:latin typeface="Cambria Math" panose="02040503050406030204" pitchFamily="18" charset="0"/>
                        </a:rPr>
                        <m:t>𝑦</m:t>
                      </m:r>
                      <m:r>
                        <a:rPr lang="en-US" altLang="zh-CN" i="1">
                          <a:latin typeface="Cambria Math" panose="02040503050406030204" pitchFamily="18" charset="0"/>
                        </a:rPr>
                        <m:t>(0)=</m:t>
                      </m:r>
                      <m:sSub>
                        <m:sSubPr>
                          <m:ctrlPr>
                            <a:rPr lang="zh-CN" altLang="zh-CN" i="1">
                              <a:latin typeface="Cambria Math" panose="02040503050406030204" pitchFamily="18" charset="0"/>
                            </a:rPr>
                          </m:ctrlPr>
                        </m:sSubPr>
                        <m:e>
                          <m:r>
                            <a:rPr lang="en-US" altLang="zh-CN" i="1">
                              <a:latin typeface="Cambria Math" panose="02040503050406030204" pitchFamily="18" charset="0"/>
                            </a:rPr>
                            <m:t>𝑦</m:t>
                          </m:r>
                        </m:e>
                        <m:sub>
                          <m:r>
                            <a:rPr lang="en-US" altLang="zh-CN" i="1">
                              <a:latin typeface="Cambria Math" panose="02040503050406030204" pitchFamily="18" charset="0"/>
                            </a:rPr>
                            <m:t>0</m:t>
                          </m:r>
                        </m:sub>
                      </m:sSub>
                      <m:r>
                        <a:rPr lang="en-US" altLang="zh-CN" i="1">
                          <a:latin typeface="Cambria Math" panose="02040503050406030204" pitchFamily="18" charset="0"/>
                        </a:rPr>
                        <m:t>=</m:t>
                      </m:r>
                      <m:r>
                        <a:rPr lang="en-US" altLang="zh-CN" i="1">
                          <a:latin typeface="Cambria Math" panose="02040503050406030204" pitchFamily="18" charset="0"/>
                        </a:rPr>
                        <m:t>𝑉</m:t>
                      </m:r>
                      <m:r>
                        <a:rPr lang="en-US" altLang="zh-CN" i="1">
                          <a:latin typeface="Cambria Math" panose="02040503050406030204" pitchFamily="18" charset="0"/>
                        </a:rPr>
                        <m:t>(0)=</m:t>
                      </m:r>
                      <m:sSub>
                        <m:sSubPr>
                          <m:ctrlPr>
                            <a:rPr lang="zh-CN" altLang="zh-CN" i="1">
                              <a:latin typeface="Cambria Math" panose="02040503050406030204" pitchFamily="18" charset="0"/>
                            </a:rPr>
                          </m:ctrlPr>
                        </m:sSubPr>
                        <m:e>
                          <m:r>
                            <a:rPr lang="en-US" altLang="zh-CN" i="1">
                              <a:latin typeface="Cambria Math" panose="02040503050406030204" pitchFamily="18" charset="0"/>
                            </a:rPr>
                            <m:t>𝑉</m:t>
                          </m:r>
                        </m:e>
                        <m:sub>
                          <m:r>
                            <a:rPr lang="en-US" altLang="zh-CN" i="1">
                              <a:latin typeface="Cambria Math" panose="02040503050406030204" pitchFamily="18" charset="0"/>
                            </a:rPr>
                            <m:t>0</m:t>
                          </m:r>
                        </m:sub>
                      </m:sSub>
                    </m:oMath>
                  </m:oMathPara>
                </a14:m>
                <a:endParaRPr lang="en-US" altLang="zh-CN" i="1" dirty="0"/>
              </a:p>
              <a:p>
                <a:pPr marL="118872" indent="0">
                  <a:lnSpc>
                    <a:spcPct val="160000"/>
                  </a:lnSpc>
                  <a:buNone/>
                </a:pPr>
                <a:r>
                  <a:rPr lang="zh-CN" altLang="en-US" dirty="0"/>
                  <a:t>即可。</a:t>
                </a:r>
                <a:endParaRPr lang="en-US" altLang="zh-CN" dirty="0"/>
              </a:p>
              <a:p>
                <a:pPr marL="118872" indent="0">
                  <a:lnSpc>
                    <a:spcPct val="140000"/>
                  </a:lnSpc>
                  <a:buNone/>
                </a:pPr>
                <a:endParaRPr lang="en-US" altLang="zh-CN" dirty="0"/>
              </a:p>
              <a:p>
                <a:pPr>
                  <a:lnSpc>
                    <a:spcPct val="140000"/>
                  </a:lnSpc>
                </a:pPr>
                <a14:m>
                  <m:oMath xmlns:m="http://schemas.openxmlformats.org/officeDocument/2006/math">
                    <m:r>
                      <a:rPr lang="zh-CN" altLang="en-US" b="1" i="1" smtClean="0">
                        <a:solidFill>
                          <a:schemeClr val="bg1"/>
                        </a:solidFill>
                        <a:latin typeface="Cambria Math" panose="02040503050406030204" pitchFamily="18" charset="0"/>
                      </a:rPr>
                      <m:t>要</m:t>
                    </m:r>
                  </m:oMath>
                </a14:m>
                <a:r>
                  <a:rPr lang="zh-CN" altLang="zh-CN" b="1" dirty="0"/>
                  <a:t>用</a:t>
                </a:r>
                <a:r>
                  <a:rPr lang="en-US" altLang="zh-CN" b="1" dirty="0" err="1"/>
                  <a:t>Gronwall</a:t>
                </a:r>
                <a:r>
                  <a:rPr lang="en-US" altLang="zh-CN" b="1" dirty="0"/>
                  <a:t>-Bellman</a:t>
                </a:r>
                <a:r>
                  <a:rPr lang="zh-CN" altLang="zh-CN" b="1" dirty="0"/>
                  <a:t>不等式</a:t>
                </a:r>
                <a:r>
                  <a:rPr lang="zh-CN" altLang="en-US" b="1" dirty="0"/>
                  <a:t>，可对不等式积分</a:t>
                </a:r>
                <a:endParaRPr lang="en-US" altLang="zh-CN" b="1" dirty="0"/>
              </a:p>
              <a:p>
                <a:pPr marL="118872" indent="0">
                  <a:lnSpc>
                    <a:spcPct val="110000"/>
                  </a:lnSpc>
                  <a:buNone/>
                </a:pPr>
                <a14:m>
                  <m:oMathPara xmlns:m="http://schemas.openxmlformats.org/officeDocument/2006/math">
                    <m:oMathParaPr>
                      <m:jc m:val="centerGroup"/>
                    </m:oMathParaPr>
                    <m:oMath xmlns:m="http://schemas.openxmlformats.org/officeDocument/2006/math">
                      <m:r>
                        <a:rPr lang="en-US" altLang="zh-CN" i="1">
                          <a:latin typeface="Cambria Math" panose="02040503050406030204" pitchFamily="18" charset="0"/>
                        </a:rPr>
                        <m:t>𝑉</m:t>
                      </m:r>
                      <m:d>
                        <m:dPr>
                          <m:ctrlPr>
                            <a:rPr lang="en-US" altLang="zh-CN" i="1">
                              <a:latin typeface="Cambria Math" panose="02040503050406030204" pitchFamily="18" charset="0"/>
                            </a:rPr>
                          </m:ctrlPr>
                        </m:dPr>
                        <m:e>
                          <m:r>
                            <a:rPr lang="en-US" altLang="zh-CN" i="1">
                              <a:latin typeface="Cambria Math" panose="02040503050406030204" pitchFamily="18" charset="0"/>
                            </a:rPr>
                            <m:t>𝑡</m:t>
                          </m:r>
                        </m:e>
                      </m:d>
                      <m:r>
                        <a:rPr lang="en-US" altLang="zh-CN" i="1">
                          <a:latin typeface="Cambria Math" panose="02040503050406030204" pitchFamily="18" charset="0"/>
                        </a:rPr>
                        <m:t>−</m:t>
                      </m:r>
                      <m:sSub>
                        <m:sSubPr>
                          <m:ctrlPr>
                            <a:rPr lang="zh-CN" altLang="zh-CN" i="1">
                              <a:latin typeface="Cambria Math" panose="02040503050406030204" pitchFamily="18" charset="0"/>
                            </a:rPr>
                          </m:ctrlPr>
                        </m:sSubPr>
                        <m:e>
                          <m:r>
                            <a:rPr lang="en-US" altLang="zh-CN" i="1">
                              <a:latin typeface="Cambria Math" panose="02040503050406030204" pitchFamily="18" charset="0"/>
                            </a:rPr>
                            <m:t>𝑉</m:t>
                          </m:r>
                        </m:e>
                        <m:sub>
                          <m:r>
                            <a:rPr lang="en-US" altLang="zh-CN" i="1">
                              <a:latin typeface="Cambria Math" panose="02040503050406030204" pitchFamily="18" charset="0"/>
                            </a:rPr>
                            <m:t>0</m:t>
                          </m:r>
                        </m:sub>
                      </m:sSub>
                      <m:r>
                        <a:rPr lang="en-US" altLang="zh-CN" i="1">
                          <a:latin typeface="Cambria Math" panose="02040503050406030204" pitchFamily="18" charset="0"/>
                        </a:rPr>
                        <m:t>≤</m:t>
                      </m:r>
                      <m:sSub>
                        <m:sSubPr>
                          <m:ctrlPr>
                            <a:rPr lang="zh-CN" altLang="zh-CN" i="1">
                              <a:latin typeface="Cambria Math" panose="02040503050406030204" pitchFamily="18" charset="0"/>
                            </a:rPr>
                          </m:ctrlPr>
                        </m:sSubPr>
                        <m:e>
                          <m:r>
                            <a:rPr lang="en-US" altLang="zh-CN" i="1">
                              <a:latin typeface="Cambria Math" panose="02040503050406030204" pitchFamily="18" charset="0"/>
                            </a:rPr>
                            <m:t>𝑐</m:t>
                          </m:r>
                        </m:e>
                        <m:sub>
                          <m:r>
                            <a:rPr lang="en-US" altLang="zh-CN" i="1">
                              <a:latin typeface="Cambria Math" panose="02040503050406030204" pitchFamily="18" charset="0"/>
                            </a:rPr>
                            <m:t>1</m:t>
                          </m:r>
                        </m:sub>
                      </m:sSub>
                      <m:r>
                        <a:rPr lang="en-US" altLang="zh-CN" i="1">
                          <a:latin typeface="Cambria Math" panose="02040503050406030204" pitchFamily="18" charset="0"/>
                        </a:rPr>
                        <m:t>𝑡</m:t>
                      </m:r>
                      <m:r>
                        <a:rPr lang="en-US" altLang="zh-CN" i="1">
                          <a:latin typeface="Cambria Math" panose="02040503050406030204" pitchFamily="18" charset="0"/>
                        </a:rPr>
                        <m:t>+</m:t>
                      </m:r>
                      <m:nary>
                        <m:naryPr>
                          <m:ctrlPr>
                            <a:rPr lang="zh-CN" altLang="zh-CN" i="1">
                              <a:latin typeface="Cambria Math" panose="02040503050406030204" pitchFamily="18" charset="0"/>
                            </a:rPr>
                          </m:ctrlPr>
                        </m:naryPr>
                        <m:sub>
                          <m:r>
                            <a:rPr lang="en-US" altLang="zh-CN" i="1">
                              <a:latin typeface="Cambria Math" panose="02040503050406030204" pitchFamily="18" charset="0"/>
                            </a:rPr>
                            <m:t>0</m:t>
                          </m:r>
                        </m:sub>
                        <m:sup>
                          <m:r>
                            <a:rPr lang="en-US" altLang="zh-CN" i="1">
                              <a:latin typeface="Cambria Math" panose="02040503050406030204" pitchFamily="18" charset="0"/>
                            </a:rPr>
                            <m:t>𝑡</m:t>
                          </m:r>
                        </m:sup>
                        <m:e>
                          <m:sSub>
                            <m:sSubPr>
                              <m:ctrlPr>
                                <a:rPr lang="zh-CN" altLang="zh-CN" i="1">
                                  <a:latin typeface="Cambria Math" panose="02040503050406030204" pitchFamily="18" charset="0"/>
                                </a:rPr>
                              </m:ctrlPr>
                            </m:sSubPr>
                            <m:e>
                              <m:r>
                                <a:rPr lang="en-US" altLang="zh-CN" i="1">
                                  <a:latin typeface="Cambria Math" panose="02040503050406030204" pitchFamily="18" charset="0"/>
                                </a:rPr>
                                <m:t>𝑐</m:t>
                              </m:r>
                            </m:e>
                            <m:sub>
                              <m:r>
                                <a:rPr lang="en-US" altLang="zh-CN" i="1">
                                  <a:latin typeface="Cambria Math" panose="02040503050406030204" pitchFamily="18" charset="0"/>
                                </a:rPr>
                                <m:t>0</m:t>
                              </m:r>
                            </m:sub>
                          </m:sSub>
                          <m:r>
                            <a:rPr lang="en-US" altLang="zh-CN" i="1">
                              <a:latin typeface="Cambria Math" panose="02040503050406030204" pitchFamily="18" charset="0"/>
                            </a:rPr>
                            <m:t>𝑉</m:t>
                          </m:r>
                          <m:d>
                            <m:dPr>
                              <m:ctrlPr>
                                <a:rPr lang="en-US" altLang="zh-CN" i="1">
                                  <a:latin typeface="Cambria Math" panose="02040503050406030204" pitchFamily="18" charset="0"/>
                                </a:rPr>
                              </m:ctrlPr>
                            </m:dPr>
                            <m:e>
                              <m:r>
                                <a:rPr lang="en-US" altLang="zh-CN" i="1">
                                  <a:latin typeface="Cambria Math" panose="02040503050406030204" pitchFamily="18" charset="0"/>
                                </a:rPr>
                                <m:t>𝑠</m:t>
                              </m:r>
                            </m:e>
                          </m:d>
                          <m:func>
                            <m:funcPr>
                              <m:ctrlPr>
                                <a:rPr lang="zh-CN" altLang="zh-CN" i="1">
                                  <a:latin typeface="Cambria Math" panose="02040503050406030204" pitchFamily="18" charset="0"/>
                                </a:rPr>
                              </m:ctrlPr>
                            </m:funcPr>
                            <m:fName>
                              <m:r>
                                <a:rPr lang="en-US" altLang="zh-CN" i="1">
                                  <a:latin typeface="Cambria Math" panose="02040503050406030204" pitchFamily="18" charset="0"/>
                                </a:rPr>
                                <m:t>𝑑</m:t>
                              </m:r>
                            </m:fName>
                            <m:e>
                              <m:r>
                                <a:rPr lang="en-US" altLang="zh-CN" i="1">
                                  <a:latin typeface="Cambria Math" panose="02040503050406030204" pitchFamily="18" charset="0"/>
                                </a:rPr>
                                <m:t>𝑠</m:t>
                              </m:r>
                            </m:e>
                          </m:func>
                        </m:e>
                      </m:nary>
                      <m:r>
                        <a:rPr lang="en-US" altLang="zh-CN" i="1">
                          <a:latin typeface="Cambria Math" panose="02040503050406030204" pitchFamily="18" charset="0"/>
                        </a:rPr>
                        <m:t>⇔</m:t>
                      </m:r>
                    </m:oMath>
                  </m:oMathPara>
                </a14:m>
                <a:endParaRPr lang="en-US" altLang="zh-CN" i="1" dirty="0"/>
              </a:p>
              <a:p>
                <a:pPr marL="118872" indent="0">
                  <a:lnSpc>
                    <a:spcPct val="110000"/>
                  </a:lnSpc>
                  <a:buNone/>
                </a:pPr>
                <a14:m>
                  <m:oMathPara xmlns:m="http://schemas.openxmlformats.org/officeDocument/2006/math">
                    <m:oMathParaPr>
                      <m:jc m:val="centerGroup"/>
                    </m:oMathParaPr>
                    <m:oMath xmlns:m="http://schemas.openxmlformats.org/officeDocument/2006/math">
                      <m:r>
                        <a:rPr lang="en-US" altLang="zh-CN" i="1" smtClean="0">
                          <a:solidFill>
                            <a:srgbClr val="FFFF00"/>
                          </a:solidFill>
                          <a:latin typeface="Cambria Math" panose="02040503050406030204" pitchFamily="18" charset="0"/>
                        </a:rPr>
                        <m:t>𝑉</m:t>
                      </m:r>
                      <m:r>
                        <a:rPr lang="en-US" altLang="zh-CN" i="1" smtClean="0">
                          <a:solidFill>
                            <a:srgbClr val="FFFF00"/>
                          </a:solidFill>
                          <a:latin typeface="Cambria Math" panose="02040503050406030204" pitchFamily="18" charset="0"/>
                        </a:rPr>
                        <m:t>(</m:t>
                      </m:r>
                      <m:r>
                        <a:rPr lang="en-US" altLang="zh-CN" i="1" smtClean="0">
                          <a:solidFill>
                            <a:srgbClr val="FFFF00"/>
                          </a:solidFill>
                          <a:latin typeface="Cambria Math" panose="02040503050406030204" pitchFamily="18" charset="0"/>
                        </a:rPr>
                        <m:t>𝑡</m:t>
                      </m:r>
                      <m:r>
                        <a:rPr lang="en-US" altLang="zh-CN" i="1" smtClean="0">
                          <a:solidFill>
                            <a:srgbClr val="FFFF00"/>
                          </a:solidFill>
                          <a:latin typeface="Cambria Math" panose="02040503050406030204" pitchFamily="18" charset="0"/>
                        </a:rPr>
                        <m:t>)≤</m:t>
                      </m:r>
                      <m:sSub>
                        <m:sSubPr>
                          <m:ctrlPr>
                            <a:rPr lang="zh-CN" altLang="zh-CN" i="1">
                              <a:solidFill>
                                <a:srgbClr val="FFFF00"/>
                              </a:solidFill>
                              <a:latin typeface="Cambria Math" panose="02040503050406030204" pitchFamily="18" charset="0"/>
                            </a:rPr>
                          </m:ctrlPr>
                        </m:sSubPr>
                        <m:e>
                          <m:r>
                            <a:rPr lang="en-US" altLang="zh-CN" i="1">
                              <a:solidFill>
                                <a:srgbClr val="FFFF00"/>
                              </a:solidFill>
                              <a:latin typeface="Cambria Math" panose="02040503050406030204" pitchFamily="18" charset="0"/>
                            </a:rPr>
                            <m:t>𝑉</m:t>
                          </m:r>
                        </m:e>
                        <m:sub>
                          <m:r>
                            <a:rPr lang="en-US" altLang="zh-CN" i="1">
                              <a:solidFill>
                                <a:srgbClr val="FFFF00"/>
                              </a:solidFill>
                              <a:latin typeface="Cambria Math" panose="02040503050406030204" pitchFamily="18" charset="0"/>
                            </a:rPr>
                            <m:t>0</m:t>
                          </m:r>
                        </m:sub>
                      </m:sSub>
                      <m:r>
                        <a:rPr lang="en-US" altLang="zh-CN" i="1">
                          <a:solidFill>
                            <a:srgbClr val="FFFF00"/>
                          </a:solidFill>
                          <a:latin typeface="Cambria Math" panose="02040503050406030204" pitchFamily="18" charset="0"/>
                        </a:rPr>
                        <m:t>+</m:t>
                      </m:r>
                      <m:sSub>
                        <m:sSubPr>
                          <m:ctrlPr>
                            <a:rPr lang="zh-CN" altLang="zh-CN" i="1">
                              <a:solidFill>
                                <a:srgbClr val="FFFF00"/>
                              </a:solidFill>
                              <a:latin typeface="Cambria Math" panose="02040503050406030204" pitchFamily="18" charset="0"/>
                            </a:rPr>
                          </m:ctrlPr>
                        </m:sSubPr>
                        <m:e>
                          <m:r>
                            <a:rPr lang="en-US" altLang="zh-CN" i="1">
                              <a:solidFill>
                                <a:srgbClr val="FFFF00"/>
                              </a:solidFill>
                              <a:latin typeface="Cambria Math" panose="02040503050406030204" pitchFamily="18" charset="0"/>
                            </a:rPr>
                            <m:t>𝑐</m:t>
                          </m:r>
                        </m:e>
                        <m:sub>
                          <m:r>
                            <a:rPr lang="en-US" altLang="zh-CN" i="1">
                              <a:solidFill>
                                <a:srgbClr val="FFFF00"/>
                              </a:solidFill>
                              <a:latin typeface="Cambria Math" panose="02040503050406030204" pitchFamily="18" charset="0"/>
                            </a:rPr>
                            <m:t>1</m:t>
                          </m:r>
                        </m:sub>
                      </m:sSub>
                      <m:r>
                        <a:rPr lang="en-US" altLang="zh-CN" i="1">
                          <a:solidFill>
                            <a:srgbClr val="FFFF00"/>
                          </a:solidFill>
                          <a:latin typeface="Cambria Math" panose="02040503050406030204" pitchFamily="18" charset="0"/>
                        </a:rPr>
                        <m:t>𝑡</m:t>
                      </m:r>
                      <m:r>
                        <a:rPr lang="en-US" altLang="zh-CN" i="1">
                          <a:solidFill>
                            <a:srgbClr val="FFFF00"/>
                          </a:solidFill>
                          <a:latin typeface="Cambria Math" panose="02040503050406030204" pitchFamily="18" charset="0"/>
                        </a:rPr>
                        <m:t>+</m:t>
                      </m:r>
                      <m:nary>
                        <m:naryPr>
                          <m:ctrlPr>
                            <a:rPr lang="zh-CN" altLang="zh-CN" i="1">
                              <a:solidFill>
                                <a:srgbClr val="FFFF00"/>
                              </a:solidFill>
                              <a:latin typeface="Cambria Math" panose="02040503050406030204" pitchFamily="18" charset="0"/>
                            </a:rPr>
                          </m:ctrlPr>
                        </m:naryPr>
                        <m:sub>
                          <m:r>
                            <a:rPr lang="en-US" altLang="zh-CN" i="1">
                              <a:solidFill>
                                <a:srgbClr val="FFFF00"/>
                              </a:solidFill>
                              <a:latin typeface="Cambria Math" panose="02040503050406030204" pitchFamily="18" charset="0"/>
                            </a:rPr>
                            <m:t>0</m:t>
                          </m:r>
                        </m:sub>
                        <m:sup>
                          <m:r>
                            <a:rPr lang="en-US" altLang="zh-CN" i="1">
                              <a:solidFill>
                                <a:srgbClr val="FFFF00"/>
                              </a:solidFill>
                              <a:latin typeface="Cambria Math" panose="02040503050406030204" pitchFamily="18" charset="0"/>
                            </a:rPr>
                            <m:t>𝑡</m:t>
                          </m:r>
                        </m:sup>
                        <m:e>
                          <m:sSub>
                            <m:sSubPr>
                              <m:ctrlPr>
                                <a:rPr lang="zh-CN" altLang="zh-CN" i="1">
                                  <a:solidFill>
                                    <a:srgbClr val="FFFF00"/>
                                  </a:solidFill>
                                  <a:latin typeface="Cambria Math" panose="02040503050406030204" pitchFamily="18" charset="0"/>
                                </a:rPr>
                              </m:ctrlPr>
                            </m:sSubPr>
                            <m:e>
                              <m:r>
                                <a:rPr lang="en-US" altLang="zh-CN" i="1">
                                  <a:solidFill>
                                    <a:srgbClr val="FFFF00"/>
                                  </a:solidFill>
                                  <a:latin typeface="Cambria Math" panose="02040503050406030204" pitchFamily="18" charset="0"/>
                                </a:rPr>
                                <m:t>𝑐</m:t>
                              </m:r>
                            </m:e>
                            <m:sub>
                              <m:r>
                                <a:rPr lang="en-US" altLang="zh-CN" i="1">
                                  <a:solidFill>
                                    <a:srgbClr val="FFFF00"/>
                                  </a:solidFill>
                                  <a:latin typeface="Cambria Math" panose="02040503050406030204" pitchFamily="18" charset="0"/>
                                </a:rPr>
                                <m:t>0</m:t>
                              </m:r>
                            </m:sub>
                          </m:sSub>
                          <m:r>
                            <a:rPr lang="en-US" altLang="zh-CN" i="1">
                              <a:solidFill>
                                <a:srgbClr val="FFFF00"/>
                              </a:solidFill>
                              <a:latin typeface="Cambria Math" panose="02040503050406030204" pitchFamily="18" charset="0"/>
                            </a:rPr>
                            <m:t>𝑉</m:t>
                          </m:r>
                          <m:r>
                            <a:rPr lang="en-US" altLang="zh-CN" i="1">
                              <a:solidFill>
                                <a:srgbClr val="FFFF00"/>
                              </a:solidFill>
                              <a:latin typeface="Cambria Math" panose="02040503050406030204" pitchFamily="18" charset="0"/>
                            </a:rPr>
                            <m:t>(</m:t>
                          </m:r>
                          <m:r>
                            <a:rPr lang="en-US" altLang="zh-CN" i="1">
                              <a:solidFill>
                                <a:srgbClr val="FFFF00"/>
                              </a:solidFill>
                              <a:latin typeface="Cambria Math" panose="02040503050406030204" pitchFamily="18" charset="0"/>
                            </a:rPr>
                            <m:t>𝑠</m:t>
                          </m:r>
                          <m:r>
                            <a:rPr lang="en-US" altLang="zh-CN" i="1">
                              <a:solidFill>
                                <a:srgbClr val="FFFF00"/>
                              </a:solidFill>
                              <a:latin typeface="Cambria Math" panose="02040503050406030204" pitchFamily="18" charset="0"/>
                            </a:rPr>
                            <m:t>)</m:t>
                          </m:r>
                          <m:func>
                            <m:funcPr>
                              <m:ctrlPr>
                                <a:rPr lang="zh-CN" altLang="zh-CN" i="1">
                                  <a:solidFill>
                                    <a:srgbClr val="FFFF00"/>
                                  </a:solidFill>
                                  <a:latin typeface="Cambria Math" panose="02040503050406030204" pitchFamily="18" charset="0"/>
                                </a:rPr>
                              </m:ctrlPr>
                            </m:funcPr>
                            <m:fName>
                              <m:r>
                                <a:rPr lang="en-US" altLang="zh-CN" i="1">
                                  <a:solidFill>
                                    <a:srgbClr val="FFFF00"/>
                                  </a:solidFill>
                                  <a:latin typeface="Cambria Math" panose="02040503050406030204" pitchFamily="18" charset="0"/>
                                </a:rPr>
                                <m:t>𝑑</m:t>
                              </m:r>
                            </m:fName>
                            <m:e>
                              <m:r>
                                <a:rPr lang="en-US" altLang="zh-CN" i="1">
                                  <a:solidFill>
                                    <a:srgbClr val="FFFF00"/>
                                  </a:solidFill>
                                  <a:latin typeface="Cambria Math" panose="02040503050406030204" pitchFamily="18" charset="0"/>
                                </a:rPr>
                                <m:t>𝑠</m:t>
                              </m:r>
                            </m:e>
                          </m:func>
                        </m:e>
                      </m:nary>
                    </m:oMath>
                  </m:oMathPara>
                </a14:m>
                <a:endParaRPr lang="zh-CN" altLang="en-US" dirty="0">
                  <a:solidFill>
                    <a:schemeClr val="bg1"/>
                  </a:solidFill>
                </a:endParaRPr>
              </a:p>
            </p:txBody>
          </p:sp>
        </mc:Choice>
        <mc:Fallback xmlns="">
          <p:sp>
            <p:nvSpPr>
              <p:cNvPr id="3" name="内容占位符 2">
                <a:extLst>
                  <a:ext uri="{FF2B5EF4-FFF2-40B4-BE49-F238E27FC236}">
                    <a16:creationId xmlns:a16="http://schemas.microsoft.com/office/drawing/2014/main" id="{5EC510CB-31A7-15C4-B54E-68E4FB1B5BC3}"/>
                  </a:ext>
                </a:extLst>
              </p:cNvPr>
              <p:cNvSpPr>
                <a:spLocks noGrp="1" noRot="1" noChangeAspect="1" noMove="1" noResize="1" noEditPoints="1" noAdjustHandles="1" noChangeArrowheads="1" noChangeShapeType="1" noTextEdit="1"/>
              </p:cNvSpPr>
              <p:nvPr>
                <p:ph idx="1"/>
              </p:nvPr>
            </p:nvSpPr>
            <p:spPr>
              <a:xfrm>
                <a:off x="457200" y="1196752"/>
                <a:ext cx="8229600" cy="5554567"/>
              </a:xfrm>
              <a:blipFill>
                <a:blip r:embed="rId3"/>
                <a:stretch>
                  <a:fillRect l="-444"/>
                </a:stretch>
              </a:blipFill>
            </p:spPr>
            <p:txBody>
              <a:bodyPr/>
              <a:lstStyle/>
              <a:p>
                <a:r>
                  <a:rPr lang="zh-CN" altLang="en-US">
                    <a:noFill/>
                  </a:rPr>
                  <a:t> </a:t>
                </a:r>
              </a:p>
            </p:txBody>
          </p:sp>
        </mc:Fallback>
      </mc:AlternateContent>
      <p:sp>
        <p:nvSpPr>
          <p:cNvPr id="4" name="灯片编号占位符 3">
            <a:extLst>
              <a:ext uri="{FF2B5EF4-FFF2-40B4-BE49-F238E27FC236}">
                <a16:creationId xmlns:a16="http://schemas.microsoft.com/office/drawing/2014/main" id="{01377D97-3F8B-0604-698B-5D4B08E60DA6}"/>
              </a:ext>
            </a:extLst>
          </p:cNvPr>
          <p:cNvSpPr>
            <a:spLocks noGrp="1"/>
          </p:cNvSpPr>
          <p:nvPr>
            <p:ph type="sldNum" sz="quarter" idx="12"/>
          </p:nvPr>
        </p:nvSpPr>
        <p:spPr/>
        <p:txBody>
          <a:bodyPr/>
          <a:lstStyle/>
          <a:p>
            <a:fld id="{58C210BB-F110-452C-89E7-9EA0A8D47DCE}" type="slidenum">
              <a:rPr lang="zh-CN" altLang="en-US" smtClean="0"/>
              <a:pPr/>
              <a:t>60</a:t>
            </a:fld>
            <a:endParaRPr lang="zh-CN" altLang="en-US"/>
          </a:p>
        </p:txBody>
      </p:sp>
      <p:sp>
        <p:nvSpPr>
          <p:cNvPr id="10" name="Rectangle 2">
            <a:extLst>
              <a:ext uri="{FF2B5EF4-FFF2-40B4-BE49-F238E27FC236}">
                <a16:creationId xmlns:a16="http://schemas.microsoft.com/office/drawing/2014/main" id="{C226D9F9-EF6A-CD52-5B58-C95626F7A706}"/>
              </a:ext>
            </a:extLst>
          </p:cNvPr>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en-US" sz="12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分析函数</a:t>
            </a:r>
            <a:endParaRPr kumimoji="0" lang="zh-CN" altLang="en-US" sz="1800" b="0" i="0" u="none" strike="noStrike" cap="none" normalizeH="0" baseline="0">
              <a:ln>
                <a:noFill/>
              </a:ln>
              <a:solidFill>
                <a:schemeClr val="tx1"/>
              </a:solidFill>
              <a:effectLst/>
              <a:latin typeface="Arial" panose="020B0604020202020204" pitchFamily="34" charset="0"/>
            </a:endParaRPr>
          </a:p>
        </p:txBody>
      </p:sp>
      <p:graphicFrame>
        <p:nvGraphicFramePr>
          <p:cNvPr id="11" name="对象 10">
            <a:extLst>
              <a:ext uri="{FF2B5EF4-FFF2-40B4-BE49-F238E27FC236}">
                <a16:creationId xmlns:a16="http://schemas.microsoft.com/office/drawing/2014/main" id="{43987BD4-7DC9-5921-DC3A-4E2DA7A539E0}"/>
              </a:ext>
            </a:extLst>
          </p:cNvPr>
          <p:cNvGraphicFramePr>
            <a:graphicFrameLocks noChangeAspect="1"/>
          </p:cNvGraphicFramePr>
          <p:nvPr/>
        </p:nvGraphicFramePr>
        <p:xfrm>
          <a:off x="0" y="0"/>
          <a:ext cx="254000" cy="177800"/>
        </p:xfrm>
        <a:graphic>
          <a:graphicData uri="http://schemas.openxmlformats.org/presentationml/2006/ole">
            <mc:AlternateContent xmlns:mc="http://schemas.openxmlformats.org/markup-compatibility/2006">
              <mc:Choice xmlns:v="urn:schemas-microsoft-com:vml" Requires="v">
                <p:oleObj name="Equation" r:id="rId4" imgW="253670" imgH="177569" progId="Equation.DSMT4">
                  <p:embed/>
                </p:oleObj>
              </mc:Choice>
              <mc:Fallback>
                <p:oleObj name="Equation" r:id="rId4" imgW="253670" imgH="177569" progId="Equation.DSMT4">
                  <p:embed/>
                  <p:pic>
                    <p:nvPicPr>
                      <p:cNvPr id="11" name="对象 10">
                        <a:extLst>
                          <a:ext uri="{FF2B5EF4-FFF2-40B4-BE49-F238E27FC236}">
                            <a16:creationId xmlns:a16="http://schemas.microsoft.com/office/drawing/2014/main" id="{1BDCC612-630C-FFF9-6C4C-23982884FDE1}"/>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0" y="0"/>
                        <a:ext cx="254000" cy="1778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2" name="Rectangle 3">
            <a:extLst>
              <a:ext uri="{FF2B5EF4-FFF2-40B4-BE49-F238E27FC236}">
                <a16:creationId xmlns:a16="http://schemas.microsoft.com/office/drawing/2014/main" id="{A9F4F723-B73D-C821-D480-F04A86883F49}"/>
              </a:ext>
            </a:extLst>
          </p:cNvPr>
          <p:cNvSpPr>
            <a:spLocks noChangeArrowheads="1"/>
          </p:cNvSpPr>
          <p:nvPr/>
        </p:nvSpPr>
        <p:spPr bwMode="auto">
          <a:xfrm>
            <a:off x="0" y="1778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en-US" sz="12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的上界</a:t>
            </a:r>
            <a:r>
              <a:rPr kumimoji="0" lang="zh-CN" altLang="en-US" sz="600" b="0" i="0" u="none" strike="noStrike" cap="none" normalizeH="0" baseline="0">
                <a:ln>
                  <a:noFill/>
                </a:ln>
                <a:solidFill>
                  <a:schemeClr val="tx1"/>
                </a:solidFill>
                <a:effectLst/>
              </a:rPr>
              <a:t> </a:t>
            </a:r>
            <a:endParaRPr kumimoji="0" lang="zh-CN" altLang="en-US" sz="1800" b="0" i="0" u="none" strike="noStrike" cap="none" normalizeH="0" baseline="0">
              <a:ln>
                <a:noFill/>
              </a:ln>
              <a:solidFill>
                <a:schemeClr val="tx1"/>
              </a:solidFill>
              <a:effectLst/>
              <a:latin typeface="Arial" panose="020B0604020202020204" pitchFamily="34" charset="0"/>
            </a:endParaRPr>
          </a:p>
        </p:txBody>
      </p:sp>
      <p:sp>
        <p:nvSpPr>
          <p:cNvPr id="14" name="Rectangle 5">
            <a:extLst>
              <a:ext uri="{FF2B5EF4-FFF2-40B4-BE49-F238E27FC236}">
                <a16:creationId xmlns:a16="http://schemas.microsoft.com/office/drawing/2014/main" id="{3C0BE81B-B28C-8ECE-2F09-66BAEA4B5CC1}"/>
              </a:ext>
            </a:extLst>
          </p:cNvPr>
          <p:cNvSpPr>
            <a:spLocks noChangeArrowheads="1"/>
          </p:cNvSpPr>
          <p:nvPr/>
        </p:nvSpPr>
        <p:spPr bwMode="auto">
          <a:xfrm>
            <a:off x="152400" y="1524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en-US" sz="12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分析函数</a:t>
            </a:r>
            <a:endParaRPr kumimoji="0" lang="zh-CN" altLang="en-US" sz="1800" b="0" i="0" u="none" strike="noStrike" cap="none" normalizeH="0" baseline="0">
              <a:ln>
                <a:noFill/>
              </a:ln>
              <a:solidFill>
                <a:schemeClr val="tx1"/>
              </a:solidFill>
              <a:effectLst/>
              <a:latin typeface="Arial" panose="020B0604020202020204" pitchFamily="34" charset="0"/>
            </a:endParaRPr>
          </a:p>
        </p:txBody>
      </p:sp>
      <p:graphicFrame>
        <p:nvGraphicFramePr>
          <p:cNvPr id="15" name="对象 14">
            <a:extLst>
              <a:ext uri="{FF2B5EF4-FFF2-40B4-BE49-F238E27FC236}">
                <a16:creationId xmlns:a16="http://schemas.microsoft.com/office/drawing/2014/main" id="{6B38684F-2C51-EFCC-0199-BD1EEC537E20}"/>
              </a:ext>
            </a:extLst>
          </p:cNvPr>
          <p:cNvGraphicFramePr>
            <a:graphicFrameLocks noChangeAspect="1"/>
          </p:cNvGraphicFramePr>
          <p:nvPr/>
        </p:nvGraphicFramePr>
        <p:xfrm>
          <a:off x="152400" y="152400"/>
          <a:ext cx="254000" cy="177800"/>
        </p:xfrm>
        <a:graphic>
          <a:graphicData uri="http://schemas.openxmlformats.org/presentationml/2006/ole">
            <mc:AlternateContent xmlns:mc="http://schemas.openxmlformats.org/markup-compatibility/2006">
              <mc:Choice xmlns:v="urn:schemas-microsoft-com:vml" Requires="v">
                <p:oleObj name="Equation" r:id="rId6" imgW="253670" imgH="177569" progId="Equation.DSMT4">
                  <p:embed/>
                </p:oleObj>
              </mc:Choice>
              <mc:Fallback>
                <p:oleObj name="Equation" r:id="rId6" imgW="253670" imgH="177569" progId="Equation.DSMT4">
                  <p:embed/>
                  <p:pic>
                    <p:nvPicPr>
                      <p:cNvPr id="15" name="对象 14">
                        <a:extLst>
                          <a:ext uri="{FF2B5EF4-FFF2-40B4-BE49-F238E27FC236}">
                            <a16:creationId xmlns:a16="http://schemas.microsoft.com/office/drawing/2014/main" id="{8B48BDBF-511F-26EC-2C08-5F36130324D6}"/>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52400" y="152400"/>
                        <a:ext cx="254000" cy="1778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6" name="Rectangle 6">
            <a:extLst>
              <a:ext uri="{FF2B5EF4-FFF2-40B4-BE49-F238E27FC236}">
                <a16:creationId xmlns:a16="http://schemas.microsoft.com/office/drawing/2014/main" id="{89EEF5B5-E908-6D41-D2A6-97EBE5E28ECC}"/>
              </a:ext>
            </a:extLst>
          </p:cNvPr>
          <p:cNvSpPr>
            <a:spLocks noChangeArrowheads="1"/>
          </p:cNvSpPr>
          <p:nvPr/>
        </p:nvSpPr>
        <p:spPr bwMode="auto">
          <a:xfrm>
            <a:off x="152400" y="3302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en-US" sz="12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的上界</a:t>
            </a:r>
            <a:r>
              <a:rPr kumimoji="0" lang="zh-CN" altLang="en-US" sz="600" b="0" i="0" u="none" strike="noStrike" cap="none" normalizeH="0" baseline="0">
                <a:ln>
                  <a:noFill/>
                </a:ln>
                <a:solidFill>
                  <a:schemeClr val="tx1"/>
                </a:solidFill>
                <a:effectLst/>
              </a:rPr>
              <a:t> </a:t>
            </a:r>
            <a:endParaRPr kumimoji="0" lang="zh-CN" altLang="en-US"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4181024383"/>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CDA80C-C791-CDCC-81BB-7EA143E83EA6}"/>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6FD2A6B3-DD2B-F206-887B-F0FB6F43A7E7}"/>
              </a:ext>
            </a:extLst>
          </p:cNvPr>
          <p:cNvSpPr>
            <a:spLocks noGrp="1"/>
          </p:cNvSpPr>
          <p:nvPr>
            <p:ph type="title"/>
          </p:nvPr>
        </p:nvSpPr>
        <p:spPr/>
        <p:txBody>
          <a:bodyPr>
            <a:normAutofit fontScale="90000"/>
          </a:bodyPr>
          <a:lstStyle/>
          <a:p>
            <a:r>
              <a:rPr lang="zh-CN" altLang="en-US" dirty="0"/>
              <a:t>第</a:t>
            </a:r>
            <a:r>
              <a:rPr lang="en-US" altLang="zh-CN" dirty="0"/>
              <a:t>2</a:t>
            </a:r>
            <a:r>
              <a:rPr lang="zh-CN" altLang="en-US" dirty="0"/>
              <a:t>讲第</a:t>
            </a:r>
            <a:r>
              <a:rPr lang="en-US" altLang="zh-CN" dirty="0"/>
              <a:t>1</a:t>
            </a:r>
            <a:r>
              <a:rPr lang="zh-CN" altLang="en-US" dirty="0"/>
              <a:t>题、第</a:t>
            </a:r>
            <a:r>
              <a:rPr lang="en-US" altLang="zh-CN" dirty="0"/>
              <a:t>2</a:t>
            </a:r>
            <a:r>
              <a:rPr lang="zh-CN" altLang="en-US" dirty="0"/>
              <a:t>题、第</a:t>
            </a:r>
            <a:r>
              <a:rPr lang="en-US" altLang="zh-CN" dirty="0"/>
              <a:t>3</a:t>
            </a:r>
            <a:r>
              <a:rPr lang="zh-CN" altLang="en-US" dirty="0"/>
              <a:t>题</a:t>
            </a:r>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74EF45C9-56D2-8804-2074-23415C41424C}"/>
                  </a:ext>
                </a:extLst>
              </p:cNvPr>
              <p:cNvSpPr>
                <a:spLocks noGrp="1"/>
              </p:cNvSpPr>
              <p:nvPr>
                <p:ph idx="1"/>
              </p:nvPr>
            </p:nvSpPr>
            <p:spPr>
              <a:xfrm>
                <a:off x="457200" y="1196752"/>
                <a:ext cx="8229600" cy="5554567"/>
              </a:xfrm>
            </p:spPr>
            <p:txBody>
              <a:bodyPr>
                <a:normAutofit/>
              </a:bodyPr>
              <a:lstStyle/>
              <a:p>
                <a:pPr>
                  <a:lnSpc>
                    <a:spcPct val="140000"/>
                  </a:lnSpc>
                </a:pPr>
                <a:r>
                  <a:rPr lang="zh-CN" altLang="en-US" b="1" dirty="0">
                    <a:solidFill>
                      <a:srgbClr val="FFFF00"/>
                    </a:solidFill>
                  </a:rPr>
                  <a:t>径向无界条件的体会</a:t>
                </a:r>
                <a:endParaRPr lang="en-US" altLang="zh-CN" b="1" dirty="0">
                  <a:solidFill>
                    <a:srgbClr val="FFFF00"/>
                  </a:solidFill>
                </a:endParaRPr>
              </a:p>
              <a:p>
                <a:pPr>
                  <a:lnSpc>
                    <a:spcPct val="140000"/>
                  </a:lnSpc>
                </a:pPr>
                <a:r>
                  <a:rPr lang="zh-CN" altLang="en-US" b="1" dirty="0">
                    <a:solidFill>
                      <a:srgbClr val="FFFF00"/>
                    </a:solidFill>
                  </a:rPr>
                  <a:t>径向无界</a:t>
                </a:r>
                <a:r>
                  <a:rPr lang="zh-CN" altLang="en-US" b="1" dirty="0"/>
                  <a:t>（一种理解）：</a:t>
                </a:r>
                <a:br>
                  <a:rPr lang="en-US" altLang="zh-CN" b="1" dirty="0">
                    <a:solidFill>
                      <a:srgbClr val="FFFF00"/>
                    </a:solidFill>
                  </a:rPr>
                </a:br>
                <a14:m>
                  <m:oMath xmlns:m="http://schemas.openxmlformats.org/officeDocument/2006/math">
                    <m:r>
                      <a:rPr lang="zh-CN" altLang="en-US" sz="3200" i="1" smtClean="0">
                        <a:solidFill>
                          <a:schemeClr val="bg1"/>
                        </a:solidFill>
                        <a:latin typeface="Cambria Math" panose="02040503050406030204" pitchFamily="18" charset="0"/>
                      </a:rPr>
                      <m:t>𝑉</m:t>
                    </m:r>
                    <m:r>
                      <a:rPr lang="zh-CN" altLang="en-US" sz="3200" i="1" smtClean="0">
                        <a:solidFill>
                          <a:schemeClr val="bg1"/>
                        </a:solidFill>
                        <a:latin typeface="Cambria Math" panose="02040503050406030204" pitchFamily="18" charset="0"/>
                      </a:rPr>
                      <m:t>(</m:t>
                    </m:r>
                    <m:r>
                      <a:rPr lang="zh-CN" altLang="en-US" sz="3200" b="1" i="1" smtClean="0">
                        <a:solidFill>
                          <a:schemeClr val="bg1"/>
                        </a:solidFill>
                        <a:latin typeface="Cambria Math" panose="02040503050406030204" pitchFamily="18" charset="0"/>
                      </a:rPr>
                      <m:t>𝒙</m:t>
                    </m:r>
                    <m:r>
                      <a:rPr lang="zh-CN" altLang="en-US" sz="3200" i="1" smtClean="0">
                        <a:solidFill>
                          <a:schemeClr val="bg1"/>
                        </a:solidFill>
                        <a:latin typeface="Cambria Math" panose="02040503050406030204" pitchFamily="18" charset="0"/>
                      </a:rPr>
                      <m:t>)≤</m:t>
                    </m:r>
                    <m:r>
                      <a:rPr lang="zh-CN" altLang="en-US" sz="3200" i="1" smtClean="0">
                        <a:solidFill>
                          <a:schemeClr val="bg1"/>
                        </a:solidFill>
                        <a:latin typeface="Cambria Math" panose="02040503050406030204" pitchFamily="18" charset="0"/>
                      </a:rPr>
                      <m:t>𝑐</m:t>
                    </m:r>
                  </m:oMath>
                </a14:m>
                <a:r>
                  <a:rPr lang="zh-CN" altLang="en-US" sz="3200" b="1" dirty="0"/>
                  <a:t>对应集合是包围原点的</a:t>
                </a:r>
                <a:r>
                  <a:rPr lang="zh-CN" altLang="en-US" sz="3200" b="1" dirty="0">
                    <a:solidFill>
                      <a:srgbClr val="FFFF00"/>
                    </a:solidFill>
                  </a:rPr>
                  <a:t>有界闭</a:t>
                </a:r>
                <a:r>
                  <a:rPr lang="zh-CN" altLang="en-US" sz="3200" b="1" dirty="0"/>
                  <a:t>集</a:t>
                </a:r>
                <a:endParaRPr lang="en-US" altLang="zh-CN" sz="3200" b="1" dirty="0"/>
              </a:p>
              <a:p>
                <a:pPr marL="118872" indent="0">
                  <a:lnSpc>
                    <a:spcPct val="140000"/>
                  </a:lnSpc>
                  <a:buNone/>
                </a:pPr>
                <a:endParaRPr lang="en-US" altLang="zh-CN" sz="3200" b="1" i="1" dirty="0">
                  <a:latin typeface="Cambria Math" panose="02040503050406030204" pitchFamily="18" charset="0"/>
                </a:endParaRPr>
              </a:p>
              <a:p>
                <a:pPr marL="118872" indent="0">
                  <a:lnSpc>
                    <a:spcPct val="140000"/>
                  </a:lnSpc>
                  <a:buNone/>
                </a:pPr>
                <a14:m>
                  <m:oMathPara xmlns:m="http://schemas.openxmlformats.org/officeDocument/2006/math">
                    <m:oMathParaPr>
                      <m:jc m:val="centerGroup"/>
                    </m:oMathParaPr>
                    <m:oMath xmlns:m="http://schemas.openxmlformats.org/officeDocument/2006/math">
                      <m:r>
                        <a:rPr lang="zh-CN" altLang="en-US" sz="3200" b="1" i="1" smtClean="0">
                          <a:latin typeface="Cambria Math" panose="02040503050406030204" pitchFamily="18" charset="0"/>
                        </a:rPr>
                        <m:t>𝒙</m:t>
                      </m:r>
                      <m:r>
                        <a:rPr lang="zh-CN" altLang="en-US" sz="3200" i="1" smtClean="0">
                          <a:solidFill>
                            <a:schemeClr val="bg1"/>
                          </a:solidFill>
                          <a:latin typeface="Cambria Math" panose="02040503050406030204" pitchFamily="18" charset="0"/>
                        </a:rPr>
                        <m:t>→∞⇒</m:t>
                      </m:r>
                      <m:r>
                        <a:rPr lang="zh-CN" altLang="en-US" sz="3200" i="1" smtClean="0">
                          <a:solidFill>
                            <a:schemeClr val="bg1"/>
                          </a:solidFill>
                          <a:latin typeface="Cambria Math" panose="02040503050406030204" pitchFamily="18" charset="0"/>
                        </a:rPr>
                        <m:t>𝑉</m:t>
                      </m:r>
                      <m:r>
                        <a:rPr lang="zh-CN" altLang="en-US" sz="3200" i="1" smtClean="0">
                          <a:solidFill>
                            <a:schemeClr val="bg1"/>
                          </a:solidFill>
                          <a:latin typeface="Cambria Math" panose="02040503050406030204" pitchFamily="18" charset="0"/>
                        </a:rPr>
                        <m:t>(</m:t>
                      </m:r>
                      <m:r>
                        <a:rPr lang="zh-CN" altLang="en-US" sz="3200" b="1" i="1" smtClean="0">
                          <a:solidFill>
                            <a:schemeClr val="bg1"/>
                          </a:solidFill>
                          <a:latin typeface="Cambria Math" panose="02040503050406030204" pitchFamily="18" charset="0"/>
                        </a:rPr>
                        <m:t>𝒙</m:t>
                      </m:r>
                      <m:r>
                        <a:rPr lang="zh-CN" altLang="en-US" sz="3200" i="1" smtClean="0">
                          <a:solidFill>
                            <a:schemeClr val="bg1"/>
                          </a:solidFill>
                          <a:latin typeface="Cambria Math" panose="02040503050406030204" pitchFamily="18" charset="0"/>
                        </a:rPr>
                        <m:t>)→∞</m:t>
                      </m:r>
                    </m:oMath>
                  </m:oMathPara>
                </a14:m>
                <a:endParaRPr lang="en-US" altLang="zh-CN" b="1" dirty="0">
                  <a:solidFill>
                    <a:srgbClr val="FFFF00"/>
                  </a:solidFill>
                </a:endParaRPr>
              </a:p>
              <a:p>
                <a:pPr marL="118872" indent="0">
                  <a:lnSpc>
                    <a:spcPct val="140000"/>
                  </a:lnSpc>
                  <a:buNone/>
                </a:pPr>
                <a:r>
                  <a:rPr lang="zh-CN" altLang="en-US" b="1" dirty="0"/>
                  <a:t>所以，</a:t>
                </a:r>
                <a:endParaRPr lang="en-US" altLang="zh-CN" b="1" dirty="0"/>
              </a:p>
              <a:p>
                <a:pPr marL="118872" indent="0">
                  <a:lnSpc>
                    <a:spcPct val="140000"/>
                  </a:lnSpc>
                  <a:buNone/>
                </a:pPr>
                <a14:m>
                  <m:oMathPara xmlns:m="http://schemas.openxmlformats.org/officeDocument/2006/math">
                    <m:oMathParaPr>
                      <m:jc m:val="centerGroup"/>
                    </m:oMathParaPr>
                    <m:oMath xmlns:m="http://schemas.openxmlformats.org/officeDocument/2006/math">
                      <m:r>
                        <a:rPr lang="en-US" altLang="zh-CN" i="1" smtClean="0">
                          <a:effectLst/>
                          <a:latin typeface="Cambria Math" panose="02040503050406030204" pitchFamily="18" charset="0"/>
                          <a:ea typeface="宋体" panose="02010600030101010101" pitchFamily="2" charset="-122"/>
                          <a:cs typeface="Times New Roman" panose="02020603050405020304" pitchFamily="18" charset="0"/>
                        </a:rPr>
                        <m:t>𝑉</m:t>
                      </m:r>
                      <m:r>
                        <a:rPr lang="en-US" altLang="zh-CN" i="1" smtClean="0">
                          <a:effectLst/>
                          <a:latin typeface="Cambria Math" panose="02040503050406030204" pitchFamily="18" charset="0"/>
                          <a:ea typeface="宋体" panose="02010600030101010101" pitchFamily="2" charset="-122"/>
                          <a:cs typeface="Times New Roman" panose="02020603050405020304" pitchFamily="18" charset="0"/>
                        </a:rPr>
                        <m:t>(</m:t>
                      </m:r>
                      <m:r>
                        <a:rPr lang="en-US" altLang="zh-CN" b="1" i="1">
                          <a:effectLst/>
                          <a:latin typeface="Cambria Math" panose="02040503050406030204" pitchFamily="18" charset="0"/>
                          <a:ea typeface="宋体" panose="02010600030101010101" pitchFamily="2" charset="-122"/>
                          <a:cs typeface="Times New Roman" panose="02020603050405020304" pitchFamily="18" charset="0"/>
                        </a:rPr>
                        <m:t>𝒙</m:t>
                      </m:r>
                      <m:r>
                        <a:rPr lang="en-US" altLang="zh-CN" i="1">
                          <a:effectLst/>
                          <a:latin typeface="Cambria Math" panose="02040503050406030204" pitchFamily="18" charset="0"/>
                          <a:ea typeface="宋体" panose="02010600030101010101" pitchFamily="2" charset="-122"/>
                          <a:cs typeface="Times New Roman" panose="02020603050405020304" pitchFamily="18" charset="0"/>
                        </a:rPr>
                        <m:t>)&gt;</m:t>
                      </m:r>
                      <m:r>
                        <a:rPr lang="en-US" altLang="zh-CN" i="1">
                          <a:effectLst/>
                          <a:latin typeface="Cambria Math" panose="02040503050406030204" pitchFamily="18" charset="0"/>
                          <a:ea typeface="宋体" panose="02010600030101010101" pitchFamily="2" charset="-122"/>
                          <a:cs typeface="Times New Roman" panose="02020603050405020304" pitchFamily="18" charset="0"/>
                        </a:rPr>
                        <m:t>𝑐</m:t>
                      </m:r>
                      <m:r>
                        <a:rPr lang="en-US" altLang="zh-CN" i="1">
                          <a:effectLst/>
                          <a:latin typeface="Cambria Math" panose="02040503050406030204" pitchFamily="18" charset="0"/>
                          <a:ea typeface="宋体" panose="02010600030101010101" pitchFamily="2" charset="-122"/>
                          <a:cs typeface="Times New Roman" panose="02020603050405020304" pitchFamily="18" charset="0"/>
                        </a:rPr>
                        <m:t>,  ∀</m:t>
                      </m:r>
                      <m:d>
                        <m:dPr>
                          <m:begChr m:val="‖"/>
                          <m:endChr m:val="‖"/>
                          <m:ctrlPr>
                            <a:rPr lang="zh-CN" altLang="zh-CN" i="1">
                              <a:effectLst/>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b="1" i="1">
                              <a:effectLst/>
                              <a:latin typeface="Cambria Math" panose="02040503050406030204" pitchFamily="18" charset="0"/>
                              <a:ea typeface="宋体" panose="02010600030101010101" pitchFamily="2" charset="-122"/>
                              <a:cs typeface="Times New Roman" panose="02020603050405020304" pitchFamily="18" charset="0"/>
                            </a:rPr>
                            <m:t>𝒙</m:t>
                          </m:r>
                        </m:e>
                      </m:d>
                      <m:r>
                        <a:rPr lang="en-US" altLang="zh-CN" i="1">
                          <a:effectLst/>
                          <a:latin typeface="Cambria Math" panose="02040503050406030204" pitchFamily="18" charset="0"/>
                          <a:ea typeface="宋体" panose="02010600030101010101" pitchFamily="2" charset="-122"/>
                          <a:cs typeface="Times New Roman" panose="02020603050405020304" pitchFamily="18" charset="0"/>
                        </a:rPr>
                        <m:t>&gt;</m:t>
                      </m:r>
                      <m:sSub>
                        <m:sSubPr>
                          <m:ctrlPr>
                            <a:rPr lang="zh-CN" altLang="zh-CN" i="1">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i="1">
                              <a:effectLst/>
                              <a:latin typeface="Cambria Math" panose="02040503050406030204" pitchFamily="18" charset="0"/>
                              <a:ea typeface="宋体" panose="02010600030101010101" pitchFamily="2" charset="-122"/>
                              <a:cs typeface="Times New Roman" panose="02020603050405020304" pitchFamily="18" charset="0"/>
                            </a:rPr>
                            <m:t>𝑟</m:t>
                          </m:r>
                        </m:e>
                        <m:sub>
                          <m:r>
                            <a:rPr lang="en-US" altLang="zh-CN" i="1">
                              <a:effectLst/>
                              <a:latin typeface="Cambria Math" panose="02040503050406030204" pitchFamily="18" charset="0"/>
                              <a:ea typeface="宋体" panose="02010600030101010101" pitchFamily="2" charset="-122"/>
                              <a:cs typeface="Times New Roman" panose="02020603050405020304" pitchFamily="18" charset="0"/>
                            </a:rPr>
                            <m:t>𝑐</m:t>
                          </m:r>
                        </m:sub>
                      </m:sSub>
                    </m:oMath>
                  </m:oMathPara>
                </a14:m>
                <a:br>
                  <a:rPr lang="en-US" altLang="zh-CN" dirty="0">
                    <a:solidFill>
                      <a:srgbClr val="FFFF00"/>
                    </a:solidFill>
                  </a:rPr>
                </a:br>
                <a:endParaRPr lang="zh-CN" altLang="en-US" dirty="0">
                  <a:solidFill>
                    <a:srgbClr val="FFFF00"/>
                  </a:solidFill>
                </a:endParaRPr>
              </a:p>
            </p:txBody>
          </p:sp>
        </mc:Choice>
        <mc:Fallback xmlns="">
          <p:sp>
            <p:nvSpPr>
              <p:cNvPr id="3" name="内容占位符 2">
                <a:extLst>
                  <a:ext uri="{FF2B5EF4-FFF2-40B4-BE49-F238E27FC236}">
                    <a16:creationId xmlns:a16="http://schemas.microsoft.com/office/drawing/2014/main" id="{74EF45C9-56D2-8804-2074-23415C41424C}"/>
                  </a:ext>
                </a:extLst>
              </p:cNvPr>
              <p:cNvSpPr>
                <a:spLocks noGrp="1" noRot="1" noChangeAspect="1" noMove="1" noResize="1" noEditPoints="1" noAdjustHandles="1" noChangeArrowheads="1" noChangeShapeType="1" noTextEdit="1"/>
              </p:cNvSpPr>
              <p:nvPr>
                <p:ph idx="1"/>
              </p:nvPr>
            </p:nvSpPr>
            <p:spPr>
              <a:xfrm>
                <a:off x="457200" y="1196752"/>
                <a:ext cx="8229600" cy="5554567"/>
              </a:xfrm>
              <a:blipFill>
                <a:blip r:embed="rId3"/>
                <a:stretch>
                  <a:fillRect l="-889"/>
                </a:stretch>
              </a:blipFill>
            </p:spPr>
            <p:txBody>
              <a:bodyPr/>
              <a:lstStyle/>
              <a:p>
                <a:r>
                  <a:rPr lang="zh-CN" altLang="en-US">
                    <a:noFill/>
                  </a:rPr>
                  <a:t> </a:t>
                </a:r>
              </a:p>
            </p:txBody>
          </p:sp>
        </mc:Fallback>
      </mc:AlternateContent>
      <p:sp>
        <p:nvSpPr>
          <p:cNvPr id="4" name="灯片编号占位符 3">
            <a:extLst>
              <a:ext uri="{FF2B5EF4-FFF2-40B4-BE49-F238E27FC236}">
                <a16:creationId xmlns:a16="http://schemas.microsoft.com/office/drawing/2014/main" id="{1A4A5691-38BA-6C8E-E4BD-D42ABB3CB09C}"/>
              </a:ext>
            </a:extLst>
          </p:cNvPr>
          <p:cNvSpPr>
            <a:spLocks noGrp="1"/>
          </p:cNvSpPr>
          <p:nvPr>
            <p:ph type="sldNum" sz="quarter" idx="12"/>
          </p:nvPr>
        </p:nvSpPr>
        <p:spPr/>
        <p:txBody>
          <a:bodyPr/>
          <a:lstStyle/>
          <a:p>
            <a:fld id="{58C210BB-F110-452C-89E7-9EA0A8D47DCE}" type="slidenum">
              <a:rPr lang="zh-CN" altLang="en-US" smtClean="0"/>
              <a:pPr/>
              <a:t>61</a:t>
            </a:fld>
            <a:endParaRPr lang="zh-CN" altLang="en-US"/>
          </a:p>
        </p:txBody>
      </p:sp>
    </p:spTree>
    <p:extLst>
      <p:ext uri="{BB962C8B-B14F-4D97-AF65-F5344CB8AC3E}">
        <p14:creationId xmlns:p14="http://schemas.microsoft.com/office/powerpoint/2010/main" val="772744422"/>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1D0B3E-5533-42C2-6E2F-4094261A8F51}"/>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C5C73D32-0E26-8983-B5C0-943B6A1BF6B5}"/>
              </a:ext>
            </a:extLst>
          </p:cNvPr>
          <p:cNvSpPr>
            <a:spLocks noGrp="1"/>
          </p:cNvSpPr>
          <p:nvPr>
            <p:ph type="title"/>
          </p:nvPr>
        </p:nvSpPr>
        <p:spPr/>
        <p:txBody>
          <a:bodyPr>
            <a:normAutofit fontScale="90000"/>
          </a:bodyPr>
          <a:lstStyle/>
          <a:p>
            <a:r>
              <a:rPr lang="zh-CN" altLang="en-US" dirty="0"/>
              <a:t>第</a:t>
            </a:r>
            <a:r>
              <a:rPr lang="en-US" altLang="zh-CN" dirty="0"/>
              <a:t>2</a:t>
            </a:r>
            <a:r>
              <a:rPr lang="zh-CN" altLang="en-US" dirty="0"/>
              <a:t>讲第</a:t>
            </a:r>
            <a:r>
              <a:rPr lang="en-US" altLang="zh-CN" dirty="0"/>
              <a:t>1</a:t>
            </a:r>
            <a:r>
              <a:rPr lang="zh-CN" altLang="en-US" dirty="0"/>
              <a:t>题</a:t>
            </a:r>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B122078E-BA2B-0E81-D3F4-F7BFD39CAA3B}"/>
                  </a:ext>
                </a:extLst>
              </p:cNvPr>
              <p:cNvSpPr>
                <a:spLocks noGrp="1"/>
              </p:cNvSpPr>
              <p:nvPr>
                <p:ph idx="1"/>
              </p:nvPr>
            </p:nvSpPr>
            <p:spPr>
              <a:xfrm>
                <a:off x="457200" y="1196752"/>
                <a:ext cx="8229600" cy="5554567"/>
              </a:xfrm>
            </p:spPr>
            <p:txBody>
              <a:bodyPr>
                <a:normAutofit fontScale="85000" lnSpcReduction="20000"/>
              </a:bodyPr>
              <a:lstStyle/>
              <a:p>
                <a:pPr>
                  <a:lnSpc>
                    <a:spcPct val="140000"/>
                  </a:lnSpc>
                </a:pPr>
                <a:r>
                  <a:rPr lang="zh-CN" altLang="en-US" b="1" dirty="0">
                    <a:solidFill>
                      <a:srgbClr val="FFFF00"/>
                    </a:solidFill>
                  </a:rPr>
                  <a:t>径向无界函数</a:t>
                </a:r>
                <a:r>
                  <a:rPr lang="zh-CN" altLang="en-US" b="1" dirty="0"/>
                  <a:t>：</a:t>
                </a:r>
                <a:br>
                  <a:rPr lang="en-US" altLang="zh-CN" b="1" dirty="0">
                    <a:solidFill>
                      <a:srgbClr val="FFFF00"/>
                    </a:solidFill>
                  </a:rPr>
                </a:br>
                <a14:m>
                  <m:oMath xmlns:m="http://schemas.openxmlformats.org/officeDocument/2006/math">
                    <m:r>
                      <a:rPr lang="en-US" altLang="zh-CN" i="1">
                        <a:latin typeface="Cambria Math" panose="02040503050406030204" pitchFamily="18" charset="0"/>
                      </a:rPr>
                      <m:t>𝑉</m:t>
                    </m:r>
                    <m:d>
                      <m:dPr>
                        <m:ctrlPr>
                          <a:rPr lang="en-US" altLang="zh-CN" i="1">
                            <a:latin typeface="Cambria Math" panose="02040503050406030204" pitchFamily="18" charset="0"/>
                          </a:rPr>
                        </m:ctrlPr>
                      </m:dPr>
                      <m:e>
                        <m:r>
                          <a:rPr lang="en-US" altLang="zh-CN" b="1" i="1">
                            <a:latin typeface="Cambria Math" panose="02040503050406030204" pitchFamily="18" charset="0"/>
                          </a:rPr>
                          <m:t>𝒙</m:t>
                        </m:r>
                      </m:e>
                    </m:d>
                    <m:r>
                      <a:rPr lang="en-US" altLang="zh-CN" i="1">
                        <a:latin typeface="Cambria Math" panose="02040503050406030204" pitchFamily="18" charset="0"/>
                      </a:rPr>
                      <m:t>&gt;0,  ∀</m:t>
                    </m:r>
                    <m:r>
                      <a:rPr lang="en-US" altLang="zh-CN" b="1" i="1">
                        <a:latin typeface="Cambria Math" panose="02040503050406030204" pitchFamily="18" charset="0"/>
                      </a:rPr>
                      <m:t>𝒙</m:t>
                    </m:r>
                    <m:r>
                      <a:rPr lang="en-US" altLang="zh-CN" i="1">
                        <a:latin typeface="Cambria Math" panose="02040503050406030204" pitchFamily="18" charset="0"/>
                      </a:rPr>
                      <m:t>∈</m:t>
                    </m:r>
                    <m:sSup>
                      <m:sSupPr>
                        <m:ctrlPr>
                          <a:rPr lang="zh-CN" altLang="zh-CN" i="1">
                            <a:latin typeface="Cambria Math" panose="02040503050406030204" pitchFamily="18" charset="0"/>
                          </a:rPr>
                        </m:ctrlPr>
                      </m:sSupPr>
                      <m:e>
                        <m:r>
                          <a:rPr lang="en-US" altLang="zh-CN" i="1">
                            <a:latin typeface="Cambria Math" panose="02040503050406030204" pitchFamily="18" charset="0"/>
                          </a:rPr>
                          <m:t>ℝ</m:t>
                        </m:r>
                      </m:e>
                      <m:sup>
                        <m:r>
                          <a:rPr lang="en-US" altLang="zh-CN" i="1">
                            <a:latin typeface="Cambria Math" panose="02040503050406030204" pitchFamily="18" charset="0"/>
                          </a:rPr>
                          <m:t>𝑛</m:t>
                        </m:r>
                      </m:sup>
                    </m:sSup>
                    <m:r>
                      <a:rPr lang="en-US" altLang="zh-CN" i="1">
                        <a:latin typeface="Cambria Math" panose="02040503050406030204" pitchFamily="18" charset="0"/>
                      </a:rPr>
                      <m:t>  </m:t>
                    </m:r>
                    <m:r>
                      <m:rPr>
                        <m:nor/>
                      </m:rPr>
                      <a:rPr lang="en-US" altLang="zh-CN"/>
                      <m:t>and</m:t>
                    </m:r>
                    <m:r>
                      <a:rPr lang="en-US" altLang="zh-CN">
                        <a:latin typeface="Cambria Math" panose="02040503050406030204" pitchFamily="18" charset="0"/>
                      </a:rPr>
                      <m:t>  </m:t>
                    </m:r>
                    <m:r>
                      <a:rPr lang="en-US" altLang="zh-CN" b="1" i="1">
                        <a:latin typeface="Cambria Math" panose="02040503050406030204" pitchFamily="18" charset="0"/>
                      </a:rPr>
                      <m:t>𝒙</m:t>
                    </m:r>
                    <m:r>
                      <a:rPr lang="en-US" altLang="zh-CN">
                        <a:latin typeface="Cambria Math" panose="02040503050406030204" pitchFamily="18" charset="0"/>
                      </a:rPr>
                      <m:t>≠0</m:t>
                    </m:r>
                  </m:oMath>
                </a14:m>
                <a:endParaRPr lang="en-US" altLang="zh-CN" dirty="0"/>
              </a:p>
              <a:p>
                <a:pPr marL="118872" indent="0">
                  <a:lnSpc>
                    <a:spcPct val="140000"/>
                  </a:lnSpc>
                  <a:buNone/>
                </a:pPr>
                <a:r>
                  <a:rPr lang="zh-CN" altLang="en-US" dirty="0"/>
                  <a:t>有</a:t>
                </a:r>
                <a14:m>
                  <m:oMath xmlns:m="http://schemas.openxmlformats.org/officeDocument/2006/math">
                    <m:r>
                      <a:rPr lang="en-US" altLang="zh-CN" i="1">
                        <a:latin typeface="Cambria Math" panose="02040503050406030204" pitchFamily="18" charset="0"/>
                      </a:rPr>
                      <m:t>𝑉</m:t>
                    </m:r>
                    <m:d>
                      <m:dPr>
                        <m:ctrlPr>
                          <a:rPr lang="en-US" altLang="zh-CN" i="1">
                            <a:latin typeface="Cambria Math" panose="02040503050406030204" pitchFamily="18" charset="0"/>
                          </a:rPr>
                        </m:ctrlPr>
                      </m:dPr>
                      <m:e>
                        <m:r>
                          <a:rPr lang="en-US" altLang="zh-CN">
                            <a:latin typeface="Cambria Math" panose="02040503050406030204" pitchFamily="18" charset="0"/>
                          </a:rPr>
                          <m:t>0</m:t>
                        </m:r>
                      </m:e>
                    </m:d>
                    <m:r>
                      <a:rPr lang="en-US" altLang="zh-CN">
                        <a:latin typeface="Cambria Math" panose="02040503050406030204" pitchFamily="18" charset="0"/>
                      </a:rPr>
                      <m:t>=0</m:t>
                    </m:r>
                  </m:oMath>
                </a14:m>
                <a:r>
                  <a:rPr lang="zh-CN" altLang="en-US" dirty="0"/>
                  <a:t>，且</a:t>
                </a:r>
                <a14:m>
                  <m:oMath xmlns:m="http://schemas.openxmlformats.org/officeDocument/2006/math">
                    <m:r>
                      <a:rPr lang="en-US" altLang="zh-CN" b="0" i="0" smtClean="0">
                        <a:latin typeface="Cambria Math" panose="02040503050406030204" pitchFamily="18" charset="0"/>
                      </a:rPr>
                      <m:t> </m:t>
                    </m:r>
                    <m:r>
                      <a:rPr lang="en-US" altLang="zh-CN" b="1" i="1">
                        <a:latin typeface="Cambria Math" panose="02040503050406030204" pitchFamily="18" charset="0"/>
                      </a:rPr>
                      <m:t>𝒙</m:t>
                    </m:r>
                    <m:r>
                      <a:rPr lang="en-US" altLang="zh-CN">
                        <a:latin typeface="Cambria Math" panose="02040503050406030204" pitchFamily="18" charset="0"/>
                      </a:rPr>
                      <m:t>→∞⇒</m:t>
                    </m:r>
                    <m:r>
                      <a:rPr lang="en-US" altLang="zh-CN" i="1">
                        <a:latin typeface="Cambria Math" panose="02040503050406030204" pitchFamily="18" charset="0"/>
                      </a:rPr>
                      <m:t>𝑉</m:t>
                    </m:r>
                    <m:r>
                      <a:rPr lang="en-US" altLang="zh-CN">
                        <a:latin typeface="Cambria Math" panose="02040503050406030204" pitchFamily="18" charset="0"/>
                      </a:rPr>
                      <m:t>(</m:t>
                    </m:r>
                    <m:r>
                      <a:rPr lang="en-US" altLang="zh-CN" b="1" i="1">
                        <a:latin typeface="Cambria Math" panose="02040503050406030204" pitchFamily="18" charset="0"/>
                      </a:rPr>
                      <m:t>𝒙</m:t>
                    </m:r>
                    <m:r>
                      <a:rPr lang="en-US" altLang="zh-CN">
                        <a:latin typeface="Cambria Math" panose="02040503050406030204" pitchFamily="18" charset="0"/>
                      </a:rPr>
                      <m:t>)→+∞</m:t>
                    </m:r>
                  </m:oMath>
                </a14:m>
                <a:endParaRPr lang="en-US" altLang="zh-CN" sz="3200" b="1" dirty="0"/>
              </a:p>
              <a:p>
                <a:pPr marL="118872" indent="0">
                  <a:lnSpc>
                    <a:spcPct val="140000"/>
                  </a:lnSpc>
                  <a:buNone/>
                </a:pPr>
                <a:r>
                  <a:rPr lang="zh-CN" altLang="en-US" sz="3200" b="1" dirty="0">
                    <a:latin typeface="Cambria Math" panose="02040503050406030204" pitchFamily="18" charset="0"/>
                  </a:rPr>
                  <a:t>试</a:t>
                </a:r>
                <a:r>
                  <a:rPr lang="zh-CN" altLang="zh-CN" dirty="0"/>
                  <a:t>证明</a:t>
                </a:r>
                <a:r>
                  <a:rPr lang="zh-CN" altLang="en-US" dirty="0"/>
                  <a:t>：</a:t>
                </a:r>
                <a:r>
                  <a:rPr lang="zh-CN" altLang="zh-CN" dirty="0"/>
                  <a:t>对任意常数</a:t>
                </a:r>
                <a14:m>
                  <m:oMath xmlns:m="http://schemas.openxmlformats.org/officeDocument/2006/math">
                    <m:r>
                      <a:rPr lang="en-US" altLang="zh-CN" i="1">
                        <a:latin typeface="Cambria Math" panose="02040503050406030204" pitchFamily="18" charset="0"/>
                      </a:rPr>
                      <m:t>𝑐</m:t>
                    </m:r>
                    <m:r>
                      <a:rPr lang="en-US" altLang="zh-CN" i="1">
                        <a:latin typeface="Cambria Math" panose="02040503050406030204" pitchFamily="18" charset="0"/>
                      </a:rPr>
                      <m:t>&gt;0</m:t>
                    </m:r>
                  </m:oMath>
                </a14:m>
                <a:r>
                  <a:rPr lang="zh-CN" altLang="zh-CN" dirty="0"/>
                  <a:t>，都存在常数</a:t>
                </a:r>
                <a14:m>
                  <m:oMath xmlns:m="http://schemas.openxmlformats.org/officeDocument/2006/math">
                    <m:sSub>
                      <m:sSubPr>
                        <m:ctrlPr>
                          <a:rPr lang="zh-CN" altLang="zh-CN" i="1">
                            <a:latin typeface="Cambria Math" panose="02040503050406030204" pitchFamily="18" charset="0"/>
                          </a:rPr>
                        </m:ctrlPr>
                      </m:sSubPr>
                      <m:e>
                        <m:r>
                          <a:rPr lang="en-US" altLang="zh-CN" i="1">
                            <a:latin typeface="Cambria Math" panose="02040503050406030204" pitchFamily="18" charset="0"/>
                          </a:rPr>
                          <m:t>𝑟</m:t>
                        </m:r>
                      </m:e>
                      <m:sub>
                        <m:r>
                          <a:rPr lang="en-US" altLang="zh-CN" i="1">
                            <a:latin typeface="Cambria Math" panose="02040503050406030204" pitchFamily="18" charset="0"/>
                          </a:rPr>
                          <m:t>𝑐</m:t>
                        </m:r>
                      </m:sub>
                    </m:sSub>
                    <m:r>
                      <a:rPr lang="en-US" altLang="zh-CN" i="1">
                        <a:latin typeface="Cambria Math" panose="02040503050406030204" pitchFamily="18" charset="0"/>
                      </a:rPr>
                      <m:t>&gt;0</m:t>
                    </m:r>
                  </m:oMath>
                </a14:m>
                <a:r>
                  <a:rPr lang="zh-CN" altLang="zh-CN" dirty="0"/>
                  <a:t>，使得集合</a:t>
                </a:r>
                <a14:m>
                  <m:oMath xmlns:m="http://schemas.openxmlformats.org/officeDocument/2006/math">
                    <m:sSub>
                      <m:sSubPr>
                        <m:ctrlPr>
                          <a:rPr lang="zh-CN" altLang="zh-CN" i="1">
                            <a:latin typeface="Cambria Math" panose="02040503050406030204" pitchFamily="18" charset="0"/>
                          </a:rPr>
                        </m:ctrlPr>
                      </m:sSubPr>
                      <m:e>
                        <m:r>
                          <a:rPr lang="en-US" altLang="zh-CN" i="1">
                            <a:latin typeface="Cambria Math" panose="02040503050406030204" pitchFamily="18" charset="0"/>
                          </a:rPr>
                          <m:t>𝑆</m:t>
                        </m:r>
                      </m:e>
                      <m:sub>
                        <m:r>
                          <a:rPr lang="en-US" altLang="zh-CN" i="1">
                            <a:latin typeface="Cambria Math" panose="02040503050406030204" pitchFamily="18" charset="0"/>
                          </a:rPr>
                          <m:t>𝑐</m:t>
                        </m:r>
                      </m:sub>
                    </m:sSub>
                    <m:r>
                      <a:rPr lang="en-US" altLang="zh-CN" i="1">
                        <a:latin typeface="Cambria Math" panose="02040503050406030204" pitchFamily="18" charset="0"/>
                      </a:rPr>
                      <m:t>={ </m:t>
                    </m:r>
                    <m:r>
                      <a:rPr lang="en-US" altLang="zh-CN" b="1" i="1">
                        <a:latin typeface="Cambria Math" panose="02040503050406030204" pitchFamily="18" charset="0"/>
                      </a:rPr>
                      <m:t>𝒙</m:t>
                    </m:r>
                    <m:r>
                      <a:rPr lang="en-US" altLang="zh-CN" i="1">
                        <a:latin typeface="Cambria Math" panose="02040503050406030204" pitchFamily="18" charset="0"/>
                      </a:rPr>
                      <m:t>∈</m:t>
                    </m:r>
                    <m:sSup>
                      <m:sSupPr>
                        <m:ctrlPr>
                          <a:rPr lang="zh-CN" altLang="zh-CN" i="1">
                            <a:latin typeface="Cambria Math" panose="02040503050406030204" pitchFamily="18" charset="0"/>
                          </a:rPr>
                        </m:ctrlPr>
                      </m:sSupPr>
                      <m:e>
                        <m:r>
                          <a:rPr lang="en-US" altLang="zh-CN" i="1">
                            <a:latin typeface="Cambria Math" panose="02040503050406030204" pitchFamily="18" charset="0"/>
                          </a:rPr>
                          <m:t>ℝ</m:t>
                        </m:r>
                      </m:e>
                      <m:sup>
                        <m:r>
                          <a:rPr lang="en-US" altLang="zh-CN" i="1">
                            <a:latin typeface="Cambria Math" panose="02040503050406030204" pitchFamily="18" charset="0"/>
                          </a:rPr>
                          <m:t>𝑛</m:t>
                        </m:r>
                      </m:sup>
                    </m:sSup>
                    <m:r>
                      <a:rPr lang="en-US" altLang="zh-CN" i="1">
                        <a:latin typeface="Cambria Math" panose="02040503050406030204" pitchFamily="18" charset="0"/>
                      </a:rPr>
                      <m:t>:</m:t>
                    </m:r>
                    <m:r>
                      <a:rPr lang="en-US" altLang="zh-CN" i="1">
                        <a:latin typeface="Cambria Math" panose="02040503050406030204" pitchFamily="18" charset="0"/>
                      </a:rPr>
                      <m:t>𝑉</m:t>
                    </m:r>
                    <m:r>
                      <a:rPr lang="en-US" altLang="zh-CN" i="1">
                        <a:latin typeface="Cambria Math" panose="02040503050406030204" pitchFamily="18" charset="0"/>
                      </a:rPr>
                      <m:t>(</m:t>
                    </m:r>
                    <m:r>
                      <a:rPr lang="en-US" altLang="zh-CN" b="1" i="1">
                        <a:latin typeface="Cambria Math" panose="02040503050406030204" pitchFamily="18" charset="0"/>
                      </a:rPr>
                      <m:t>𝒙</m:t>
                    </m:r>
                    <m:r>
                      <a:rPr lang="en-US" altLang="zh-CN" i="1">
                        <a:latin typeface="Cambria Math" panose="02040503050406030204" pitchFamily="18" charset="0"/>
                      </a:rPr>
                      <m:t>)≤</m:t>
                    </m:r>
                    <m:r>
                      <a:rPr lang="en-US" altLang="zh-CN" i="1">
                        <a:latin typeface="Cambria Math" panose="02040503050406030204" pitchFamily="18" charset="0"/>
                      </a:rPr>
                      <m:t>𝑐</m:t>
                    </m:r>
                    <m:r>
                      <a:rPr lang="en-US" altLang="zh-CN" i="1">
                        <a:latin typeface="Cambria Math" panose="02040503050406030204" pitchFamily="18" charset="0"/>
                      </a:rPr>
                      <m:t>}</m:t>
                    </m:r>
                  </m:oMath>
                </a14:m>
                <a:r>
                  <a:rPr lang="zh-CN" altLang="zh-CN" dirty="0"/>
                  <a:t>的任何元素都满足</a:t>
                </a:r>
                <a:endParaRPr lang="en-US" altLang="zh-CN" dirty="0"/>
              </a:p>
              <a:p>
                <a:pPr marL="118872" indent="0">
                  <a:lnSpc>
                    <a:spcPct val="140000"/>
                  </a:lnSpc>
                  <a:buNone/>
                </a:pPr>
                <a14:m>
                  <m:oMathPara xmlns:m="http://schemas.openxmlformats.org/officeDocument/2006/math">
                    <m:oMathParaPr>
                      <m:jc m:val="centerGroup"/>
                    </m:oMathParaPr>
                    <m:oMath xmlns:m="http://schemas.openxmlformats.org/officeDocument/2006/math">
                      <m:d>
                        <m:dPr>
                          <m:begChr m:val="‖"/>
                          <m:endChr m:val="‖"/>
                          <m:ctrlPr>
                            <a:rPr lang="zh-CN" altLang="zh-CN" i="1">
                              <a:latin typeface="Cambria Math" panose="02040503050406030204" pitchFamily="18" charset="0"/>
                            </a:rPr>
                          </m:ctrlPr>
                        </m:dPr>
                        <m:e>
                          <m:r>
                            <a:rPr lang="en-US" altLang="zh-CN" b="1" i="1">
                              <a:latin typeface="Cambria Math" panose="02040503050406030204" pitchFamily="18" charset="0"/>
                            </a:rPr>
                            <m:t>𝒙</m:t>
                          </m:r>
                        </m:e>
                      </m:d>
                      <m:r>
                        <a:rPr lang="en-US" altLang="zh-CN" i="1">
                          <a:latin typeface="Cambria Math" panose="02040503050406030204" pitchFamily="18" charset="0"/>
                        </a:rPr>
                        <m:t>≤</m:t>
                      </m:r>
                      <m:sSub>
                        <m:sSubPr>
                          <m:ctrlPr>
                            <a:rPr lang="zh-CN" altLang="zh-CN" i="1">
                              <a:latin typeface="Cambria Math" panose="02040503050406030204" pitchFamily="18" charset="0"/>
                            </a:rPr>
                          </m:ctrlPr>
                        </m:sSubPr>
                        <m:e>
                          <m:r>
                            <a:rPr lang="en-US" altLang="zh-CN" i="1">
                              <a:latin typeface="Cambria Math" panose="02040503050406030204" pitchFamily="18" charset="0"/>
                            </a:rPr>
                            <m:t>𝑟</m:t>
                          </m:r>
                        </m:e>
                        <m:sub>
                          <m:r>
                            <a:rPr lang="en-US" altLang="zh-CN" i="1">
                              <a:latin typeface="Cambria Math" panose="02040503050406030204" pitchFamily="18" charset="0"/>
                            </a:rPr>
                            <m:t>𝑐</m:t>
                          </m:r>
                        </m:sub>
                      </m:sSub>
                      <m:r>
                        <a:rPr lang="en-US" altLang="zh-CN" i="1">
                          <a:latin typeface="Cambria Math" panose="02040503050406030204" pitchFamily="18" charset="0"/>
                        </a:rPr>
                        <m:t>,  ∀</m:t>
                      </m:r>
                      <m:r>
                        <a:rPr lang="en-US" altLang="zh-CN" b="1" i="1">
                          <a:latin typeface="Cambria Math" panose="02040503050406030204" pitchFamily="18" charset="0"/>
                        </a:rPr>
                        <m:t>𝒙</m:t>
                      </m:r>
                      <m:r>
                        <a:rPr lang="en-US" altLang="zh-CN" i="1">
                          <a:latin typeface="Cambria Math" panose="02040503050406030204" pitchFamily="18" charset="0"/>
                        </a:rPr>
                        <m:t>∈</m:t>
                      </m:r>
                      <m:sSub>
                        <m:sSubPr>
                          <m:ctrlPr>
                            <a:rPr lang="zh-CN" altLang="zh-CN" i="1">
                              <a:latin typeface="Cambria Math" panose="02040503050406030204" pitchFamily="18" charset="0"/>
                            </a:rPr>
                          </m:ctrlPr>
                        </m:sSubPr>
                        <m:e>
                          <m:r>
                            <a:rPr lang="en-US" altLang="zh-CN" i="1">
                              <a:latin typeface="Cambria Math" panose="02040503050406030204" pitchFamily="18" charset="0"/>
                            </a:rPr>
                            <m:t>𝑆</m:t>
                          </m:r>
                        </m:e>
                        <m:sub>
                          <m:r>
                            <a:rPr lang="en-US" altLang="zh-CN" i="1">
                              <a:latin typeface="Cambria Math" panose="02040503050406030204" pitchFamily="18" charset="0"/>
                            </a:rPr>
                            <m:t>𝑐</m:t>
                          </m:r>
                        </m:sub>
                      </m:sSub>
                    </m:oMath>
                  </m:oMathPara>
                </a14:m>
                <a:endParaRPr lang="en-US" altLang="zh-CN" sz="3200" b="1" i="1" dirty="0">
                  <a:latin typeface="Cambria Math" panose="02040503050406030204" pitchFamily="18" charset="0"/>
                </a:endParaRPr>
              </a:p>
              <a:p>
                <a:pPr>
                  <a:lnSpc>
                    <a:spcPct val="140000"/>
                  </a:lnSpc>
                </a:pPr>
                <a:endParaRPr lang="en-US" altLang="zh-CN" b="1" dirty="0"/>
              </a:p>
              <a:p>
                <a:pPr>
                  <a:lnSpc>
                    <a:spcPct val="140000"/>
                  </a:lnSpc>
                </a:pPr>
                <a:r>
                  <a:rPr lang="zh-CN" altLang="en-US" b="1" dirty="0"/>
                  <a:t>因径向无界，所以</a:t>
                </a:r>
                <a:endParaRPr lang="en-US" altLang="zh-CN" b="1" dirty="0"/>
              </a:p>
              <a:p>
                <a:pPr marL="118872" indent="0">
                  <a:lnSpc>
                    <a:spcPct val="140000"/>
                  </a:lnSpc>
                  <a:buNone/>
                </a:pPr>
                <a14:m>
                  <m:oMathPara xmlns:m="http://schemas.openxmlformats.org/officeDocument/2006/math">
                    <m:oMathParaPr>
                      <m:jc m:val="centerGroup"/>
                    </m:oMathParaPr>
                    <m:oMath xmlns:m="http://schemas.openxmlformats.org/officeDocument/2006/math">
                      <m:r>
                        <a:rPr lang="en-US" altLang="zh-CN" i="1" smtClean="0">
                          <a:effectLst/>
                          <a:latin typeface="Cambria Math" panose="02040503050406030204" pitchFamily="18" charset="0"/>
                          <a:ea typeface="宋体" panose="02010600030101010101" pitchFamily="2" charset="-122"/>
                          <a:cs typeface="Times New Roman" panose="02020603050405020304" pitchFamily="18" charset="0"/>
                        </a:rPr>
                        <m:t>𝑉</m:t>
                      </m:r>
                      <m:r>
                        <a:rPr lang="en-US" altLang="zh-CN" i="1" smtClean="0">
                          <a:effectLst/>
                          <a:latin typeface="Cambria Math" panose="02040503050406030204" pitchFamily="18" charset="0"/>
                          <a:ea typeface="宋体" panose="02010600030101010101" pitchFamily="2" charset="-122"/>
                          <a:cs typeface="Times New Roman" panose="02020603050405020304" pitchFamily="18" charset="0"/>
                        </a:rPr>
                        <m:t>(</m:t>
                      </m:r>
                      <m:r>
                        <a:rPr lang="en-US" altLang="zh-CN" b="1" i="1">
                          <a:effectLst/>
                          <a:latin typeface="Cambria Math" panose="02040503050406030204" pitchFamily="18" charset="0"/>
                          <a:ea typeface="宋体" panose="02010600030101010101" pitchFamily="2" charset="-122"/>
                          <a:cs typeface="Times New Roman" panose="02020603050405020304" pitchFamily="18" charset="0"/>
                        </a:rPr>
                        <m:t>𝒙</m:t>
                      </m:r>
                      <m:r>
                        <a:rPr lang="en-US" altLang="zh-CN" i="1">
                          <a:effectLst/>
                          <a:latin typeface="Cambria Math" panose="02040503050406030204" pitchFamily="18" charset="0"/>
                          <a:ea typeface="宋体" panose="02010600030101010101" pitchFamily="2" charset="-122"/>
                          <a:cs typeface="Times New Roman" panose="02020603050405020304" pitchFamily="18" charset="0"/>
                        </a:rPr>
                        <m:t>)&gt;</m:t>
                      </m:r>
                      <m:r>
                        <a:rPr lang="en-US" altLang="zh-CN" i="1">
                          <a:effectLst/>
                          <a:latin typeface="Cambria Math" panose="02040503050406030204" pitchFamily="18" charset="0"/>
                          <a:ea typeface="宋体" panose="02010600030101010101" pitchFamily="2" charset="-122"/>
                          <a:cs typeface="Times New Roman" panose="02020603050405020304" pitchFamily="18" charset="0"/>
                        </a:rPr>
                        <m:t>𝑐</m:t>
                      </m:r>
                      <m:r>
                        <a:rPr lang="en-US" altLang="zh-CN" i="1">
                          <a:effectLst/>
                          <a:latin typeface="Cambria Math" panose="02040503050406030204" pitchFamily="18" charset="0"/>
                          <a:ea typeface="宋体" panose="02010600030101010101" pitchFamily="2" charset="-122"/>
                          <a:cs typeface="Times New Roman" panose="02020603050405020304" pitchFamily="18" charset="0"/>
                        </a:rPr>
                        <m:t>,  ∀</m:t>
                      </m:r>
                      <m:d>
                        <m:dPr>
                          <m:begChr m:val="‖"/>
                          <m:endChr m:val="‖"/>
                          <m:ctrlPr>
                            <a:rPr lang="zh-CN" altLang="zh-CN" i="1">
                              <a:effectLst/>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b="1" i="1">
                              <a:effectLst/>
                              <a:latin typeface="Cambria Math" panose="02040503050406030204" pitchFamily="18" charset="0"/>
                              <a:ea typeface="宋体" panose="02010600030101010101" pitchFamily="2" charset="-122"/>
                              <a:cs typeface="Times New Roman" panose="02020603050405020304" pitchFamily="18" charset="0"/>
                            </a:rPr>
                            <m:t>𝒙</m:t>
                          </m:r>
                        </m:e>
                      </m:d>
                      <m:r>
                        <a:rPr lang="en-US" altLang="zh-CN" i="1">
                          <a:effectLst/>
                          <a:latin typeface="Cambria Math" panose="02040503050406030204" pitchFamily="18" charset="0"/>
                          <a:ea typeface="宋体" panose="02010600030101010101" pitchFamily="2" charset="-122"/>
                          <a:cs typeface="Times New Roman" panose="02020603050405020304" pitchFamily="18" charset="0"/>
                        </a:rPr>
                        <m:t>&gt;</m:t>
                      </m:r>
                      <m:sSub>
                        <m:sSubPr>
                          <m:ctrlPr>
                            <a:rPr lang="zh-CN" altLang="zh-CN" i="1">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i="1">
                              <a:effectLst/>
                              <a:latin typeface="Cambria Math" panose="02040503050406030204" pitchFamily="18" charset="0"/>
                              <a:ea typeface="宋体" panose="02010600030101010101" pitchFamily="2" charset="-122"/>
                              <a:cs typeface="Times New Roman" panose="02020603050405020304" pitchFamily="18" charset="0"/>
                            </a:rPr>
                            <m:t>𝑟</m:t>
                          </m:r>
                        </m:e>
                        <m:sub>
                          <m:r>
                            <a:rPr lang="en-US" altLang="zh-CN" i="1">
                              <a:effectLst/>
                              <a:latin typeface="Cambria Math" panose="02040503050406030204" pitchFamily="18" charset="0"/>
                              <a:ea typeface="宋体" panose="02010600030101010101" pitchFamily="2" charset="-122"/>
                              <a:cs typeface="Times New Roman" panose="02020603050405020304" pitchFamily="18" charset="0"/>
                            </a:rPr>
                            <m:t>𝑐</m:t>
                          </m:r>
                        </m:sub>
                      </m:sSub>
                    </m:oMath>
                  </m:oMathPara>
                </a14:m>
                <a:br>
                  <a:rPr lang="en-US" altLang="zh-CN" dirty="0">
                    <a:solidFill>
                      <a:srgbClr val="FFFF00"/>
                    </a:solidFill>
                  </a:rPr>
                </a:br>
                <a:endParaRPr lang="en-US" altLang="zh-CN" dirty="0">
                  <a:solidFill>
                    <a:srgbClr val="FFFF00"/>
                  </a:solidFill>
                </a:endParaRPr>
              </a:p>
              <a:p>
                <a:pPr>
                  <a:lnSpc>
                    <a:spcPct val="160000"/>
                  </a:lnSpc>
                </a:pPr>
                <a:r>
                  <a:rPr lang="zh-CN" altLang="en-US" b="1" dirty="0"/>
                  <a:t>所以，当 </a:t>
                </a:r>
                <a14:m>
                  <m:oMath xmlns:m="http://schemas.openxmlformats.org/officeDocument/2006/math">
                    <m:r>
                      <a:rPr lang="en-US" altLang="zh-CN" i="1">
                        <a:latin typeface="Cambria Math" panose="02040503050406030204" pitchFamily="18" charset="0"/>
                      </a:rPr>
                      <m:t>𝑉</m:t>
                    </m:r>
                    <m:r>
                      <a:rPr lang="en-US" altLang="zh-CN" i="1">
                        <a:latin typeface="Cambria Math" panose="02040503050406030204" pitchFamily="18" charset="0"/>
                      </a:rPr>
                      <m:t>(</m:t>
                    </m:r>
                    <m:r>
                      <a:rPr lang="en-US" altLang="zh-CN" b="1" i="1">
                        <a:latin typeface="Cambria Math" panose="02040503050406030204" pitchFamily="18" charset="0"/>
                      </a:rPr>
                      <m:t>𝒙</m:t>
                    </m:r>
                    <m:r>
                      <a:rPr lang="en-US" altLang="zh-CN" i="1">
                        <a:latin typeface="Cambria Math" panose="02040503050406030204" pitchFamily="18" charset="0"/>
                      </a:rPr>
                      <m:t>)≤</m:t>
                    </m:r>
                    <m:r>
                      <a:rPr lang="en-US" altLang="zh-CN" i="1">
                        <a:latin typeface="Cambria Math" panose="02040503050406030204" pitchFamily="18" charset="0"/>
                      </a:rPr>
                      <m:t>𝑐</m:t>
                    </m:r>
                  </m:oMath>
                </a14:m>
                <a:r>
                  <a:rPr lang="zh-CN" altLang="en-US" b="1" dirty="0"/>
                  <a:t>时，必有 </a:t>
                </a:r>
                <a14:m>
                  <m:oMath xmlns:m="http://schemas.openxmlformats.org/officeDocument/2006/math">
                    <m:d>
                      <m:dPr>
                        <m:begChr m:val="‖"/>
                        <m:endChr m:val="‖"/>
                        <m:ctrlPr>
                          <a:rPr lang="zh-CN" altLang="zh-CN" i="1">
                            <a:latin typeface="Cambria Math" panose="02040503050406030204" pitchFamily="18" charset="0"/>
                          </a:rPr>
                        </m:ctrlPr>
                      </m:dPr>
                      <m:e>
                        <m:r>
                          <a:rPr lang="en-US" altLang="zh-CN" b="1" i="1">
                            <a:latin typeface="Cambria Math" panose="02040503050406030204" pitchFamily="18" charset="0"/>
                          </a:rPr>
                          <m:t>𝒙</m:t>
                        </m:r>
                      </m:e>
                    </m:d>
                    <m:r>
                      <a:rPr lang="en-US" altLang="zh-CN" i="1">
                        <a:latin typeface="Cambria Math" panose="02040503050406030204" pitchFamily="18" charset="0"/>
                      </a:rPr>
                      <m:t>≤</m:t>
                    </m:r>
                    <m:sSub>
                      <m:sSubPr>
                        <m:ctrlPr>
                          <a:rPr lang="zh-CN" altLang="zh-CN" i="1">
                            <a:latin typeface="Cambria Math" panose="02040503050406030204" pitchFamily="18" charset="0"/>
                          </a:rPr>
                        </m:ctrlPr>
                      </m:sSubPr>
                      <m:e>
                        <m:r>
                          <a:rPr lang="en-US" altLang="zh-CN" i="1">
                            <a:latin typeface="Cambria Math" panose="02040503050406030204" pitchFamily="18" charset="0"/>
                          </a:rPr>
                          <m:t>𝑟</m:t>
                        </m:r>
                      </m:e>
                      <m:sub>
                        <m:r>
                          <a:rPr lang="en-US" altLang="zh-CN" i="1">
                            <a:latin typeface="Cambria Math" panose="02040503050406030204" pitchFamily="18" charset="0"/>
                          </a:rPr>
                          <m:t>𝑐</m:t>
                        </m:r>
                      </m:sub>
                    </m:sSub>
                  </m:oMath>
                </a14:m>
                <a:endParaRPr lang="zh-CN" altLang="en-US" b="1" dirty="0"/>
              </a:p>
            </p:txBody>
          </p:sp>
        </mc:Choice>
        <mc:Fallback xmlns="">
          <p:sp>
            <p:nvSpPr>
              <p:cNvPr id="3" name="内容占位符 2">
                <a:extLst>
                  <a:ext uri="{FF2B5EF4-FFF2-40B4-BE49-F238E27FC236}">
                    <a16:creationId xmlns:a16="http://schemas.microsoft.com/office/drawing/2014/main" id="{B122078E-BA2B-0E81-D3F4-F7BFD39CAA3B}"/>
                  </a:ext>
                </a:extLst>
              </p:cNvPr>
              <p:cNvSpPr>
                <a:spLocks noGrp="1" noRot="1" noChangeAspect="1" noMove="1" noResize="1" noEditPoints="1" noAdjustHandles="1" noChangeArrowheads="1" noChangeShapeType="1" noTextEdit="1"/>
              </p:cNvSpPr>
              <p:nvPr>
                <p:ph idx="1"/>
              </p:nvPr>
            </p:nvSpPr>
            <p:spPr>
              <a:xfrm>
                <a:off x="457200" y="1196752"/>
                <a:ext cx="8229600" cy="5554567"/>
              </a:xfrm>
              <a:blipFill>
                <a:blip r:embed="rId3"/>
                <a:stretch>
                  <a:fillRect l="-444"/>
                </a:stretch>
              </a:blipFill>
            </p:spPr>
            <p:txBody>
              <a:bodyPr/>
              <a:lstStyle/>
              <a:p>
                <a:r>
                  <a:rPr lang="zh-CN" altLang="en-US">
                    <a:noFill/>
                  </a:rPr>
                  <a:t> </a:t>
                </a:r>
              </a:p>
            </p:txBody>
          </p:sp>
        </mc:Fallback>
      </mc:AlternateContent>
      <p:sp>
        <p:nvSpPr>
          <p:cNvPr id="4" name="灯片编号占位符 3">
            <a:extLst>
              <a:ext uri="{FF2B5EF4-FFF2-40B4-BE49-F238E27FC236}">
                <a16:creationId xmlns:a16="http://schemas.microsoft.com/office/drawing/2014/main" id="{6A10A19D-3405-EE2F-7D0F-FBF1A96AE561}"/>
              </a:ext>
            </a:extLst>
          </p:cNvPr>
          <p:cNvSpPr>
            <a:spLocks noGrp="1"/>
          </p:cNvSpPr>
          <p:nvPr>
            <p:ph type="sldNum" sz="quarter" idx="12"/>
          </p:nvPr>
        </p:nvSpPr>
        <p:spPr/>
        <p:txBody>
          <a:bodyPr/>
          <a:lstStyle/>
          <a:p>
            <a:fld id="{58C210BB-F110-452C-89E7-9EA0A8D47DCE}" type="slidenum">
              <a:rPr lang="zh-CN" altLang="en-US" smtClean="0"/>
              <a:pPr/>
              <a:t>62</a:t>
            </a:fld>
            <a:endParaRPr lang="zh-CN" altLang="en-US"/>
          </a:p>
        </p:txBody>
      </p:sp>
    </p:spTree>
    <p:extLst>
      <p:ext uri="{BB962C8B-B14F-4D97-AF65-F5344CB8AC3E}">
        <p14:creationId xmlns:p14="http://schemas.microsoft.com/office/powerpoint/2010/main" val="17794540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5" end="5"/>
                                            </p:txEl>
                                          </p:spTgt>
                                        </p:tgtEl>
                                        <p:attrNameLst>
                                          <p:attrName>style.visibility</p:attrName>
                                        </p:attrNameLst>
                                      </p:cBhvr>
                                      <p:to>
                                        <p:strVal val="visible"/>
                                      </p:to>
                                    </p:set>
                                    <p:animEffect transition="in" filter="fade">
                                      <p:cBhvr>
                                        <p:cTn id="7" dur="1000"/>
                                        <p:tgtEl>
                                          <p:spTgt spid="3">
                                            <p:txEl>
                                              <p:pRg st="5" end="5"/>
                                            </p:txEl>
                                          </p:spTgt>
                                        </p:tgtEl>
                                      </p:cBhvr>
                                    </p:animEffect>
                                    <p:anim calcmode="lin" valueType="num">
                                      <p:cBhvr>
                                        <p:cTn id="8"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5" end="5"/>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3">
                                            <p:txEl>
                                              <p:pRg st="6" end="6"/>
                                            </p:txEl>
                                          </p:spTgt>
                                        </p:tgtEl>
                                        <p:attrNameLst>
                                          <p:attrName>style.visibility</p:attrName>
                                        </p:attrNameLst>
                                      </p:cBhvr>
                                      <p:to>
                                        <p:strVal val="visible"/>
                                      </p:to>
                                    </p:set>
                                    <p:animEffect transition="in" filter="fade">
                                      <p:cBhvr>
                                        <p:cTn id="12" dur="1000"/>
                                        <p:tgtEl>
                                          <p:spTgt spid="3">
                                            <p:txEl>
                                              <p:pRg st="6" end="6"/>
                                            </p:txEl>
                                          </p:spTgt>
                                        </p:tgtEl>
                                      </p:cBhvr>
                                    </p:animEffect>
                                    <p:anim calcmode="lin" valueType="num">
                                      <p:cBhvr>
                                        <p:cTn id="13" dur="10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14" dur="1000" fill="hold"/>
                                        <p:tgtEl>
                                          <p:spTgt spid="3">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nodeType="clickEffect">
                                  <p:stCondLst>
                                    <p:cond delay="0"/>
                                  </p:stCondLst>
                                  <p:childTnLst>
                                    <p:set>
                                      <p:cBhvr>
                                        <p:cTn id="18" dur="1" fill="hold">
                                          <p:stCondLst>
                                            <p:cond delay="0"/>
                                          </p:stCondLst>
                                        </p:cTn>
                                        <p:tgtEl>
                                          <p:spTgt spid="3">
                                            <p:txEl>
                                              <p:pRg st="7" end="7"/>
                                            </p:txEl>
                                          </p:spTgt>
                                        </p:tgtEl>
                                        <p:attrNameLst>
                                          <p:attrName>style.visibility</p:attrName>
                                        </p:attrNameLst>
                                      </p:cBhvr>
                                      <p:to>
                                        <p:strVal val="visible"/>
                                      </p:to>
                                    </p:set>
                                    <p:animEffect transition="in" filter="fade">
                                      <p:cBhvr>
                                        <p:cTn id="19" dur="1000"/>
                                        <p:tgtEl>
                                          <p:spTgt spid="3">
                                            <p:txEl>
                                              <p:pRg st="7" end="7"/>
                                            </p:txEl>
                                          </p:spTgt>
                                        </p:tgtEl>
                                      </p:cBhvr>
                                    </p:animEffect>
                                    <p:anim calcmode="lin" valueType="num">
                                      <p:cBhvr>
                                        <p:cTn id="20" dur="1000" fill="hold"/>
                                        <p:tgtEl>
                                          <p:spTgt spid="3">
                                            <p:txEl>
                                              <p:pRg st="7" end="7"/>
                                            </p:txEl>
                                          </p:spTgt>
                                        </p:tgtEl>
                                        <p:attrNameLst>
                                          <p:attrName>ppt_x</p:attrName>
                                        </p:attrNameLst>
                                      </p:cBhvr>
                                      <p:tavLst>
                                        <p:tav tm="0">
                                          <p:val>
                                            <p:strVal val="#ppt_x"/>
                                          </p:val>
                                        </p:tav>
                                        <p:tav tm="100000">
                                          <p:val>
                                            <p:strVal val="#ppt_x"/>
                                          </p:val>
                                        </p:tav>
                                      </p:tavLst>
                                    </p:anim>
                                    <p:anim calcmode="lin" valueType="num">
                                      <p:cBhvr>
                                        <p:cTn id="21" dur="1000" fill="hold"/>
                                        <p:tgtEl>
                                          <p:spTgt spid="3">
                                            <p:txEl>
                                              <p:pRg st="7" end="7"/>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A19296-E101-D2F4-C0D4-6778CA06F22A}"/>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536D52A3-FFD7-E659-98D0-F0659C8FF4E0}"/>
              </a:ext>
            </a:extLst>
          </p:cNvPr>
          <p:cNvSpPr>
            <a:spLocks noGrp="1"/>
          </p:cNvSpPr>
          <p:nvPr>
            <p:ph type="title"/>
          </p:nvPr>
        </p:nvSpPr>
        <p:spPr/>
        <p:txBody>
          <a:bodyPr>
            <a:normAutofit fontScale="90000"/>
          </a:bodyPr>
          <a:lstStyle/>
          <a:p>
            <a:r>
              <a:rPr lang="zh-CN" altLang="en-US" dirty="0"/>
              <a:t>第</a:t>
            </a:r>
            <a:r>
              <a:rPr lang="en-US" altLang="zh-CN" dirty="0"/>
              <a:t>2</a:t>
            </a:r>
            <a:r>
              <a:rPr lang="zh-CN" altLang="en-US" dirty="0"/>
              <a:t>讲第</a:t>
            </a:r>
            <a:r>
              <a:rPr lang="en-US" altLang="zh-CN" dirty="0"/>
              <a:t>2</a:t>
            </a:r>
            <a:r>
              <a:rPr lang="zh-CN" altLang="en-US" dirty="0"/>
              <a:t>题</a:t>
            </a:r>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9C2A506F-36C4-5713-81FF-2BF8048F29AC}"/>
                  </a:ext>
                </a:extLst>
              </p:cNvPr>
              <p:cNvSpPr>
                <a:spLocks noGrp="1"/>
              </p:cNvSpPr>
              <p:nvPr>
                <p:ph idx="1"/>
              </p:nvPr>
            </p:nvSpPr>
            <p:spPr>
              <a:xfrm>
                <a:off x="457200" y="1196752"/>
                <a:ext cx="8229600" cy="5554567"/>
              </a:xfrm>
            </p:spPr>
            <p:txBody>
              <a:bodyPr>
                <a:normAutofit fontScale="77500" lnSpcReduction="20000"/>
              </a:bodyPr>
              <a:lstStyle/>
              <a:p>
                <a:pPr>
                  <a:lnSpc>
                    <a:spcPct val="140000"/>
                  </a:lnSpc>
                </a:pPr>
                <a:r>
                  <a:rPr lang="zh-CN" altLang="en-US" b="1" dirty="0"/>
                  <a:t>给定</a:t>
                </a:r>
                <a:r>
                  <a:rPr lang="zh-CN" altLang="en-US" b="1" dirty="0">
                    <a:solidFill>
                      <a:srgbClr val="FFFF00"/>
                    </a:solidFill>
                  </a:rPr>
                  <a:t>函数</a:t>
                </a:r>
                <a:r>
                  <a:rPr lang="zh-CN" altLang="en-US" b="1" dirty="0"/>
                  <a:t>：</a:t>
                </a:r>
                <a:br>
                  <a:rPr lang="en-US" altLang="zh-CN" b="1" dirty="0">
                    <a:solidFill>
                      <a:srgbClr val="FFFF00"/>
                    </a:solidFill>
                  </a:rPr>
                </a:br>
                <a14:m>
                  <m:oMath xmlns:m="http://schemas.openxmlformats.org/officeDocument/2006/math">
                    <m:r>
                      <a:rPr lang="en-US" altLang="zh-CN" i="1" smtClean="0">
                        <a:solidFill>
                          <a:srgbClr val="FFFF00"/>
                        </a:solidFill>
                        <a:latin typeface="Cambria Math" panose="02040503050406030204" pitchFamily="18" charset="0"/>
                      </a:rPr>
                      <m:t>𝑉</m:t>
                    </m:r>
                    <m:r>
                      <a:rPr lang="en-US" altLang="zh-CN" i="1" smtClean="0">
                        <a:solidFill>
                          <a:srgbClr val="FFFF00"/>
                        </a:solidFill>
                        <a:latin typeface="Cambria Math" panose="02040503050406030204" pitchFamily="18" charset="0"/>
                      </a:rPr>
                      <m:t>(</m:t>
                    </m:r>
                    <m:r>
                      <a:rPr lang="en-US" altLang="zh-CN" b="1" i="1">
                        <a:solidFill>
                          <a:srgbClr val="FFFF00"/>
                        </a:solidFill>
                        <a:latin typeface="Cambria Math" panose="02040503050406030204" pitchFamily="18" charset="0"/>
                      </a:rPr>
                      <m:t>𝒙</m:t>
                    </m:r>
                    <m:r>
                      <a:rPr lang="en-US" altLang="zh-CN" i="1">
                        <a:solidFill>
                          <a:srgbClr val="FFFF00"/>
                        </a:solidFill>
                        <a:latin typeface="Cambria Math" panose="02040503050406030204" pitchFamily="18" charset="0"/>
                      </a:rPr>
                      <m:t>)=</m:t>
                    </m:r>
                    <m:f>
                      <m:fPr>
                        <m:ctrlPr>
                          <a:rPr lang="zh-CN" altLang="zh-CN" i="1">
                            <a:solidFill>
                              <a:srgbClr val="FFFF00"/>
                            </a:solidFill>
                            <a:latin typeface="Cambria Math" panose="02040503050406030204" pitchFamily="18" charset="0"/>
                          </a:rPr>
                        </m:ctrlPr>
                      </m:fPr>
                      <m:num>
                        <m:r>
                          <a:rPr lang="en-US" altLang="zh-CN" i="1">
                            <a:solidFill>
                              <a:srgbClr val="FFFF00"/>
                            </a:solidFill>
                            <a:latin typeface="Cambria Math" panose="02040503050406030204" pitchFamily="18" charset="0"/>
                          </a:rPr>
                          <m:t>(</m:t>
                        </m:r>
                        <m:sSub>
                          <m:sSubPr>
                            <m:ctrlPr>
                              <a:rPr lang="zh-CN" altLang="zh-CN" i="1">
                                <a:solidFill>
                                  <a:srgbClr val="FFFF00"/>
                                </a:solidFill>
                                <a:latin typeface="Cambria Math" panose="02040503050406030204" pitchFamily="18" charset="0"/>
                              </a:rPr>
                            </m:ctrlPr>
                          </m:sSubPr>
                          <m:e>
                            <m:r>
                              <a:rPr lang="en-US" altLang="zh-CN" i="1">
                                <a:solidFill>
                                  <a:srgbClr val="FFFF00"/>
                                </a:solidFill>
                                <a:latin typeface="Cambria Math" panose="02040503050406030204" pitchFamily="18" charset="0"/>
                              </a:rPr>
                              <m:t>𝑥</m:t>
                            </m:r>
                          </m:e>
                          <m:sub>
                            <m:r>
                              <a:rPr lang="en-US" altLang="zh-CN" i="1">
                                <a:solidFill>
                                  <a:srgbClr val="FFFF00"/>
                                </a:solidFill>
                                <a:latin typeface="Cambria Math" panose="02040503050406030204" pitchFamily="18" charset="0"/>
                              </a:rPr>
                              <m:t>1</m:t>
                            </m:r>
                          </m:sub>
                        </m:sSub>
                        <m:r>
                          <a:rPr lang="en-US" altLang="zh-CN" i="1">
                            <a:solidFill>
                              <a:srgbClr val="FFFF00"/>
                            </a:solidFill>
                            <a:latin typeface="Cambria Math" panose="02040503050406030204" pitchFamily="18" charset="0"/>
                          </a:rPr>
                          <m:t>+</m:t>
                        </m:r>
                        <m:sSub>
                          <m:sSubPr>
                            <m:ctrlPr>
                              <a:rPr lang="zh-CN" altLang="zh-CN" i="1">
                                <a:solidFill>
                                  <a:srgbClr val="FFFF00"/>
                                </a:solidFill>
                                <a:latin typeface="Cambria Math" panose="02040503050406030204" pitchFamily="18" charset="0"/>
                              </a:rPr>
                            </m:ctrlPr>
                          </m:sSubPr>
                          <m:e>
                            <m:r>
                              <a:rPr lang="en-US" altLang="zh-CN" i="1">
                                <a:solidFill>
                                  <a:srgbClr val="FFFF00"/>
                                </a:solidFill>
                                <a:latin typeface="Cambria Math" panose="02040503050406030204" pitchFamily="18" charset="0"/>
                              </a:rPr>
                              <m:t>𝑥</m:t>
                            </m:r>
                          </m:e>
                          <m:sub>
                            <m:r>
                              <a:rPr lang="en-US" altLang="zh-CN" i="1">
                                <a:solidFill>
                                  <a:srgbClr val="FFFF00"/>
                                </a:solidFill>
                                <a:latin typeface="Cambria Math" panose="02040503050406030204" pitchFamily="18" charset="0"/>
                              </a:rPr>
                              <m:t>2</m:t>
                            </m:r>
                          </m:sub>
                        </m:sSub>
                        <m:sSup>
                          <m:sSupPr>
                            <m:ctrlPr>
                              <a:rPr lang="zh-CN" altLang="zh-CN" i="1">
                                <a:solidFill>
                                  <a:srgbClr val="FFFF00"/>
                                </a:solidFill>
                                <a:latin typeface="Cambria Math" panose="02040503050406030204" pitchFamily="18" charset="0"/>
                              </a:rPr>
                            </m:ctrlPr>
                          </m:sSupPr>
                          <m:e>
                            <m:r>
                              <a:rPr lang="en-US" altLang="zh-CN" i="1">
                                <a:solidFill>
                                  <a:srgbClr val="FFFF00"/>
                                </a:solidFill>
                                <a:latin typeface="Cambria Math" panose="02040503050406030204" pitchFamily="18" charset="0"/>
                              </a:rPr>
                              <m:t>)</m:t>
                            </m:r>
                          </m:e>
                          <m:sup>
                            <m:r>
                              <a:rPr lang="en-US" altLang="zh-CN" i="1">
                                <a:solidFill>
                                  <a:srgbClr val="FFFF00"/>
                                </a:solidFill>
                                <a:latin typeface="Cambria Math" panose="02040503050406030204" pitchFamily="18" charset="0"/>
                              </a:rPr>
                              <m:t>2</m:t>
                            </m:r>
                          </m:sup>
                        </m:sSup>
                      </m:num>
                      <m:den>
                        <m:r>
                          <a:rPr lang="en-US" altLang="zh-CN" i="1">
                            <a:solidFill>
                              <a:srgbClr val="FFFF00"/>
                            </a:solidFill>
                            <a:latin typeface="Cambria Math" panose="02040503050406030204" pitchFamily="18" charset="0"/>
                          </a:rPr>
                          <m:t>1+(</m:t>
                        </m:r>
                        <m:sSub>
                          <m:sSubPr>
                            <m:ctrlPr>
                              <a:rPr lang="zh-CN" altLang="zh-CN" i="1">
                                <a:solidFill>
                                  <a:srgbClr val="FFFF00"/>
                                </a:solidFill>
                                <a:latin typeface="Cambria Math" panose="02040503050406030204" pitchFamily="18" charset="0"/>
                              </a:rPr>
                            </m:ctrlPr>
                          </m:sSubPr>
                          <m:e>
                            <m:r>
                              <a:rPr lang="en-US" altLang="zh-CN" i="1">
                                <a:solidFill>
                                  <a:srgbClr val="FFFF00"/>
                                </a:solidFill>
                                <a:latin typeface="Cambria Math" panose="02040503050406030204" pitchFamily="18" charset="0"/>
                              </a:rPr>
                              <m:t>𝑥</m:t>
                            </m:r>
                          </m:e>
                          <m:sub>
                            <m:r>
                              <a:rPr lang="en-US" altLang="zh-CN" i="1">
                                <a:solidFill>
                                  <a:srgbClr val="FFFF00"/>
                                </a:solidFill>
                                <a:latin typeface="Cambria Math" panose="02040503050406030204" pitchFamily="18" charset="0"/>
                              </a:rPr>
                              <m:t>1</m:t>
                            </m:r>
                          </m:sub>
                        </m:sSub>
                        <m:r>
                          <a:rPr lang="en-US" altLang="zh-CN" i="1">
                            <a:solidFill>
                              <a:srgbClr val="FFFF00"/>
                            </a:solidFill>
                            <a:latin typeface="Cambria Math" panose="02040503050406030204" pitchFamily="18" charset="0"/>
                          </a:rPr>
                          <m:t>+</m:t>
                        </m:r>
                        <m:sSub>
                          <m:sSubPr>
                            <m:ctrlPr>
                              <a:rPr lang="zh-CN" altLang="zh-CN" i="1">
                                <a:solidFill>
                                  <a:srgbClr val="FFFF00"/>
                                </a:solidFill>
                                <a:latin typeface="Cambria Math" panose="02040503050406030204" pitchFamily="18" charset="0"/>
                              </a:rPr>
                            </m:ctrlPr>
                          </m:sSubPr>
                          <m:e>
                            <m:r>
                              <a:rPr lang="en-US" altLang="zh-CN" i="1">
                                <a:solidFill>
                                  <a:srgbClr val="FFFF00"/>
                                </a:solidFill>
                                <a:latin typeface="Cambria Math" panose="02040503050406030204" pitchFamily="18" charset="0"/>
                              </a:rPr>
                              <m:t>𝑥</m:t>
                            </m:r>
                          </m:e>
                          <m:sub>
                            <m:r>
                              <a:rPr lang="en-US" altLang="zh-CN" i="1">
                                <a:solidFill>
                                  <a:srgbClr val="FFFF00"/>
                                </a:solidFill>
                                <a:latin typeface="Cambria Math" panose="02040503050406030204" pitchFamily="18" charset="0"/>
                              </a:rPr>
                              <m:t>2</m:t>
                            </m:r>
                          </m:sub>
                        </m:sSub>
                        <m:sSup>
                          <m:sSupPr>
                            <m:ctrlPr>
                              <a:rPr lang="zh-CN" altLang="zh-CN" i="1">
                                <a:solidFill>
                                  <a:srgbClr val="FFFF00"/>
                                </a:solidFill>
                                <a:latin typeface="Cambria Math" panose="02040503050406030204" pitchFamily="18" charset="0"/>
                              </a:rPr>
                            </m:ctrlPr>
                          </m:sSupPr>
                          <m:e>
                            <m:r>
                              <a:rPr lang="en-US" altLang="zh-CN" i="1">
                                <a:solidFill>
                                  <a:srgbClr val="FFFF00"/>
                                </a:solidFill>
                                <a:latin typeface="Cambria Math" panose="02040503050406030204" pitchFamily="18" charset="0"/>
                              </a:rPr>
                              <m:t>)</m:t>
                            </m:r>
                          </m:e>
                          <m:sup>
                            <m:r>
                              <a:rPr lang="en-US" altLang="zh-CN" i="1">
                                <a:solidFill>
                                  <a:srgbClr val="FFFF00"/>
                                </a:solidFill>
                                <a:latin typeface="Cambria Math" panose="02040503050406030204" pitchFamily="18" charset="0"/>
                              </a:rPr>
                              <m:t>2</m:t>
                            </m:r>
                          </m:sup>
                        </m:sSup>
                      </m:den>
                    </m:f>
                    <m:r>
                      <a:rPr lang="en-US" altLang="zh-CN" i="1">
                        <a:solidFill>
                          <a:srgbClr val="FFFF00"/>
                        </a:solidFill>
                        <a:latin typeface="Cambria Math" panose="02040503050406030204" pitchFamily="18" charset="0"/>
                      </a:rPr>
                      <m:t>+(</m:t>
                    </m:r>
                    <m:sSub>
                      <m:sSubPr>
                        <m:ctrlPr>
                          <a:rPr lang="zh-CN" altLang="zh-CN" i="1">
                            <a:solidFill>
                              <a:srgbClr val="FFFF00"/>
                            </a:solidFill>
                            <a:latin typeface="Cambria Math" panose="02040503050406030204" pitchFamily="18" charset="0"/>
                          </a:rPr>
                        </m:ctrlPr>
                      </m:sSubPr>
                      <m:e>
                        <m:r>
                          <a:rPr lang="en-US" altLang="zh-CN" i="1">
                            <a:solidFill>
                              <a:srgbClr val="FFFF00"/>
                            </a:solidFill>
                            <a:latin typeface="Cambria Math" panose="02040503050406030204" pitchFamily="18" charset="0"/>
                          </a:rPr>
                          <m:t>𝑥</m:t>
                        </m:r>
                      </m:e>
                      <m:sub>
                        <m:r>
                          <a:rPr lang="en-US" altLang="zh-CN" i="1">
                            <a:solidFill>
                              <a:srgbClr val="FFFF00"/>
                            </a:solidFill>
                            <a:latin typeface="Cambria Math" panose="02040503050406030204" pitchFamily="18" charset="0"/>
                          </a:rPr>
                          <m:t>1</m:t>
                        </m:r>
                      </m:sub>
                    </m:sSub>
                    <m:r>
                      <a:rPr lang="en-US" altLang="zh-CN" i="1">
                        <a:solidFill>
                          <a:srgbClr val="FFFF00"/>
                        </a:solidFill>
                        <a:latin typeface="Cambria Math" panose="02040503050406030204" pitchFamily="18" charset="0"/>
                      </a:rPr>
                      <m:t>−</m:t>
                    </m:r>
                    <m:sSub>
                      <m:sSubPr>
                        <m:ctrlPr>
                          <a:rPr lang="zh-CN" altLang="zh-CN" i="1">
                            <a:solidFill>
                              <a:srgbClr val="FFFF00"/>
                            </a:solidFill>
                            <a:latin typeface="Cambria Math" panose="02040503050406030204" pitchFamily="18" charset="0"/>
                          </a:rPr>
                        </m:ctrlPr>
                      </m:sSubPr>
                      <m:e>
                        <m:r>
                          <a:rPr lang="en-US" altLang="zh-CN" i="1">
                            <a:solidFill>
                              <a:srgbClr val="FFFF00"/>
                            </a:solidFill>
                            <a:latin typeface="Cambria Math" panose="02040503050406030204" pitchFamily="18" charset="0"/>
                          </a:rPr>
                          <m:t>𝑥</m:t>
                        </m:r>
                      </m:e>
                      <m:sub>
                        <m:r>
                          <a:rPr lang="en-US" altLang="zh-CN" i="1">
                            <a:solidFill>
                              <a:srgbClr val="FFFF00"/>
                            </a:solidFill>
                            <a:latin typeface="Cambria Math" panose="02040503050406030204" pitchFamily="18" charset="0"/>
                          </a:rPr>
                          <m:t>2</m:t>
                        </m:r>
                      </m:sub>
                    </m:sSub>
                    <m:sSup>
                      <m:sSupPr>
                        <m:ctrlPr>
                          <a:rPr lang="zh-CN" altLang="zh-CN" i="1">
                            <a:solidFill>
                              <a:srgbClr val="FFFF00"/>
                            </a:solidFill>
                            <a:latin typeface="Cambria Math" panose="02040503050406030204" pitchFamily="18" charset="0"/>
                          </a:rPr>
                        </m:ctrlPr>
                      </m:sSupPr>
                      <m:e>
                        <m:r>
                          <a:rPr lang="en-US" altLang="zh-CN" i="1">
                            <a:solidFill>
                              <a:srgbClr val="FFFF00"/>
                            </a:solidFill>
                            <a:latin typeface="Cambria Math" panose="02040503050406030204" pitchFamily="18" charset="0"/>
                          </a:rPr>
                          <m:t>)</m:t>
                        </m:r>
                      </m:e>
                      <m:sup>
                        <m:r>
                          <a:rPr lang="en-US" altLang="zh-CN" i="1">
                            <a:solidFill>
                              <a:srgbClr val="FFFF00"/>
                            </a:solidFill>
                            <a:latin typeface="Cambria Math" panose="02040503050406030204" pitchFamily="18" charset="0"/>
                          </a:rPr>
                          <m:t>2</m:t>
                        </m:r>
                      </m:sup>
                    </m:sSup>
                  </m:oMath>
                </a14:m>
                <a:endParaRPr lang="en-US" altLang="zh-CN" dirty="0"/>
              </a:p>
              <a:p>
                <a:pPr marL="118872" indent="0">
                  <a:lnSpc>
                    <a:spcPct val="140000"/>
                  </a:lnSpc>
                  <a:buNone/>
                </a:pPr>
                <a:r>
                  <a:rPr lang="zh-CN" altLang="en-US" sz="3200" b="1" dirty="0">
                    <a:latin typeface="Cambria Math" panose="02040503050406030204" pitchFamily="18" charset="0"/>
                  </a:rPr>
                  <a:t>试</a:t>
                </a:r>
                <a:r>
                  <a:rPr lang="zh-CN" altLang="zh-CN" dirty="0"/>
                  <a:t>证明</a:t>
                </a:r>
                <a:r>
                  <a:rPr lang="zh-CN" altLang="en-US" dirty="0"/>
                  <a:t>：</a:t>
                </a:r>
                <a:br>
                  <a:rPr lang="en-US" altLang="zh-CN" dirty="0"/>
                </a:br>
                <a:r>
                  <a:rPr lang="en-US" altLang="zh-CN" dirty="0"/>
                  <a:t>1</a:t>
                </a:r>
                <a:r>
                  <a:rPr lang="zh-CN" altLang="en-US" dirty="0"/>
                  <a:t>）</a:t>
                </a:r>
                <a:r>
                  <a:rPr lang="zh-CN" altLang="zh-CN" dirty="0"/>
                  <a:t>当</a:t>
                </a:r>
                <a14:m>
                  <m:oMath xmlns:m="http://schemas.openxmlformats.org/officeDocument/2006/math">
                    <m:d>
                      <m:dPr>
                        <m:begChr m:val="‖"/>
                        <m:endChr m:val="‖"/>
                        <m:ctrlPr>
                          <a:rPr lang="zh-CN" altLang="zh-CN" i="1">
                            <a:latin typeface="Cambria Math" panose="02040503050406030204" pitchFamily="18" charset="0"/>
                          </a:rPr>
                        </m:ctrlPr>
                      </m:dPr>
                      <m:e>
                        <m:r>
                          <a:rPr lang="en-US" altLang="zh-CN" b="1" i="1">
                            <a:latin typeface="Cambria Math" panose="02040503050406030204" pitchFamily="18" charset="0"/>
                          </a:rPr>
                          <m:t>𝒙</m:t>
                        </m:r>
                      </m:e>
                    </m:d>
                  </m:oMath>
                </a14:m>
                <a:r>
                  <a:rPr lang="zh-CN" altLang="zh-CN" dirty="0"/>
                  <a:t>沿直线</a:t>
                </a:r>
                <a14:m>
                  <m:oMath xmlns:m="http://schemas.openxmlformats.org/officeDocument/2006/math">
                    <m:sSub>
                      <m:sSubPr>
                        <m:ctrlPr>
                          <a:rPr lang="zh-CN" altLang="zh-CN" i="1">
                            <a:latin typeface="Cambria Math" panose="02040503050406030204" pitchFamily="18" charset="0"/>
                          </a:rPr>
                        </m:ctrlPr>
                      </m:sSubPr>
                      <m:e>
                        <m:r>
                          <a:rPr lang="en-US" altLang="zh-CN" i="1">
                            <a:latin typeface="Cambria Math" panose="02040503050406030204" pitchFamily="18" charset="0"/>
                          </a:rPr>
                          <m:t>𝑥</m:t>
                        </m:r>
                      </m:e>
                      <m:sub>
                        <m:r>
                          <a:rPr lang="en-US" altLang="zh-CN" i="1">
                            <a:latin typeface="Cambria Math" panose="02040503050406030204" pitchFamily="18" charset="0"/>
                          </a:rPr>
                          <m:t>1</m:t>
                        </m:r>
                      </m:sub>
                    </m:sSub>
                    <m:r>
                      <a:rPr lang="en-US" altLang="zh-CN" i="1">
                        <a:latin typeface="Cambria Math" panose="02040503050406030204" pitchFamily="18" charset="0"/>
                      </a:rPr>
                      <m:t>=0</m:t>
                    </m:r>
                  </m:oMath>
                </a14:m>
                <a:r>
                  <a:rPr lang="zh-CN" altLang="zh-CN" dirty="0"/>
                  <a:t>趋向无穷大时，</a:t>
                </a:r>
                <a14:m>
                  <m:oMath xmlns:m="http://schemas.openxmlformats.org/officeDocument/2006/math">
                    <m:r>
                      <a:rPr lang="en-US" altLang="zh-CN" i="1">
                        <a:latin typeface="Cambria Math" panose="02040503050406030204" pitchFamily="18" charset="0"/>
                      </a:rPr>
                      <m:t>𝑉</m:t>
                    </m:r>
                    <m:r>
                      <a:rPr lang="en-US" altLang="zh-CN" i="1">
                        <a:latin typeface="Cambria Math" panose="02040503050406030204" pitchFamily="18" charset="0"/>
                      </a:rPr>
                      <m:t>(</m:t>
                    </m:r>
                    <m:r>
                      <a:rPr lang="en-US" altLang="zh-CN" b="1" i="1">
                        <a:latin typeface="Cambria Math" panose="02040503050406030204" pitchFamily="18" charset="0"/>
                      </a:rPr>
                      <m:t>𝒙</m:t>
                    </m:r>
                    <m:r>
                      <a:rPr lang="en-US" altLang="zh-CN" i="1">
                        <a:latin typeface="Cambria Math" panose="02040503050406030204" pitchFamily="18" charset="0"/>
                      </a:rPr>
                      <m:t>)→∞</m:t>
                    </m:r>
                  </m:oMath>
                </a14:m>
                <a:r>
                  <a:rPr lang="zh-CN" altLang="en-US" b="1" dirty="0"/>
                  <a:t>；</a:t>
                </a:r>
                <a:br>
                  <a:rPr lang="en-US" altLang="zh-CN" b="1" dirty="0"/>
                </a:br>
                <a:r>
                  <a:rPr lang="en-US" altLang="zh-CN" b="1" dirty="0"/>
                  <a:t>2</a:t>
                </a:r>
                <a:r>
                  <a:rPr lang="zh-CN" altLang="en-US" b="1" dirty="0"/>
                  <a:t>）</a:t>
                </a:r>
                <a14:m>
                  <m:oMath xmlns:m="http://schemas.openxmlformats.org/officeDocument/2006/math">
                    <m:r>
                      <a:rPr lang="en-US" altLang="zh-CN" i="1">
                        <a:latin typeface="Cambria Math" panose="02040503050406030204" pitchFamily="18" charset="0"/>
                      </a:rPr>
                      <m:t>𝑉</m:t>
                    </m:r>
                    <m:r>
                      <a:rPr lang="en-US" altLang="zh-CN" i="1">
                        <a:latin typeface="Cambria Math" panose="02040503050406030204" pitchFamily="18" charset="0"/>
                      </a:rPr>
                      <m:t>(</m:t>
                    </m:r>
                    <m:r>
                      <a:rPr lang="en-US" altLang="zh-CN" b="1" i="1">
                        <a:latin typeface="Cambria Math" panose="02040503050406030204" pitchFamily="18" charset="0"/>
                      </a:rPr>
                      <m:t>𝒙</m:t>
                    </m:r>
                    <m:r>
                      <a:rPr lang="en-US" altLang="zh-CN" i="1">
                        <a:latin typeface="Cambria Math" panose="02040503050406030204" pitchFamily="18" charset="0"/>
                      </a:rPr>
                      <m:t>)</m:t>
                    </m:r>
                  </m:oMath>
                </a14:m>
                <a:r>
                  <a:rPr lang="zh-CN" altLang="zh-CN" dirty="0"/>
                  <a:t>不满足径向无界</a:t>
                </a:r>
                <a:r>
                  <a:rPr lang="zh-CN" altLang="en-US" dirty="0"/>
                  <a:t>条件。</a:t>
                </a:r>
                <a:endParaRPr lang="en-US" altLang="zh-CN" dirty="0"/>
              </a:p>
              <a:p>
                <a:pPr>
                  <a:lnSpc>
                    <a:spcPct val="140000"/>
                  </a:lnSpc>
                </a:pPr>
                <a:r>
                  <a:rPr lang="zh-CN" altLang="en-US" b="1" dirty="0"/>
                  <a:t>注意该函数对两个状态是“无差别”的。</a:t>
                </a:r>
                <a:endParaRPr lang="en-US" altLang="zh-CN" b="1" dirty="0"/>
              </a:p>
              <a:p>
                <a:pPr>
                  <a:lnSpc>
                    <a:spcPct val="140000"/>
                  </a:lnSpc>
                </a:pPr>
                <a:r>
                  <a:rPr lang="en-US" altLang="zh-CN" b="1" dirty="0"/>
                  <a:t>1</a:t>
                </a:r>
                <a:r>
                  <a:rPr lang="zh-CN" altLang="en-US" b="1" dirty="0"/>
                  <a:t>）</a:t>
                </a:r>
                <a:r>
                  <a:rPr lang="zh-CN" altLang="zh-CN" dirty="0"/>
                  <a:t> </a:t>
                </a:r>
                <a14:m>
                  <m:oMath xmlns:m="http://schemas.openxmlformats.org/officeDocument/2006/math">
                    <m:sSub>
                      <m:sSubPr>
                        <m:ctrlPr>
                          <a:rPr lang="zh-CN" altLang="zh-CN" i="1">
                            <a:latin typeface="Cambria Math" panose="02040503050406030204" pitchFamily="18" charset="0"/>
                          </a:rPr>
                        </m:ctrlPr>
                      </m:sSubPr>
                      <m:e>
                        <m:r>
                          <a:rPr lang="en-US" altLang="zh-CN" i="1">
                            <a:latin typeface="Cambria Math" panose="02040503050406030204" pitchFamily="18" charset="0"/>
                          </a:rPr>
                          <m:t>𝑥</m:t>
                        </m:r>
                      </m:e>
                      <m:sub>
                        <m:r>
                          <a:rPr lang="en-US" altLang="zh-CN" i="1">
                            <a:latin typeface="Cambria Math" panose="02040503050406030204" pitchFamily="18" charset="0"/>
                          </a:rPr>
                          <m:t>1</m:t>
                        </m:r>
                      </m:sub>
                    </m:sSub>
                    <m:r>
                      <a:rPr lang="en-US" altLang="zh-CN" i="1">
                        <a:latin typeface="Cambria Math" panose="02040503050406030204" pitchFamily="18" charset="0"/>
                      </a:rPr>
                      <m:t>=0</m:t>
                    </m:r>
                  </m:oMath>
                </a14:m>
                <a:r>
                  <a:rPr lang="zh-CN" altLang="en-US" dirty="0"/>
                  <a:t>时</a:t>
                </a:r>
                <a:r>
                  <a:rPr lang="zh-CN" altLang="zh-CN" dirty="0"/>
                  <a:t>，</a:t>
                </a:r>
                <a14:m>
                  <m:oMath xmlns:m="http://schemas.openxmlformats.org/officeDocument/2006/math">
                    <m:r>
                      <a:rPr lang="en-US" altLang="zh-CN" i="1">
                        <a:latin typeface="Cambria Math" panose="02040503050406030204" pitchFamily="18" charset="0"/>
                      </a:rPr>
                      <m:t>𝑉</m:t>
                    </m:r>
                    <m:r>
                      <a:rPr lang="en-US" altLang="zh-CN" i="1">
                        <a:latin typeface="Cambria Math" panose="02040503050406030204" pitchFamily="18" charset="0"/>
                      </a:rPr>
                      <m:t>(</m:t>
                    </m:r>
                    <m:r>
                      <a:rPr lang="en-US" altLang="zh-CN" b="1" i="1">
                        <a:latin typeface="Cambria Math" panose="02040503050406030204" pitchFamily="18" charset="0"/>
                      </a:rPr>
                      <m:t>𝒙</m:t>
                    </m:r>
                    <m:r>
                      <a:rPr lang="en-US" altLang="zh-CN" i="1">
                        <a:latin typeface="Cambria Math" panose="02040503050406030204" pitchFamily="18" charset="0"/>
                      </a:rPr>
                      <m:t>)=</m:t>
                    </m:r>
                    <m:f>
                      <m:fPr>
                        <m:ctrlPr>
                          <a:rPr lang="zh-CN" altLang="zh-CN" i="1">
                            <a:latin typeface="Cambria Math" panose="02040503050406030204" pitchFamily="18" charset="0"/>
                          </a:rPr>
                        </m:ctrlPr>
                      </m:fPr>
                      <m:num>
                        <m:sSubSup>
                          <m:sSubSupPr>
                            <m:ctrlPr>
                              <a:rPr lang="zh-CN" altLang="zh-CN" i="1">
                                <a:latin typeface="Cambria Math" panose="02040503050406030204" pitchFamily="18" charset="0"/>
                              </a:rPr>
                            </m:ctrlPr>
                          </m:sSubSupPr>
                          <m:e>
                            <m:r>
                              <a:rPr lang="en-US" altLang="zh-CN" i="1">
                                <a:latin typeface="Cambria Math" panose="02040503050406030204" pitchFamily="18" charset="0"/>
                              </a:rPr>
                              <m:t>𝑥</m:t>
                            </m:r>
                          </m:e>
                          <m:sub>
                            <m:r>
                              <a:rPr lang="en-US" altLang="zh-CN" i="1">
                                <a:latin typeface="Cambria Math" panose="02040503050406030204" pitchFamily="18" charset="0"/>
                              </a:rPr>
                              <m:t>2</m:t>
                            </m:r>
                          </m:sub>
                          <m:sup>
                            <m:r>
                              <a:rPr lang="en-US" altLang="zh-CN" i="1">
                                <a:latin typeface="Cambria Math" panose="02040503050406030204" pitchFamily="18" charset="0"/>
                              </a:rPr>
                              <m:t>2</m:t>
                            </m:r>
                          </m:sup>
                        </m:sSubSup>
                      </m:num>
                      <m:den>
                        <m:r>
                          <a:rPr lang="en-US" altLang="zh-CN" i="1">
                            <a:latin typeface="Cambria Math" panose="02040503050406030204" pitchFamily="18" charset="0"/>
                          </a:rPr>
                          <m:t>1+</m:t>
                        </m:r>
                        <m:sSubSup>
                          <m:sSubSupPr>
                            <m:ctrlPr>
                              <a:rPr lang="zh-CN" altLang="zh-CN" i="1">
                                <a:latin typeface="Cambria Math" panose="02040503050406030204" pitchFamily="18" charset="0"/>
                              </a:rPr>
                            </m:ctrlPr>
                          </m:sSubSupPr>
                          <m:e>
                            <m:r>
                              <a:rPr lang="en-US" altLang="zh-CN" i="1">
                                <a:latin typeface="Cambria Math" panose="02040503050406030204" pitchFamily="18" charset="0"/>
                              </a:rPr>
                              <m:t>𝑥</m:t>
                            </m:r>
                          </m:e>
                          <m:sub>
                            <m:r>
                              <a:rPr lang="en-US" altLang="zh-CN" i="1">
                                <a:latin typeface="Cambria Math" panose="02040503050406030204" pitchFamily="18" charset="0"/>
                              </a:rPr>
                              <m:t>2</m:t>
                            </m:r>
                          </m:sub>
                          <m:sup>
                            <m:r>
                              <a:rPr lang="en-US" altLang="zh-CN" i="1">
                                <a:latin typeface="Cambria Math" panose="02040503050406030204" pitchFamily="18" charset="0"/>
                              </a:rPr>
                              <m:t>2</m:t>
                            </m:r>
                          </m:sup>
                        </m:sSubSup>
                      </m:den>
                    </m:f>
                    <m:r>
                      <a:rPr lang="en-US" altLang="zh-CN" i="1">
                        <a:latin typeface="Cambria Math" panose="02040503050406030204" pitchFamily="18" charset="0"/>
                      </a:rPr>
                      <m:t>+</m:t>
                    </m:r>
                    <m:sSubSup>
                      <m:sSubSupPr>
                        <m:ctrlPr>
                          <a:rPr lang="zh-CN" altLang="zh-CN" i="1">
                            <a:latin typeface="Cambria Math" panose="02040503050406030204" pitchFamily="18" charset="0"/>
                          </a:rPr>
                        </m:ctrlPr>
                      </m:sSubSupPr>
                      <m:e>
                        <m:r>
                          <a:rPr lang="en-US" altLang="zh-CN" i="1">
                            <a:latin typeface="Cambria Math" panose="02040503050406030204" pitchFamily="18" charset="0"/>
                          </a:rPr>
                          <m:t>𝑥</m:t>
                        </m:r>
                      </m:e>
                      <m:sub>
                        <m:r>
                          <a:rPr lang="en-US" altLang="zh-CN" i="1">
                            <a:latin typeface="Cambria Math" panose="02040503050406030204" pitchFamily="18" charset="0"/>
                          </a:rPr>
                          <m:t>2</m:t>
                        </m:r>
                      </m:sub>
                      <m:sup>
                        <m:r>
                          <a:rPr lang="en-US" altLang="zh-CN" i="1">
                            <a:latin typeface="Cambria Math" panose="02040503050406030204" pitchFamily="18" charset="0"/>
                          </a:rPr>
                          <m:t>2</m:t>
                        </m:r>
                      </m:sup>
                    </m:sSubSup>
                  </m:oMath>
                </a14:m>
                <a:r>
                  <a:rPr lang="zh-CN" altLang="zh-CN" dirty="0"/>
                  <a:t>，</a:t>
                </a:r>
                <a:r>
                  <a:rPr lang="zh-CN" altLang="en-US" dirty="0"/>
                  <a:t>有</a:t>
                </a:r>
                <a14:m>
                  <m:oMath xmlns:m="http://schemas.openxmlformats.org/officeDocument/2006/math">
                    <m:func>
                      <m:funcPr>
                        <m:ctrlPr>
                          <a:rPr lang="zh-CN" altLang="zh-CN" i="1">
                            <a:latin typeface="Cambria Math" panose="02040503050406030204" pitchFamily="18" charset="0"/>
                          </a:rPr>
                        </m:ctrlPr>
                      </m:funcPr>
                      <m:fName>
                        <m:sSub>
                          <m:sSubPr>
                            <m:ctrlPr>
                              <a:rPr lang="zh-CN" altLang="zh-CN" i="1">
                                <a:latin typeface="Cambria Math" panose="02040503050406030204" pitchFamily="18" charset="0"/>
                              </a:rPr>
                            </m:ctrlPr>
                          </m:sSubPr>
                          <m:e>
                            <m:r>
                              <m:rPr>
                                <m:sty m:val="p"/>
                              </m:rPr>
                              <a:rPr lang="en-US" altLang="zh-CN" i="0">
                                <a:latin typeface="Cambria Math" panose="02040503050406030204" pitchFamily="18" charset="0"/>
                              </a:rPr>
                              <m:t>lim</m:t>
                            </m:r>
                          </m:e>
                          <m:sub>
                            <m:sSub>
                              <m:sSubPr>
                                <m:ctrlPr>
                                  <a:rPr lang="zh-CN" altLang="zh-CN" i="1">
                                    <a:latin typeface="Cambria Math" panose="02040503050406030204" pitchFamily="18" charset="0"/>
                                  </a:rPr>
                                </m:ctrlPr>
                              </m:sSubPr>
                              <m:e>
                                <m:r>
                                  <a:rPr lang="en-US" altLang="zh-CN" i="1">
                                    <a:latin typeface="Cambria Math" panose="02040503050406030204" pitchFamily="18" charset="0"/>
                                  </a:rPr>
                                  <m:t>𝑥</m:t>
                                </m:r>
                              </m:e>
                              <m:sub>
                                <m:r>
                                  <a:rPr lang="en-US" altLang="zh-CN" i="1">
                                    <a:latin typeface="Cambria Math" panose="02040503050406030204" pitchFamily="18" charset="0"/>
                                  </a:rPr>
                                  <m:t>2</m:t>
                                </m:r>
                              </m:sub>
                            </m:sSub>
                            <m:r>
                              <a:rPr lang="en-US" altLang="zh-CN" i="1">
                                <a:latin typeface="Cambria Math" panose="02040503050406030204" pitchFamily="18" charset="0"/>
                              </a:rPr>
                              <m:t>→∞</m:t>
                            </m:r>
                          </m:sub>
                        </m:sSub>
                      </m:fName>
                      <m:e>
                        <m:r>
                          <a:rPr lang="en-US" altLang="zh-CN" i="1">
                            <a:latin typeface="Cambria Math" panose="02040503050406030204" pitchFamily="18" charset="0"/>
                          </a:rPr>
                          <m:t>𝑉</m:t>
                        </m:r>
                      </m:e>
                    </m:func>
                    <m:r>
                      <a:rPr lang="en-US" altLang="zh-CN" i="1">
                        <a:latin typeface="Cambria Math" panose="02040503050406030204" pitchFamily="18" charset="0"/>
                      </a:rPr>
                      <m:t>(</m:t>
                    </m:r>
                    <m:r>
                      <a:rPr lang="en-US" altLang="zh-CN" b="1" i="1">
                        <a:latin typeface="Cambria Math" panose="02040503050406030204" pitchFamily="18" charset="0"/>
                      </a:rPr>
                      <m:t>𝒙</m:t>
                    </m:r>
                    <m:r>
                      <a:rPr lang="en-US" altLang="zh-CN" i="1">
                        <a:latin typeface="Cambria Math" panose="02040503050406030204" pitchFamily="18" charset="0"/>
                      </a:rPr>
                      <m:t>)=∞</m:t>
                    </m:r>
                  </m:oMath>
                </a14:m>
                <a:endParaRPr lang="en-US" altLang="zh-CN" b="1" dirty="0"/>
              </a:p>
              <a:p>
                <a:pPr>
                  <a:lnSpc>
                    <a:spcPct val="170000"/>
                  </a:lnSpc>
                </a:pPr>
                <a:r>
                  <a:rPr lang="en-US" altLang="zh-CN" b="1" dirty="0"/>
                  <a:t>2</a:t>
                </a:r>
                <a:r>
                  <a:rPr lang="zh-CN" altLang="en-US" b="1" dirty="0"/>
                  <a:t>）径向无界要求满足“任意方向”，所以找到一个方向即可，如：</a:t>
                </a:r>
                <a:r>
                  <a:rPr lang="zh-CN" altLang="zh-CN" dirty="0"/>
                  <a:t> </a:t>
                </a:r>
                <a14:m>
                  <m:oMath xmlns:m="http://schemas.openxmlformats.org/officeDocument/2006/math">
                    <m:sSub>
                      <m:sSubPr>
                        <m:ctrlPr>
                          <a:rPr lang="zh-CN" altLang="zh-CN" i="1" smtClean="0">
                            <a:solidFill>
                              <a:srgbClr val="FFFF00"/>
                            </a:solidFill>
                            <a:latin typeface="Cambria Math" panose="02040503050406030204" pitchFamily="18" charset="0"/>
                          </a:rPr>
                        </m:ctrlPr>
                      </m:sSubPr>
                      <m:e>
                        <m:r>
                          <a:rPr lang="en-US" altLang="zh-CN" i="1">
                            <a:solidFill>
                              <a:srgbClr val="FFFF00"/>
                            </a:solidFill>
                            <a:latin typeface="Cambria Math" panose="02040503050406030204" pitchFamily="18" charset="0"/>
                          </a:rPr>
                          <m:t>𝑥</m:t>
                        </m:r>
                      </m:e>
                      <m:sub>
                        <m:r>
                          <a:rPr lang="en-US" altLang="zh-CN" i="1">
                            <a:solidFill>
                              <a:srgbClr val="FFFF00"/>
                            </a:solidFill>
                            <a:latin typeface="Cambria Math" panose="02040503050406030204" pitchFamily="18" charset="0"/>
                          </a:rPr>
                          <m:t>1</m:t>
                        </m:r>
                      </m:sub>
                    </m:sSub>
                    <m:r>
                      <a:rPr lang="en-US" altLang="zh-CN" i="1">
                        <a:solidFill>
                          <a:srgbClr val="FFFF00"/>
                        </a:solidFill>
                        <a:latin typeface="Cambria Math" panose="02040503050406030204" pitchFamily="18" charset="0"/>
                      </a:rPr>
                      <m:t>=</m:t>
                    </m:r>
                    <m:sSub>
                      <m:sSubPr>
                        <m:ctrlPr>
                          <a:rPr lang="zh-CN" altLang="zh-CN" i="1">
                            <a:solidFill>
                              <a:srgbClr val="FFFF00"/>
                            </a:solidFill>
                            <a:latin typeface="Cambria Math" panose="02040503050406030204" pitchFamily="18" charset="0"/>
                          </a:rPr>
                        </m:ctrlPr>
                      </m:sSubPr>
                      <m:e>
                        <m:r>
                          <a:rPr lang="en-US" altLang="zh-CN" i="1">
                            <a:solidFill>
                              <a:srgbClr val="FFFF00"/>
                            </a:solidFill>
                            <a:latin typeface="Cambria Math" panose="02040503050406030204" pitchFamily="18" charset="0"/>
                          </a:rPr>
                          <m:t>𝑥</m:t>
                        </m:r>
                      </m:e>
                      <m:sub>
                        <m:r>
                          <a:rPr lang="en-US" altLang="zh-CN" i="1">
                            <a:solidFill>
                              <a:srgbClr val="FFFF00"/>
                            </a:solidFill>
                            <a:latin typeface="Cambria Math" panose="02040503050406030204" pitchFamily="18" charset="0"/>
                          </a:rPr>
                          <m:t>2</m:t>
                        </m:r>
                      </m:sub>
                    </m:sSub>
                  </m:oMath>
                </a14:m>
                <a:r>
                  <a:rPr lang="zh-CN" altLang="en-US" b="1" dirty="0"/>
                  <a:t>。</a:t>
                </a:r>
                <a:endParaRPr lang="en-US" altLang="zh-CN" b="1" dirty="0"/>
              </a:p>
            </p:txBody>
          </p:sp>
        </mc:Choice>
        <mc:Fallback xmlns="">
          <p:sp>
            <p:nvSpPr>
              <p:cNvPr id="3" name="内容占位符 2">
                <a:extLst>
                  <a:ext uri="{FF2B5EF4-FFF2-40B4-BE49-F238E27FC236}">
                    <a16:creationId xmlns:a16="http://schemas.microsoft.com/office/drawing/2014/main" id="{9C2A506F-36C4-5713-81FF-2BF8048F29AC}"/>
                  </a:ext>
                </a:extLst>
              </p:cNvPr>
              <p:cNvSpPr>
                <a:spLocks noGrp="1" noRot="1" noChangeAspect="1" noMove="1" noResize="1" noEditPoints="1" noAdjustHandles="1" noChangeArrowheads="1" noChangeShapeType="1" noTextEdit="1"/>
              </p:cNvSpPr>
              <p:nvPr>
                <p:ph idx="1"/>
              </p:nvPr>
            </p:nvSpPr>
            <p:spPr>
              <a:xfrm>
                <a:off x="457200" y="1196752"/>
                <a:ext cx="8229600" cy="5554567"/>
              </a:xfrm>
              <a:blipFill>
                <a:blip r:embed="rId3"/>
                <a:stretch>
                  <a:fillRect l="-222"/>
                </a:stretch>
              </a:blipFill>
            </p:spPr>
            <p:txBody>
              <a:bodyPr/>
              <a:lstStyle/>
              <a:p>
                <a:r>
                  <a:rPr lang="zh-CN" altLang="en-US">
                    <a:noFill/>
                  </a:rPr>
                  <a:t> </a:t>
                </a:r>
              </a:p>
            </p:txBody>
          </p:sp>
        </mc:Fallback>
      </mc:AlternateContent>
      <p:sp>
        <p:nvSpPr>
          <p:cNvPr id="4" name="灯片编号占位符 3">
            <a:extLst>
              <a:ext uri="{FF2B5EF4-FFF2-40B4-BE49-F238E27FC236}">
                <a16:creationId xmlns:a16="http://schemas.microsoft.com/office/drawing/2014/main" id="{548F10DF-91DD-DDAA-F0FD-51EAE61BC27F}"/>
              </a:ext>
            </a:extLst>
          </p:cNvPr>
          <p:cNvSpPr>
            <a:spLocks noGrp="1"/>
          </p:cNvSpPr>
          <p:nvPr>
            <p:ph type="sldNum" sz="quarter" idx="12"/>
          </p:nvPr>
        </p:nvSpPr>
        <p:spPr/>
        <p:txBody>
          <a:bodyPr/>
          <a:lstStyle/>
          <a:p>
            <a:fld id="{58C210BB-F110-452C-89E7-9EA0A8D47DCE}" type="slidenum">
              <a:rPr lang="zh-CN" altLang="en-US" smtClean="0"/>
              <a:pPr/>
              <a:t>63</a:t>
            </a:fld>
            <a:endParaRPr lang="zh-CN" altLang="en-US"/>
          </a:p>
        </p:txBody>
      </p:sp>
    </p:spTree>
    <p:extLst>
      <p:ext uri="{BB962C8B-B14F-4D97-AF65-F5344CB8AC3E}">
        <p14:creationId xmlns:p14="http://schemas.microsoft.com/office/powerpoint/2010/main" val="13905510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animEffect transition="in" filter="fade">
                                      <p:cBhvr>
                                        <p:cTn id="7" dur="1000"/>
                                        <p:tgtEl>
                                          <p:spTgt spid="3">
                                            <p:txEl>
                                              <p:pRg st="3" end="3"/>
                                            </p:txEl>
                                          </p:spTgt>
                                        </p:tgtEl>
                                      </p:cBhvr>
                                    </p:animEffect>
                                    <p:anim calcmode="lin" valueType="num">
                                      <p:cBhvr>
                                        <p:cTn id="8"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3">
                                            <p:txEl>
                                              <p:pRg st="4" end="4"/>
                                            </p:txEl>
                                          </p:spTgt>
                                        </p:tgtEl>
                                        <p:attrNameLst>
                                          <p:attrName>style.visibility</p:attrName>
                                        </p:attrNameLst>
                                      </p:cBhvr>
                                      <p:to>
                                        <p:strVal val="visible"/>
                                      </p:to>
                                    </p:set>
                                    <p:animEffect transition="in" filter="fade">
                                      <p:cBhvr>
                                        <p:cTn id="14" dur="1000"/>
                                        <p:tgtEl>
                                          <p:spTgt spid="3">
                                            <p:txEl>
                                              <p:pRg st="4" end="4"/>
                                            </p:txEl>
                                          </p:spTgt>
                                        </p:tgtEl>
                                      </p:cBhvr>
                                    </p:animEffect>
                                    <p:anim calcmode="lin" valueType="num">
                                      <p:cBhvr>
                                        <p:cTn id="15"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0746EF-A3A9-3516-16BD-72DA488C1677}"/>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162EBE5B-D8FB-9EA0-D01E-835B070DF026}"/>
              </a:ext>
            </a:extLst>
          </p:cNvPr>
          <p:cNvSpPr>
            <a:spLocks noGrp="1"/>
          </p:cNvSpPr>
          <p:nvPr>
            <p:ph type="title"/>
          </p:nvPr>
        </p:nvSpPr>
        <p:spPr/>
        <p:txBody>
          <a:bodyPr>
            <a:normAutofit fontScale="90000"/>
          </a:bodyPr>
          <a:lstStyle/>
          <a:p>
            <a:r>
              <a:rPr lang="zh-CN" altLang="en-US" dirty="0"/>
              <a:t>第</a:t>
            </a:r>
            <a:r>
              <a:rPr lang="en-US" altLang="zh-CN" dirty="0"/>
              <a:t>2</a:t>
            </a:r>
            <a:r>
              <a:rPr lang="zh-CN" altLang="en-US" dirty="0"/>
              <a:t>讲第</a:t>
            </a:r>
            <a:r>
              <a:rPr lang="en-US" altLang="zh-CN" dirty="0"/>
              <a:t>4</a:t>
            </a:r>
            <a:r>
              <a:rPr lang="zh-CN" altLang="en-US" dirty="0"/>
              <a:t>题、第</a:t>
            </a:r>
            <a:r>
              <a:rPr lang="en-US" altLang="zh-CN" dirty="0"/>
              <a:t>5</a:t>
            </a:r>
            <a:r>
              <a:rPr lang="zh-CN" altLang="en-US" dirty="0"/>
              <a:t>题</a:t>
            </a:r>
          </a:p>
        </p:txBody>
      </p:sp>
      <p:sp>
        <p:nvSpPr>
          <p:cNvPr id="3" name="内容占位符 2">
            <a:extLst>
              <a:ext uri="{FF2B5EF4-FFF2-40B4-BE49-F238E27FC236}">
                <a16:creationId xmlns:a16="http://schemas.microsoft.com/office/drawing/2014/main" id="{A6CA568B-6206-9474-18AF-B2AA178693F0}"/>
              </a:ext>
            </a:extLst>
          </p:cNvPr>
          <p:cNvSpPr>
            <a:spLocks noGrp="1"/>
          </p:cNvSpPr>
          <p:nvPr>
            <p:ph idx="1"/>
          </p:nvPr>
        </p:nvSpPr>
        <p:spPr>
          <a:xfrm>
            <a:off x="457200" y="1196752"/>
            <a:ext cx="8229600" cy="5554567"/>
          </a:xfrm>
        </p:spPr>
        <p:txBody>
          <a:bodyPr>
            <a:normAutofit/>
          </a:bodyPr>
          <a:lstStyle/>
          <a:p>
            <a:pPr>
              <a:lnSpc>
                <a:spcPct val="140000"/>
              </a:lnSpc>
            </a:pPr>
            <a:r>
              <a:rPr lang="en-US" altLang="zh-CN" b="1" dirty="0">
                <a:solidFill>
                  <a:srgbClr val="FFFF00"/>
                </a:solidFill>
              </a:rPr>
              <a:t>Lyapunov</a:t>
            </a:r>
            <a:r>
              <a:rPr lang="zh-CN" altLang="en-US" b="1" dirty="0">
                <a:solidFill>
                  <a:srgbClr val="FFFF00"/>
                </a:solidFill>
              </a:rPr>
              <a:t>函数构造方法的体会</a:t>
            </a:r>
            <a:endParaRPr lang="en-US" altLang="zh-CN" b="1" dirty="0">
              <a:solidFill>
                <a:srgbClr val="FFFF00"/>
              </a:solidFill>
            </a:endParaRPr>
          </a:p>
          <a:p>
            <a:pPr>
              <a:lnSpc>
                <a:spcPct val="140000"/>
              </a:lnSpc>
            </a:pPr>
            <a:r>
              <a:rPr lang="zh-CN" altLang="en-US" b="1" dirty="0">
                <a:solidFill>
                  <a:srgbClr val="FFFF00"/>
                </a:solidFill>
              </a:rPr>
              <a:t>最常用：二次型</a:t>
            </a:r>
            <a:endParaRPr lang="en-US" altLang="zh-CN" b="1" dirty="0">
              <a:solidFill>
                <a:srgbClr val="FFFF00"/>
              </a:solidFill>
            </a:endParaRPr>
          </a:p>
          <a:p>
            <a:pPr marL="118872" indent="0" algn="ctr">
              <a:lnSpc>
                <a:spcPct val="140000"/>
              </a:lnSpc>
              <a:buNone/>
            </a:pPr>
            <a:r>
              <a:rPr lang="zh-CN" altLang="en-US" b="1" dirty="0">
                <a:solidFill>
                  <a:srgbClr val="FFFF00"/>
                </a:solidFill>
              </a:rPr>
              <a:t>动能！</a:t>
            </a:r>
            <a:endParaRPr lang="en-US" altLang="zh-CN" b="1" dirty="0">
              <a:solidFill>
                <a:srgbClr val="FFFF00"/>
              </a:solidFill>
            </a:endParaRPr>
          </a:p>
          <a:p>
            <a:pPr>
              <a:lnSpc>
                <a:spcPct val="140000"/>
              </a:lnSpc>
            </a:pPr>
            <a:r>
              <a:rPr lang="zh-CN" altLang="en-US" b="1" dirty="0"/>
              <a:t>动力学系统，可根据动力学方程形式，选择反映状态变化方向的函数</a:t>
            </a:r>
            <a:endParaRPr lang="en-US" altLang="zh-CN" b="1" dirty="0"/>
          </a:p>
          <a:p>
            <a:pPr>
              <a:lnSpc>
                <a:spcPct val="140000"/>
              </a:lnSpc>
            </a:pPr>
            <a:r>
              <a:rPr lang="zh-CN" altLang="en-US" b="1" dirty="0"/>
              <a:t>对物理系统（机电系统），系统的能量函数往往是可用的</a:t>
            </a:r>
            <a:r>
              <a:rPr lang="en-US" altLang="zh-CN" b="1" dirty="0"/>
              <a:t>Lyapunov</a:t>
            </a:r>
            <a:r>
              <a:rPr lang="zh-CN" altLang="en-US" b="1" dirty="0"/>
              <a:t>函数</a:t>
            </a:r>
            <a:endParaRPr lang="en-US" altLang="zh-CN" b="1" dirty="0"/>
          </a:p>
        </p:txBody>
      </p:sp>
      <p:sp>
        <p:nvSpPr>
          <p:cNvPr id="4" name="灯片编号占位符 3">
            <a:extLst>
              <a:ext uri="{FF2B5EF4-FFF2-40B4-BE49-F238E27FC236}">
                <a16:creationId xmlns:a16="http://schemas.microsoft.com/office/drawing/2014/main" id="{2C01B783-4F53-6944-8F7D-69F7EA80591D}"/>
              </a:ext>
            </a:extLst>
          </p:cNvPr>
          <p:cNvSpPr>
            <a:spLocks noGrp="1"/>
          </p:cNvSpPr>
          <p:nvPr>
            <p:ph type="sldNum" sz="quarter" idx="12"/>
          </p:nvPr>
        </p:nvSpPr>
        <p:spPr/>
        <p:txBody>
          <a:bodyPr/>
          <a:lstStyle/>
          <a:p>
            <a:fld id="{58C210BB-F110-452C-89E7-9EA0A8D47DCE}" type="slidenum">
              <a:rPr lang="zh-CN" altLang="en-US" smtClean="0"/>
              <a:pPr/>
              <a:t>64</a:t>
            </a:fld>
            <a:endParaRPr lang="zh-CN" altLang="en-US"/>
          </a:p>
        </p:txBody>
      </p:sp>
    </p:spTree>
    <p:extLst>
      <p:ext uri="{BB962C8B-B14F-4D97-AF65-F5344CB8AC3E}">
        <p14:creationId xmlns:p14="http://schemas.microsoft.com/office/powerpoint/2010/main" val="2202331867"/>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64AC33-D69C-B4B9-15B2-76B4D12F5012}"/>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3A324E6F-34BC-CC84-46ED-73BF19DA0182}"/>
              </a:ext>
            </a:extLst>
          </p:cNvPr>
          <p:cNvSpPr>
            <a:spLocks noGrp="1"/>
          </p:cNvSpPr>
          <p:nvPr>
            <p:ph type="title"/>
          </p:nvPr>
        </p:nvSpPr>
        <p:spPr/>
        <p:txBody>
          <a:bodyPr>
            <a:normAutofit fontScale="90000"/>
          </a:bodyPr>
          <a:lstStyle/>
          <a:p>
            <a:r>
              <a:rPr lang="zh-CN" altLang="en-US" dirty="0"/>
              <a:t>第</a:t>
            </a:r>
            <a:r>
              <a:rPr lang="en-US" altLang="zh-CN" dirty="0"/>
              <a:t>2</a:t>
            </a:r>
            <a:r>
              <a:rPr lang="zh-CN" altLang="en-US" dirty="0"/>
              <a:t>讲第</a:t>
            </a:r>
            <a:r>
              <a:rPr lang="en-US" altLang="zh-CN" dirty="0"/>
              <a:t>4</a:t>
            </a:r>
            <a:r>
              <a:rPr lang="zh-CN" altLang="en-US" dirty="0"/>
              <a:t>题</a:t>
            </a:r>
          </a:p>
        </p:txBody>
      </p:sp>
      <mc:AlternateContent xmlns:mc="http://schemas.openxmlformats.org/markup-compatibility/2006">
        <mc:Choice xmlns:a14="http://schemas.microsoft.com/office/drawing/2010/main" Requires="a14">
          <p:sp>
            <p:nvSpPr>
              <p:cNvPr id="3" name="内容占位符 2">
                <a:extLst>
                  <a:ext uri="{FF2B5EF4-FFF2-40B4-BE49-F238E27FC236}">
                    <a16:creationId xmlns:a16="http://schemas.microsoft.com/office/drawing/2014/main" id="{A216C8B1-60C2-D33D-CD82-09DF795ADEC6}"/>
                  </a:ext>
                </a:extLst>
              </p:cNvPr>
              <p:cNvSpPr>
                <a:spLocks noGrp="1"/>
              </p:cNvSpPr>
              <p:nvPr>
                <p:ph idx="1"/>
              </p:nvPr>
            </p:nvSpPr>
            <p:spPr>
              <a:xfrm>
                <a:off x="457200" y="1196752"/>
                <a:ext cx="8229600" cy="5554567"/>
              </a:xfrm>
            </p:spPr>
            <p:txBody>
              <a:bodyPr>
                <a:normAutofit lnSpcReduction="10000"/>
              </a:bodyPr>
              <a:lstStyle/>
              <a:p>
                <a:pPr>
                  <a:lnSpc>
                    <a:spcPct val="130000"/>
                  </a:lnSpc>
                </a:pPr>
                <a:r>
                  <a:rPr lang="zh-CN" altLang="en-US" b="1" dirty="0">
                    <a:solidFill>
                      <a:srgbClr val="FFFF00"/>
                    </a:solidFill>
                  </a:rPr>
                  <a:t>使用直接法</a:t>
                </a:r>
                <a:endParaRPr lang="en-US" altLang="zh-CN" b="1" dirty="0">
                  <a:solidFill>
                    <a:srgbClr val="FFFF00"/>
                  </a:solidFill>
                </a:endParaRPr>
              </a:p>
              <a:p>
                <a:pPr>
                  <a:lnSpc>
                    <a:spcPct val="130000"/>
                  </a:lnSpc>
                </a:pPr>
                <a:r>
                  <a:rPr lang="zh-CN" altLang="zh-CN" dirty="0">
                    <a:effectLst/>
                    <a:latin typeface="+mn-ea"/>
                  </a:rPr>
                  <a:t>系统</a:t>
                </a:r>
                <a:r>
                  <a:rPr lang="en-US" altLang="zh-CN" dirty="0">
                    <a:effectLst/>
                    <a:latin typeface="+mn-ea"/>
                  </a:rPr>
                  <a:t>1</a:t>
                </a:r>
                <a:r>
                  <a:rPr lang="zh-CN" altLang="zh-CN" dirty="0">
                    <a:effectLst/>
                    <a:ea typeface="宋体" panose="02010600030101010101" pitchFamily="2" charset="-122"/>
                  </a:rPr>
                  <a:t>：</a:t>
                </a:r>
                <a14:m>
                  <m:oMath xmlns:m="http://schemas.openxmlformats.org/officeDocument/2006/math">
                    <m:sSub>
                      <m:sSubPr>
                        <m:ctrlPr>
                          <a:rPr lang="zh-CN" altLang="zh-CN" i="1">
                            <a:effectLst/>
                            <a:latin typeface="Cambria Math" panose="02040503050406030204" pitchFamily="18" charset="0"/>
                            <a:ea typeface="Cambria Math" panose="02040503050406030204" pitchFamily="18" charset="0"/>
                          </a:rPr>
                        </m:ctrlPr>
                      </m:sSubPr>
                      <m:e>
                        <m:acc>
                          <m:accPr>
                            <m:chr m:val="̇"/>
                            <m:ctrlPr>
                              <a:rPr lang="zh-CN" altLang="zh-CN" i="1">
                                <a:effectLst/>
                                <a:latin typeface="Cambria Math" panose="02040503050406030204" pitchFamily="18" charset="0"/>
                                <a:ea typeface="Cambria Math" panose="02040503050406030204" pitchFamily="18" charset="0"/>
                              </a:rPr>
                            </m:ctrlPr>
                          </m:accPr>
                          <m:e>
                            <m:r>
                              <a:rPr lang="en-US" altLang="zh-CN" i="1">
                                <a:effectLst/>
                                <a:latin typeface="Cambria Math" panose="02040503050406030204" pitchFamily="18" charset="0"/>
                                <a:ea typeface="宋体" panose="02010600030101010101" pitchFamily="2" charset="-122"/>
                              </a:rPr>
                              <m:t>𝑥</m:t>
                            </m:r>
                          </m:e>
                        </m:acc>
                      </m:e>
                      <m:sub>
                        <m:r>
                          <a:rPr lang="en-US" altLang="zh-CN" i="1">
                            <a:effectLst/>
                            <a:latin typeface="Cambria Math" panose="02040503050406030204" pitchFamily="18" charset="0"/>
                            <a:ea typeface="宋体" panose="02010600030101010101" pitchFamily="2" charset="-122"/>
                          </a:rPr>
                          <m:t>1</m:t>
                        </m:r>
                      </m:sub>
                    </m:sSub>
                    <m:r>
                      <a:rPr lang="en-US" altLang="zh-CN" i="1">
                        <a:effectLst/>
                        <a:latin typeface="Cambria Math" panose="02040503050406030204" pitchFamily="18" charset="0"/>
                        <a:ea typeface="宋体" panose="02010600030101010101" pitchFamily="2" charset="-122"/>
                      </a:rPr>
                      <m:t>=−</m:t>
                    </m:r>
                    <m:sSub>
                      <m:sSubPr>
                        <m:ctrlPr>
                          <a:rPr lang="zh-CN" altLang="zh-CN" i="1">
                            <a:effectLst/>
                            <a:latin typeface="Cambria Math" panose="02040503050406030204" pitchFamily="18" charset="0"/>
                            <a:ea typeface="Cambria Math" panose="02040503050406030204" pitchFamily="18" charset="0"/>
                          </a:rPr>
                        </m:ctrlPr>
                      </m:sSubPr>
                      <m:e>
                        <m:r>
                          <a:rPr lang="en-US" altLang="zh-CN" i="1">
                            <a:effectLst/>
                            <a:latin typeface="Cambria Math" panose="02040503050406030204" pitchFamily="18" charset="0"/>
                            <a:ea typeface="宋体" panose="02010600030101010101" pitchFamily="2" charset="-122"/>
                          </a:rPr>
                          <m:t>𝑥</m:t>
                        </m:r>
                      </m:e>
                      <m:sub>
                        <m:r>
                          <a:rPr lang="en-US" altLang="zh-CN" i="1">
                            <a:effectLst/>
                            <a:latin typeface="Cambria Math" panose="02040503050406030204" pitchFamily="18" charset="0"/>
                            <a:ea typeface="宋体" panose="02010600030101010101" pitchFamily="2" charset="-122"/>
                          </a:rPr>
                          <m:t>1</m:t>
                        </m:r>
                      </m:sub>
                    </m:sSub>
                    <m:r>
                      <a:rPr lang="en-US" altLang="zh-CN" i="1">
                        <a:effectLst/>
                        <a:latin typeface="Cambria Math" panose="02040503050406030204" pitchFamily="18" charset="0"/>
                        <a:ea typeface="宋体" panose="02010600030101010101" pitchFamily="2" charset="-122"/>
                      </a:rPr>
                      <m:t>+</m:t>
                    </m:r>
                    <m:sSub>
                      <m:sSubPr>
                        <m:ctrlPr>
                          <a:rPr lang="zh-CN" altLang="zh-CN" i="1">
                            <a:effectLst/>
                            <a:latin typeface="Cambria Math" panose="02040503050406030204" pitchFamily="18" charset="0"/>
                            <a:ea typeface="Cambria Math" panose="02040503050406030204" pitchFamily="18" charset="0"/>
                          </a:rPr>
                        </m:ctrlPr>
                      </m:sSubPr>
                      <m:e>
                        <m:r>
                          <a:rPr lang="en-US" altLang="zh-CN" i="1">
                            <a:effectLst/>
                            <a:latin typeface="Cambria Math" panose="02040503050406030204" pitchFamily="18" charset="0"/>
                            <a:ea typeface="宋体" panose="02010600030101010101" pitchFamily="2" charset="-122"/>
                          </a:rPr>
                          <m:t>𝑥</m:t>
                        </m:r>
                      </m:e>
                      <m:sub>
                        <m:r>
                          <a:rPr lang="en-US" altLang="zh-CN" i="1">
                            <a:effectLst/>
                            <a:latin typeface="Cambria Math" panose="02040503050406030204" pitchFamily="18" charset="0"/>
                            <a:ea typeface="宋体" panose="02010600030101010101" pitchFamily="2" charset="-122"/>
                          </a:rPr>
                          <m:t>1</m:t>
                        </m:r>
                      </m:sub>
                    </m:sSub>
                    <m:sSub>
                      <m:sSubPr>
                        <m:ctrlPr>
                          <a:rPr lang="zh-CN" altLang="zh-CN" i="1">
                            <a:effectLst/>
                            <a:latin typeface="Cambria Math" panose="02040503050406030204" pitchFamily="18" charset="0"/>
                            <a:ea typeface="Cambria Math" panose="02040503050406030204" pitchFamily="18" charset="0"/>
                          </a:rPr>
                        </m:ctrlPr>
                      </m:sSubPr>
                      <m:e>
                        <m:r>
                          <a:rPr lang="en-US" altLang="zh-CN" i="1">
                            <a:effectLst/>
                            <a:latin typeface="Cambria Math" panose="02040503050406030204" pitchFamily="18" charset="0"/>
                            <a:ea typeface="宋体" panose="02010600030101010101" pitchFamily="2" charset="-122"/>
                          </a:rPr>
                          <m:t>𝑥</m:t>
                        </m:r>
                      </m:e>
                      <m:sub>
                        <m:r>
                          <a:rPr lang="en-US" altLang="zh-CN" i="1">
                            <a:effectLst/>
                            <a:latin typeface="Cambria Math" panose="02040503050406030204" pitchFamily="18" charset="0"/>
                            <a:ea typeface="宋体" panose="02010600030101010101" pitchFamily="2" charset="-122"/>
                          </a:rPr>
                          <m:t>2</m:t>
                        </m:r>
                      </m:sub>
                    </m:sSub>
                  </m:oMath>
                </a14:m>
                <a:r>
                  <a:rPr lang="zh-CN" altLang="zh-CN" dirty="0">
                    <a:effectLst/>
                    <a:ea typeface="宋体" panose="02010600030101010101" pitchFamily="2" charset="-122"/>
                  </a:rPr>
                  <a:t>，</a:t>
                </a:r>
                <a14:m>
                  <m:oMath xmlns:m="http://schemas.openxmlformats.org/officeDocument/2006/math">
                    <m:sSub>
                      <m:sSubPr>
                        <m:ctrlPr>
                          <a:rPr lang="zh-CN" altLang="zh-CN" i="1">
                            <a:effectLst/>
                            <a:latin typeface="Cambria Math" panose="02040503050406030204" pitchFamily="18" charset="0"/>
                            <a:ea typeface="Cambria Math" panose="02040503050406030204" pitchFamily="18" charset="0"/>
                          </a:rPr>
                        </m:ctrlPr>
                      </m:sSubPr>
                      <m:e>
                        <m:acc>
                          <m:accPr>
                            <m:chr m:val="̇"/>
                            <m:ctrlPr>
                              <a:rPr lang="zh-CN" altLang="zh-CN" i="1">
                                <a:effectLst/>
                                <a:latin typeface="Cambria Math" panose="02040503050406030204" pitchFamily="18" charset="0"/>
                                <a:ea typeface="Cambria Math" panose="02040503050406030204" pitchFamily="18" charset="0"/>
                              </a:rPr>
                            </m:ctrlPr>
                          </m:accPr>
                          <m:e>
                            <m:r>
                              <a:rPr lang="en-US" altLang="zh-CN" i="1">
                                <a:effectLst/>
                                <a:latin typeface="Cambria Math" panose="02040503050406030204" pitchFamily="18" charset="0"/>
                                <a:ea typeface="宋体" panose="02010600030101010101" pitchFamily="2" charset="-122"/>
                              </a:rPr>
                              <m:t>𝑥</m:t>
                            </m:r>
                          </m:e>
                        </m:acc>
                      </m:e>
                      <m:sub>
                        <m:r>
                          <a:rPr lang="en-US" altLang="zh-CN" i="1">
                            <a:effectLst/>
                            <a:latin typeface="Cambria Math" panose="02040503050406030204" pitchFamily="18" charset="0"/>
                            <a:ea typeface="宋体" panose="02010600030101010101" pitchFamily="2" charset="-122"/>
                          </a:rPr>
                          <m:t>2</m:t>
                        </m:r>
                      </m:sub>
                    </m:sSub>
                    <m:r>
                      <a:rPr lang="en-US" altLang="zh-CN" i="1">
                        <a:effectLst/>
                        <a:latin typeface="Cambria Math" panose="02040503050406030204" pitchFamily="18" charset="0"/>
                        <a:ea typeface="宋体" panose="02010600030101010101" pitchFamily="2" charset="-122"/>
                      </a:rPr>
                      <m:t>=−</m:t>
                    </m:r>
                    <m:sSub>
                      <m:sSubPr>
                        <m:ctrlPr>
                          <a:rPr lang="zh-CN" altLang="zh-CN" i="1">
                            <a:effectLst/>
                            <a:latin typeface="Cambria Math" panose="02040503050406030204" pitchFamily="18" charset="0"/>
                            <a:ea typeface="Cambria Math" panose="02040503050406030204" pitchFamily="18" charset="0"/>
                          </a:rPr>
                        </m:ctrlPr>
                      </m:sSubPr>
                      <m:e>
                        <m:r>
                          <a:rPr lang="en-US" altLang="zh-CN" i="1">
                            <a:effectLst/>
                            <a:latin typeface="Cambria Math" panose="02040503050406030204" pitchFamily="18" charset="0"/>
                            <a:ea typeface="宋体" panose="02010600030101010101" pitchFamily="2" charset="-122"/>
                          </a:rPr>
                          <m:t>𝑥</m:t>
                        </m:r>
                      </m:e>
                      <m:sub>
                        <m:r>
                          <a:rPr lang="en-US" altLang="zh-CN" i="1">
                            <a:effectLst/>
                            <a:latin typeface="Cambria Math" panose="02040503050406030204" pitchFamily="18" charset="0"/>
                            <a:ea typeface="宋体" panose="02010600030101010101" pitchFamily="2" charset="-122"/>
                          </a:rPr>
                          <m:t>2</m:t>
                        </m:r>
                      </m:sub>
                    </m:sSub>
                  </m:oMath>
                </a14:m>
                <a:endParaRPr lang="en-US" altLang="zh-CN" b="1" dirty="0"/>
              </a:p>
              <a:p>
                <a:pPr algn="just">
                  <a:lnSpc>
                    <a:spcPct val="130000"/>
                  </a:lnSpc>
                </a:pPr>
                <a:r>
                  <a:rPr lang="zh-CN" altLang="zh-CN" kern="100" dirty="0">
                    <a:effectLst/>
                    <a:latin typeface="华文楷体" panose="02010600040101010101" pitchFamily="2" charset="-122"/>
                    <a:ea typeface="华文楷体" panose="02010600040101010101" pitchFamily="2" charset="-122"/>
                  </a:rPr>
                  <a:t>取</a:t>
                </a:r>
              </a:p>
              <a:p>
                <a:pPr>
                  <a:lnSpc>
                    <a:spcPct val="130000"/>
                  </a:lnSpc>
                  <a:buNone/>
                </a:pPr>
                <a14:m>
                  <m:oMathPara xmlns:m="http://schemas.openxmlformats.org/officeDocument/2006/math">
                    <m:oMathParaPr>
                      <m:jc m:val="centerGroup"/>
                    </m:oMathParaPr>
                    <m:oMath xmlns:m="http://schemas.openxmlformats.org/officeDocument/2006/math">
                      <m:r>
                        <a:rPr lang="en-US" altLang="zh-CN" i="1">
                          <a:effectLst/>
                          <a:latin typeface="Cambria Math" panose="02040503050406030204" pitchFamily="18" charset="0"/>
                          <a:ea typeface="宋体" panose="02010600030101010101" pitchFamily="2" charset="-122"/>
                          <a:cs typeface="Times New Roman" panose="02020603050405020304" pitchFamily="18" charset="0"/>
                        </a:rPr>
                        <m:t>𝑉</m:t>
                      </m:r>
                      <m:r>
                        <a:rPr lang="en-US" altLang="zh-CN" i="1">
                          <a:effectLst/>
                          <a:latin typeface="Cambria Math" panose="02040503050406030204" pitchFamily="18" charset="0"/>
                          <a:ea typeface="宋体" panose="02010600030101010101" pitchFamily="2" charset="-122"/>
                          <a:cs typeface="Times New Roman" panose="02020603050405020304" pitchFamily="18" charset="0"/>
                        </a:rPr>
                        <m:t>(</m:t>
                      </m:r>
                      <m:r>
                        <a:rPr lang="en-US" altLang="zh-CN" b="1" i="1">
                          <a:effectLst/>
                          <a:latin typeface="Cambria Math" panose="02040503050406030204" pitchFamily="18" charset="0"/>
                          <a:ea typeface="宋体" panose="02010600030101010101" pitchFamily="2" charset="-122"/>
                          <a:cs typeface="Times New Roman" panose="02020603050405020304" pitchFamily="18" charset="0"/>
                        </a:rPr>
                        <m:t>𝒙</m:t>
                      </m:r>
                      <m:r>
                        <a:rPr lang="en-US" altLang="zh-CN" i="1">
                          <a:effectLst/>
                          <a:latin typeface="Cambria Math" panose="02040503050406030204" pitchFamily="18" charset="0"/>
                          <a:ea typeface="宋体" panose="02010600030101010101" pitchFamily="2" charset="-122"/>
                          <a:cs typeface="Times New Roman" panose="02020603050405020304" pitchFamily="18" charset="0"/>
                        </a:rPr>
                        <m:t>)=</m:t>
                      </m:r>
                      <m:d>
                        <m:dPr>
                          <m:ctrlPr>
                            <a:rPr lang="zh-CN" altLang="zh-CN" i="1">
                              <a:effectLst/>
                              <a:latin typeface="Cambria Math" panose="02040503050406030204" pitchFamily="18" charset="0"/>
                              <a:ea typeface="Cambria Math" panose="02040503050406030204" pitchFamily="18" charset="0"/>
                              <a:cs typeface="Times New Roman" panose="02020603050405020304" pitchFamily="18" charset="0"/>
                            </a:rPr>
                          </m:ctrlPr>
                        </m:dPr>
                        <m:e>
                          <m:f>
                            <m:fPr>
                              <m:type m:val="lin"/>
                              <m:ctrlPr>
                                <a:rPr lang="zh-CN" altLang="zh-CN" i="1">
                                  <a:effectLst/>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i="1">
                                  <a:effectLst/>
                                  <a:latin typeface="Cambria Math" panose="02040503050406030204" pitchFamily="18" charset="0"/>
                                  <a:ea typeface="宋体" panose="02010600030101010101" pitchFamily="2" charset="-122"/>
                                  <a:cs typeface="Times New Roman" panose="02020603050405020304" pitchFamily="18" charset="0"/>
                                </a:rPr>
                                <m:t>1</m:t>
                              </m:r>
                            </m:num>
                            <m:den>
                              <m:r>
                                <a:rPr lang="en-US" altLang="zh-CN" i="1">
                                  <a:effectLst/>
                                  <a:latin typeface="Cambria Math" panose="02040503050406030204" pitchFamily="18" charset="0"/>
                                  <a:ea typeface="宋体" panose="02010600030101010101" pitchFamily="2" charset="-122"/>
                                  <a:cs typeface="Times New Roman" panose="02020603050405020304" pitchFamily="18" charset="0"/>
                                </a:rPr>
                                <m:t>2</m:t>
                              </m:r>
                            </m:den>
                          </m:f>
                        </m:e>
                      </m:d>
                      <m:d>
                        <m:dPr>
                          <m:ctrlPr>
                            <a:rPr lang="zh-CN" altLang="zh-CN" i="1">
                              <a:effectLst/>
                              <a:latin typeface="Cambria Math" panose="02040503050406030204" pitchFamily="18" charset="0"/>
                              <a:ea typeface="Cambria Math" panose="02040503050406030204" pitchFamily="18" charset="0"/>
                              <a:cs typeface="Times New Roman" panose="02020603050405020304" pitchFamily="18" charset="0"/>
                            </a:rPr>
                          </m:ctrlPr>
                        </m:dPr>
                        <m:e>
                          <m:sSubSup>
                            <m:sSubSupPr>
                              <m:ctrlPr>
                                <a:rPr lang="zh-CN" altLang="zh-CN" i="1">
                                  <a:effectLst/>
                                  <a:latin typeface="Cambria Math" panose="02040503050406030204" pitchFamily="18" charset="0"/>
                                  <a:ea typeface="Cambria Math" panose="02040503050406030204" pitchFamily="18" charset="0"/>
                                  <a:cs typeface="Times New Roman" panose="02020603050405020304" pitchFamily="18" charset="0"/>
                                </a:rPr>
                              </m:ctrlPr>
                            </m:sSubSupPr>
                            <m:e>
                              <m:r>
                                <a:rPr lang="en-US" altLang="zh-CN" i="1">
                                  <a:effectLst/>
                                  <a:latin typeface="Cambria Math" panose="02040503050406030204" pitchFamily="18" charset="0"/>
                                  <a:ea typeface="宋体" panose="02010600030101010101" pitchFamily="2" charset="-122"/>
                                  <a:cs typeface="Times New Roman" panose="02020603050405020304" pitchFamily="18" charset="0"/>
                                </a:rPr>
                                <m:t>𝑥</m:t>
                              </m:r>
                            </m:e>
                            <m:sub>
                              <m:r>
                                <a:rPr lang="en-US" altLang="zh-CN" i="1">
                                  <a:effectLst/>
                                  <a:latin typeface="Cambria Math" panose="02040503050406030204" pitchFamily="18" charset="0"/>
                                  <a:ea typeface="宋体" panose="02010600030101010101" pitchFamily="2" charset="-122"/>
                                  <a:cs typeface="Times New Roman" panose="02020603050405020304" pitchFamily="18" charset="0"/>
                                </a:rPr>
                                <m:t>1</m:t>
                              </m:r>
                            </m:sub>
                            <m:sup>
                              <m:r>
                                <a:rPr lang="en-US" altLang="zh-CN" i="1">
                                  <a:effectLst/>
                                  <a:latin typeface="Cambria Math" panose="02040503050406030204" pitchFamily="18" charset="0"/>
                                  <a:ea typeface="宋体" panose="02010600030101010101" pitchFamily="2" charset="-122"/>
                                  <a:cs typeface="Times New Roman" panose="02020603050405020304" pitchFamily="18" charset="0"/>
                                </a:rPr>
                                <m:t>2</m:t>
                              </m:r>
                            </m:sup>
                          </m:sSubSup>
                          <m:r>
                            <a:rPr lang="en-US" altLang="zh-CN" i="1">
                              <a:effectLst/>
                              <a:latin typeface="Cambria Math" panose="02040503050406030204" pitchFamily="18" charset="0"/>
                              <a:ea typeface="宋体" panose="02010600030101010101" pitchFamily="2" charset="-122"/>
                              <a:cs typeface="Times New Roman" panose="02020603050405020304" pitchFamily="18" charset="0"/>
                            </a:rPr>
                            <m:t>+</m:t>
                          </m:r>
                          <m:sSubSup>
                            <m:sSubSupPr>
                              <m:ctrlPr>
                                <a:rPr lang="zh-CN" altLang="zh-CN" i="1">
                                  <a:effectLst/>
                                  <a:latin typeface="Cambria Math" panose="02040503050406030204" pitchFamily="18" charset="0"/>
                                  <a:ea typeface="Cambria Math" panose="02040503050406030204" pitchFamily="18" charset="0"/>
                                  <a:cs typeface="Times New Roman" panose="02020603050405020304" pitchFamily="18" charset="0"/>
                                </a:rPr>
                              </m:ctrlPr>
                            </m:sSubSupPr>
                            <m:e>
                              <m:r>
                                <a:rPr lang="en-US" altLang="zh-CN" i="1">
                                  <a:effectLst/>
                                  <a:latin typeface="Cambria Math" panose="02040503050406030204" pitchFamily="18" charset="0"/>
                                  <a:ea typeface="宋体" panose="02010600030101010101" pitchFamily="2" charset="-122"/>
                                  <a:cs typeface="Times New Roman" panose="02020603050405020304" pitchFamily="18" charset="0"/>
                                </a:rPr>
                                <m:t>𝑥</m:t>
                              </m:r>
                            </m:e>
                            <m:sub>
                              <m:r>
                                <a:rPr lang="en-US" altLang="zh-CN" i="1">
                                  <a:effectLst/>
                                  <a:latin typeface="Cambria Math" panose="02040503050406030204" pitchFamily="18" charset="0"/>
                                  <a:ea typeface="宋体" panose="02010600030101010101" pitchFamily="2" charset="-122"/>
                                  <a:cs typeface="Times New Roman" panose="02020603050405020304" pitchFamily="18" charset="0"/>
                                </a:rPr>
                                <m:t>2</m:t>
                              </m:r>
                            </m:sub>
                            <m:sup>
                              <m:r>
                                <a:rPr lang="en-US" altLang="zh-CN" i="1">
                                  <a:effectLst/>
                                  <a:latin typeface="Cambria Math" panose="02040503050406030204" pitchFamily="18" charset="0"/>
                                  <a:ea typeface="宋体" panose="02010600030101010101" pitchFamily="2" charset="-122"/>
                                  <a:cs typeface="Times New Roman" panose="02020603050405020304" pitchFamily="18" charset="0"/>
                                </a:rPr>
                                <m:t>2</m:t>
                              </m:r>
                            </m:sup>
                          </m:sSubSup>
                        </m:e>
                      </m:d>
                    </m:oMath>
                  </m:oMathPara>
                </a14:m>
                <a:endParaRPr lang="en-US" altLang="zh-CN" b="1" dirty="0"/>
              </a:p>
              <a:p>
                <a:pPr algn="just">
                  <a:lnSpc>
                    <a:spcPct val="130000"/>
                  </a:lnSpc>
                </a:pPr>
                <a:r>
                  <a:rPr lang="zh-CN" altLang="zh-CN" kern="100" dirty="0">
                    <a:effectLst/>
                    <a:latin typeface="+mn-ea"/>
                  </a:rPr>
                  <a:t>考虑区域</a:t>
                </a:r>
                <a14:m>
                  <m:oMath xmlns:m="http://schemas.openxmlformats.org/officeDocument/2006/math">
                    <m:sSub>
                      <m:sSubPr>
                        <m:ctrlPr>
                          <a:rPr lang="zh-CN" altLang="zh-CN" b="1" i="1" kern="100">
                            <a:effectLst/>
                            <a:latin typeface="Cambria Math" panose="02040503050406030204" pitchFamily="18" charset="0"/>
                          </a:rPr>
                        </m:ctrlPr>
                      </m:sSubPr>
                      <m:e>
                        <m:d>
                          <m:dPr>
                            <m:begChr m:val="‖"/>
                            <m:endChr m:val="‖"/>
                            <m:ctrlPr>
                              <a:rPr lang="zh-CN" altLang="zh-CN" b="1" i="1" kern="100">
                                <a:effectLst/>
                                <a:latin typeface="Cambria Math" panose="02040503050406030204" pitchFamily="18" charset="0"/>
                              </a:rPr>
                            </m:ctrlPr>
                          </m:dPr>
                          <m:e>
                            <m:r>
                              <a:rPr lang="en-US" altLang="zh-CN" b="1" i="1" kern="100">
                                <a:effectLst/>
                                <a:latin typeface="Cambria Math" panose="02040503050406030204" pitchFamily="18" charset="0"/>
                              </a:rPr>
                              <m:t>𝒙</m:t>
                            </m:r>
                          </m:e>
                        </m:d>
                      </m:e>
                      <m:sub>
                        <m:r>
                          <a:rPr lang="en-US" altLang="zh-CN" b="1" i="1" kern="100">
                            <a:effectLst/>
                            <a:latin typeface="Cambria Math" panose="02040503050406030204" pitchFamily="18" charset="0"/>
                          </a:rPr>
                          <m:t>𝟐</m:t>
                        </m:r>
                      </m:sub>
                    </m:sSub>
                    <m:r>
                      <a:rPr lang="en-US" altLang="zh-CN" b="1" i="1" kern="100">
                        <a:effectLst/>
                        <a:latin typeface="Cambria Math" panose="02040503050406030204" pitchFamily="18" charset="0"/>
                      </a:rPr>
                      <m:t>&lt;</m:t>
                    </m:r>
                    <m:r>
                      <a:rPr lang="en-US" altLang="zh-CN" i="1" kern="100">
                        <a:effectLst/>
                        <a:latin typeface="Cambria Math" panose="02040503050406030204" pitchFamily="18" charset="0"/>
                      </a:rPr>
                      <m:t>𝑟</m:t>
                    </m:r>
                  </m:oMath>
                </a14:m>
                <a:r>
                  <a:rPr lang="zh-CN" altLang="zh-CN" kern="100" dirty="0">
                    <a:effectLst/>
                    <a:latin typeface="+mn-ea"/>
                  </a:rPr>
                  <a:t>，有</a:t>
                </a:r>
              </a:p>
              <a:p>
                <a:pPr algn="just">
                  <a:lnSpc>
                    <a:spcPct val="130000"/>
                  </a:lnSpc>
                  <a:buNone/>
                </a:pPr>
                <a14:m>
                  <m:oMathPara xmlns:m="http://schemas.openxmlformats.org/officeDocument/2006/math">
                    <m:oMathParaPr>
                      <m:jc m:val="centerGroup"/>
                    </m:oMathParaPr>
                    <m:oMath xmlns:m="http://schemas.openxmlformats.org/officeDocument/2006/math">
                      <m:acc>
                        <m:accPr>
                          <m:chr m:val="̇"/>
                          <m:ctrlPr>
                            <a:rPr lang="zh-CN" altLang="zh-CN" i="1" kern="100">
                              <a:effectLst/>
                              <a:latin typeface="Cambria Math" panose="02040503050406030204" pitchFamily="18" charset="0"/>
                            </a:rPr>
                          </m:ctrlPr>
                        </m:accPr>
                        <m:e>
                          <m:r>
                            <a:rPr lang="en-US" altLang="zh-CN" i="1" kern="100">
                              <a:effectLst/>
                              <a:latin typeface="Cambria Math" panose="02040503050406030204" pitchFamily="18" charset="0"/>
                            </a:rPr>
                            <m:t>𝑉</m:t>
                          </m:r>
                        </m:e>
                      </m:acc>
                      <m:r>
                        <a:rPr lang="en-US" altLang="zh-CN" i="1" kern="100">
                          <a:effectLst/>
                          <a:latin typeface="Cambria Math" panose="02040503050406030204" pitchFamily="18" charset="0"/>
                        </a:rPr>
                        <m:t>(</m:t>
                      </m:r>
                      <m:r>
                        <a:rPr lang="en-US" altLang="zh-CN" b="1" i="1" kern="100">
                          <a:effectLst/>
                          <a:latin typeface="Cambria Math" panose="02040503050406030204" pitchFamily="18" charset="0"/>
                        </a:rPr>
                        <m:t>𝒙</m:t>
                      </m:r>
                      <m:r>
                        <a:rPr lang="en-US" altLang="zh-CN" i="1" kern="100">
                          <a:effectLst/>
                          <a:latin typeface="Cambria Math" panose="02040503050406030204" pitchFamily="18" charset="0"/>
                        </a:rPr>
                        <m:t>)=</m:t>
                      </m:r>
                      <m:d>
                        <m:dPr>
                          <m:begChr m:val="["/>
                          <m:endChr m:val="]"/>
                          <m:ctrlPr>
                            <a:rPr lang="zh-CN" altLang="zh-CN" i="1" kern="100">
                              <a:effectLst/>
                              <a:latin typeface="Cambria Math" panose="02040503050406030204" pitchFamily="18" charset="0"/>
                            </a:rPr>
                          </m:ctrlPr>
                        </m:dPr>
                        <m:e>
                          <m:m>
                            <m:mPr>
                              <m:mcs>
                                <m:mc>
                                  <m:mcPr>
                                    <m:count m:val="2"/>
                                    <m:mcJc m:val="center"/>
                                  </m:mcPr>
                                </m:mc>
                              </m:mcs>
                              <m:ctrlPr>
                                <a:rPr lang="zh-CN" altLang="zh-CN" i="1" kern="100">
                                  <a:effectLst/>
                                  <a:latin typeface="Cambria Math" panose="02040503050406030204" pitchFamily="18" charset="0"/>
                                </a:rPr>
                              </m:ctrlPr>
                            </m:mPr>
                            <m:mr>
                              <m:e>
                                <m:sSub>
                                  <m:sSubPr>
                                    <m:ctrlPr>
                                      <a:rPr lang="zh-CN" altLang="zh-CN" i="1" kern="100">
                                        <a:effectLst/>
                                        <a:latin typeface="Cambria Math" panose="02040503050406030204" pitchFamily="18" charset="0"/>
                                      </a:rPr>
                                    </m:ctrlPr>
                                  </m:sSubPr>
                                  <m:e>
                                    <m:r>
                                      <a:rPr lang="en-US" altLang="zh-CN" i="1" kern="100">
                                        <a:effectLst/>
                                        <a:latin typeface="Cambria Math" panose="02040503050406030204" pitchFamily="18" charset="0"/>
                                      </a:rPr>
                                      <m:t>𝑥</m:t>
                                    </m:r>
                                  </m:e>
                                  <m:sub>
                                    <m:r>
                                      <a:rPr lang="en-US" altLang="zh-CN" i="1" kern="100">
                                        <a:effectLst/>
                                        <a:latin typeface="Cambria Math" panose="02040503050406030204" pitchFamily="18" charset="0"/>
                                      </a:rPr>
                                      <m:t>1</m:t>
                                    </m:r>
                                  </m:sub>
                                </m:sSub>
                              </m:e>
                              <m:e>
                                <m:sSub>
                                  <m:sSubPr>
                                    <m:ctrlPr>
                                      <a:rPr lang="zh-CN" altLang="zh-CN" i="1" kern="100">
                                        <a:effectLst/>
                                        <a:latin typeface="Cambria Math" panose="02040503050406030204" pitchFamily="18" charset="0"/>
                                      </a:rPr>
                                    </m:ctrlPr>
                                  </m:sSubPr>
                                  <m:e>
                                    <m:r>
                                      <a:rPr lang="en-US" altLang="zh-CN" i="1" kern="100">
                                        <a:effectLst/>
                                        <a:latin typeface="Cambria Math" panose="02040503050406030204" pitchFamily="18" charset="0"/>
                                      </a:rPr>
                                      <m:t>𝑥</m:t>
                                    </m:r>
                                  </m:e>
                                  <m:sub>
                                    <m:r>
                                      <a:rPr lang="en-US" altLang="zh-CN" i="1" kern="100">
                                        <a:effectLst/>
                                        <a:latin typeface="Cambria Math" panose="02040503050406030204" pitchFamily="18" charset="0"/>
                                      </a:rPr>
                                      <m:t>2</m:t>
                                    </m:r>
                                  </m:sub>
                                </m:sSub>
                              </m:e>
                            </m:mr>
                          </m:m>
                        </m:e>
                      </m:d>
                      <m:d>
                        <m:dPr>
                          <m:begChr m:val="["/>
                          <m:endChr m:val="]"/>
                          <m:ctrlPr>
                            <a:rPr lang="zh-CN" altLang="zh-CN" i="1" kern="100">
                              <a:effectLst/>
                              <a:latin typeface="Cambria Math" panose="02040503050406030204" pitchFamily="18" charset="0"/>
                            </a:rPr>
                          </m:ctrlPr>
                        </m:dPr>
                        <m:e>
                          <m:m>
                            <m:mPr>
                              <m:mcs>
                                <m:mc>
                                  <m:mcPr>
                                    <m:count m:val="2"/>
                                    <m:mcJc m:val="center"/>
                                  </m:mcPr>
                                </m:mc>
                              </m:mcs>
                              <m:ctrlPr>
                                <a:rPr lang="zh-CN" altLang="zh-CN" i="1" kern="100">
                                  <a:effectLst/>
                                  <a:latin typeface="Cambria Math" panose="02040503050406030204" pitchFamily="18" charset="0"/>
                                </a:rPr>
                              </m:ctrlPr>
                            </m:mPr>
                            <m:mr>
                              <m:e>
                                <m:r>
                                  <a:rPr lang="en-US" altLang="zh-CN" i="1" kern="100">
                                    <a:effectLst/>
                                    <a:latin typeface="Cambria Math" panose="02040503050406030204" pitchFamily="18" charset="0"/>
                                  </a:rPr>
                                  <m:t>1</m:t>
                                </m:r>
                              </m:e>
                              <m:e>
                                <m:r>
                                  <a:rPr lang="en-US" altLang="zh-CN" i="1" kern="100">
                                    <a:effectLst/>
                                    <a:latin typeface="Cambria Math" panose="02040503050406030204" pitchFamily="18" charset="0"/>
                                  </a:rPr>
                                  <m:t>−</m:t>
                                </m:r>
                                <m:f>
                                  <m:fPr>
                                    <m:type m:val="lin"/>
                                    <m:ctrlPr>
                                      <a:rPr lang="zh-CN" altLang="zh-CN" i="1" kern="100">
                                        <a:effectLst/>
                                        <a:latin typeface="Cambria Math" panose="02040503050406030204" pitchFamily="18" charset="0"/>
                                      </a:rPr>
                                    </m:ctrlPr>
                                  </m:fPr>
                                  <m:num>
                                    <m:r>
                                      <a:rPr lang="en-US" altLang="zh-CN" i="1" kern="100">
                                        <a:effectLst/>
                                        <a:latin typeface="Cambria Math" panose="02040503050406030204" pitchFamily="18" charset="0"/>
                                      </a:rPr>
                                      <m:t>𝑟</m:t>
                                    </m:r>
                                  </m:num>
                                  <m:den>
                                    <m:r>
                                      <a:rPr lang="en-US" altLang="zh-CN" i="1" kern="100">
                                        <a:effectLst/>
                                        <a:latin typeface="Cambria Math" panose="02040503050406030204" pitchFamily="18" charset="0"/>
                                      </a:rPr>
                                      <m:t>2</m:t>
                                    </m:r>
                                  </m:den>
                                </m:f>
                              </m:e>
                            </m:mr>
                            <m:mr>
                              <m:e>
                                <m:r>
                                  <a:rPr lang="en-US" altLang="zh-CN" i="1" kern="100">
                                    <a:effectLst/>
                                    <a:latin typeface="Cambria Math" panose="02040503050406030204" pitchFamily="18" charset="0"/>
                                  </a:rPr>
                                  <m:t>−</m:t>
                                </m:r>
                                <m:f>
                                  <m:fPr>
                                    <m:type m:val="lin"/>
                                    <m:ctrlPr>
                                      <a:rPr lang="zh-CN" altLang="zh-CN" i="1" kern="100">
                                        <a:effectLst/>
                                        <a:latin typeface="Cambria Math" panose="02040503050406030204" pitchFamily="18" charset="0"/>
                                      </a:rPr>
                                    </m:ctrlPr>
                                  </m:fPr>
                                  <m:num>
                                    <m:r>
                                      <a:rPr lang="en-US" altLang="zh-CN" i="1" kern="100">
                                        <a:effectLst/>
                                        <a:latin typeface="Cambria Math" panose="02040503050406030204" pitchFamily="18" charset="0"/>
                                      </a:rPr>
                                      <m:t>𝑟</m:t>
                                    </m:r>
                                  </m:num>
                                  <m:den>
                                    <m:r>
                                      <a:rPr lang="en-US" altLang="zh-CN" i="1" kern="100">
                                        <a:effectLst/>
                                        <a:latin typeface="Cambria Math" panose="02040503050406030204" pitchFamily="18" charset="0"/>
                                      </a:rPr>
                                      <m:t>2</m:t>
                                    </m:r>
                                  </m:den>
                                </m:f>
                              </m:e>
                              <m:e>
                                <m:r>
                                  <a:rPr lang="en-US" altLang="zh-CN" i="1" kern="100">
                                    <a:effectLst/>
                                    <a:latin typeface="Cambria Math" panose="02040503050406030204" pitchFamily="18" charset="0"/>
                                  </a:rPr>
                                  <m:t>1</m:t>
                                </m:r>
                              </m:e>
                            </m:mr>
                          </m:m>
                        </m:e>
                      </m:d>
                      <m:d>
                        <m:dPr>
                          <m:begChr m:val="["/>
                          <m:endChr m:val="]"/>
                          <m:ctrlPr>
                            <a:rPr lang="zh-CN" altLang="zh-CN" i="1" kern="100">
                              <a:effectLst/>
                              <a:latin typeface="Cambria Math" panose="02040503050406030204" pitchFamily="18" charset="0"/>
                            </a:rPr>
                          </m:ctrlPr>
                        </m:dPr>
                        <m:e>
                          <m:m>
                            <m:mPr>
                              <m:mcs>
                                <m:mc>
                                  <m:mcPr>
                                    <m:count m:val="1"/>
                                    <m:mcJc m:val="center"/>
                                  </m:mcPr>
                                </m:mc>
                              </m:mcs>
                              <m:ctrlPr>
                                <a:rPr lang="zh-CN" altLang="zh-CN" i="1" kern="100">
                                  <a:effectLst/>
                                  <a:latin typeface="Cambria Math" panose="02040503050406030204" pitchFamily="18" charset="0"/>
                                </a:rPr>
                              </m:ctrlPr>
                            </m:mPr>
                            <m:mr>
                              <m:e>
                                <m:sSub>
                                  <m:sSubPr>
                                    <m:ctrlPr>
                                      <a:rPr lang="zh-CN" altLang="zh-CN" i="1" kern="100">
                                        <a:effectLst/>
                                        <a:latin typeface="Cambria Math" panose="02040503050406030204" pitchFamily="18" charset="0"/>
                                      </a:rPr>
                                    </m:ctrlPr>
                                  </m:sSubPr>
                                  <m:e>
                                    <m:r>
                                      <a:rPr lang="en-US" altLang="zh-CN" i="1" kern="100">
                                        <a:effectLst/>
                                        <a:latin typeface="Cambria Math" panose="02040503050406030204" pitchFamily="18" charset="0"/>
                                      </a:rPr>
                                      <m:t>𝑥</m:t>
                                    </m:r>
                                  </m:e>
                                  <m:sub>
                                    <m:r>
                                      <a:rPr lang="en-US" altLang="zh-CN" i="1" kern="100">
                                        <a:effectLst/>
                                        <a:latin typeface="Cambria Math" panose="02040503050406030204" pitchFamily="18" charset="0"/>
                                      </a:rPr>
                                      <m:t>1</m:t>
                                    </m:r>
                                  </m:sub>
                                </m:sSub>
                              </m:e>
                            </m:mr>
                            <m:mr>
                              <m:e>
                                <m:sSub>
                                  <m:sSubPr>
                                    <m:ctrlPr>
                                      <a:rPr lang="zh-CN" altLang="zh-CN" i="1" kern="100">
                                        <a:effectLst/>
                                        <a:latin typeface="Cambria Math" panose="02040503050406030204" pitchFamily="18" charset="0"/>
                                      </a:rPr>
                                    </m:ctrlPr>
                                  </m:sSubPr>
                                  <m:e>
                                    <m:r>
                                      <a:rPr lang="en-US" altLang="zh-CN" i="1" kern="100">
                                        <a:effectLst/>
                                        <a:latin typeface="Cambria Math" panose="02040503050406030204" pitchFamily="18" charset="0"/>
                                      </a:rPr>
                                      <m:t>𝑥</m:t>
                                    </m:r>
                                  </m:e>
                                  <m:sub>
                                    <m:r>
                                      <a:rPr lang="en-US" altLang="zh-CN" i="1" kern="100">
                                        <a:effectLst/>
                                        <a:latin typeface="Cambria Math" panose="02040503050406030204" pitchFamily="18" charset="0"/>
                                      </a:rPr>
                                      <m:t>2</m:t>
                                    </m:r>
                                  </m:sub>
                                </m:sSub>
                              </m:e>
                            </m:mr>
                          </m:m>
                        </m:e>
                      </m:d>
                    </m:oMath>
                  </m:oMathPara>
                </a14:m>
                <a:endParaRPr lang="zh-CN" altLang="zh-CN" kern="100" dirty="0">
                  <a:effectLst/>
                  <a:latin typeface="+mn-ea"/>
                </a:endParaRPr>
              </a:p>
              <a:p>
                <a:pPr>
                  <a:lnSpc>
                    <a:spcPct val="130000"/>
                  </a:lnSpc>
                  <a:buNone/>
                </a:pPr>
                <a:r>
                  <a:rPr lang="zh-CN" altLang="zh-CN" dirty="0">
                    <a:effectLst/>
                    <a:latin typeface="+mn-ea"/>
                  </a:rPr>
                  <a:t>当</a:t>
                </a:r>
                <a14:m>
                  <m:oMath xmlns:m="http://schemas.openxmlformats.org/officeDocument/2006/math">
                    <m:r>
                      <a:rPr lang="en-US" altLang="zh-CN" i="1">
                        <a:effectLst/>
                        <a:latin typeface="Cambria Math" panose="02040503050406030204" pitchFamily="18" charset="0"/>
                      </a:rPr>
                      <m:t>𝑟</m:t>
                    </m:r>
                    <m:r>
                      <a:rPr lang="en-US" altLang="zh-CN" i="1">
                        <a:effectLst/>
                        <a:latin typeface="Cambria Math" panose="02040503050406030204" pitchFamily="18" charset="0"/>
                      </a:rPr>
                      <m:t>&lt;</m:t>
                    </m:r>
                    <m:r>
                      <a:rPr lang="en-US" altLang="zh-CN" i="1">
                        <a:effectLst/>
                        <a:latin typeface="Cambria Math" panose="02040503050406030204" pitchFamily="18" charset="0"/>
                      </a:rPr>
                      <m:t>2</m:t>
                    </m:r>
                  </m:oMath>
                </a14:m>
                <a:r>
                  <a:rPr lang="zh-CN" altLang="zh-CN" dirty="0">
                    <a:effectLst/>
                    <a:latin typeface="+mn-ea"/>
                  </a:rPr>
                  <a:t>时，</a:t>
                </a:r>
                <a14:m>
                  <m:oMath xmlns:m="http://schemas.openxmlformats.org/officeDocument/2006/math">
                    <m:acc>
                      <m:accPr>
                        <m:chr m:val="̇"/>
                        <m:ctrlPr>
                          <a:rPr lang="zh-CN" altLang="zh-CN" i="1">
                            <a:effectLst/>
                            <a:latin typeface="Cambria Math" panose="02040503050406030204" pitchFamily="18" charset="0"/>
                          </a:rPr>
                        </m:ctrlPr>
                      </m:accPr>
                      <m:e>
                        <m:r>
                          <a:rPr lang="en-US" altLang="zh-CN" i="1">
                            <a:effectLst/>
                            <a:latin typeface="Cambria Math" panose="02040503050406030204" pitchFamily="18" charset="0"/>
                          </a:rPr>
                          <m:t>𝑉</m:t>
                        </m:r>
                      </m:e>
                    </m:acc>
                  </m:oMath>
                </a14:m>
                <a:r>
                  <a:rPr lang="zh-CN" altLang="zh-CN" dirty="0">
                    <a:effectLst/>
                    <a:latin typeface="+mn-ea"/>
                  </a:rPr>
                  <a:t>负定</a:t>
                </a:r>
                <a:r>
                  <a:rPr lang="zh-CN" altLang="en-US" dirty="0">
                    <a:effectLst/>
                    <a:latin typeface="+mn-ea"/>
                  </a:rPr>
                  <a:t>，</a:t>
                </a:r>
                <a:r>
                  <a:rPr lang="zh-CN" altLang="zh-CN" dirty="0">
                    <a:effectLst/>
                    <a:latin typeface="+mn-ea"/>
                  </a:rPr>
                  <a:t>系统局部</a:t>
                </a:r>
                <a:r>
                  <a:rPr lang="zh-CN" altLang="en-US" dirty="0">
                    <a:effectLst/>
                    <a:latin typeface="+mn-ea"/>
                  </a:rPr>
                  <a:t>渐进</a:t>
                </a:r>
                <a:r>
                  <a:rPr lang="zh-CN" altLang="zh-CN" dirty="0">
                    <a:effectLst/>
                    <a:latin typeface="+mn-ea"/>
                  </a:rPr>
                  <a:t>稳定。</a:t>
                </a:r>
                <a:endParaRPr lang="en-US" altLang="zh-CN" dirty="0">
                  <a:effectLst/>
                  <a:latin typeface="+mn-ea"/>
                </a:endParaRPr>
              </a:p>
              <a:p>
                <a:pPr>
                  <a:lnSpc>
                    <a:spcPct val="130000"/>
                  </a:lnSpc>
                </a:pPr>
                <a:r>
                  <a:rPr lang="zh-CN" altLang="zh-CN" b="1" dirty="0"/>
                  <a:t>求解轨迹，可获得全局</a:t>
                </a:r>
                <a:r>
                  <a:rPr lang="zh-CN" altLang="en-US" b="1" dirty="0"/>
                  <a:t>渐进</a:t>
                </a:r>
                <a:r>
                  <a:rPr lang="zh-CN" altLang="zh-CN" b="1" dirty="0"/>
                  <a:t>稳定</a:t>
                </a:r>
                <a:endParaRPr lang="en-US" altLang="zh-CN" b="1" dirty="0"/>
              </a:p>
            </p:txBody>
          </p:sp>
        </mc:Choice>
        <mc:Fallback>
          <p:sp>
            <p:nvSpPr>
              <p:cNvPr id="3" name="内容占位符 2">
                <a:extLst>
                  <a:ext uri="{FF2B5EF4-FFF2-40B4-BE49-F238E27FC236}">
                    <a16:creationId xmlns:a16="http://schemas.microsoft.com/office/drawing/2014/main" id="{A216C8B1-60C2-D33D-CD82-09DF795ADEC6}"/>
                  </a:ext>
                </a:extLst>
              </p:cNvPr>
              <p:cNvSpPr>
                <a:spLocks noGrp="1" noRot="1" noChangeAspect="1" noMove="1" noResize="1" noEditPoints="1" noAdjustHandles="1" noChangeArrowheads="1" noChangeShapeType="1" noTextEdit="1"/>
              </p:cNvSpPr>
              <p:nvPr>
                <p:ph idx="1"/>
              </p:nvPr>
            </p:nvSpPr>
            <p:spPr>
              <a:xfrm>
                <a:off x="457200" y="1196752"/>
                <a:ext cx="8229600" cy="5554567"/>
              </a:xfrm>
              <a:blipFill>
                <a:blip r:embed="rId3"/>
                <a:stretch>
                  <a:fillRect l="-889" b="-2305"/>
                </a:stretch>
              </a:blipFill>
            </p:spPr>
            <p:txBody>
              <a:bodyPr/>
              <a:lstStyle/>
              <a:p>
                <a:r>
                  <a:rPr lang="zh-CN" altLang="en-US">
                    <a:noFill/>
                  </a:rPr>
                  <a:t> </a:t>
                </a:r>
              </a:p>
            </p:txBody>
          </p:sp>
        </mc:Fallback>
      </mc:AlternateContent>
      <p:sp>
        <p:nvSpPr>
          <p:cNvPr id="4" name="灯片编号占位符 3">
            <a:extLst>
              <a:ext uri="{FF2B5EF4-FFF2-40B4-BE49-F238E27FC236}">
                <a16:creationId xmlns:a16="http://schemas.microsoft.com/office/drawing/2014/main" id="{38DDE756-FBA3-3247-FE28-D0382B07D3F9}"/>
              </a:ext>
            </a:extLst>
          </p:cNvPr>
          <p:cNvSpPr>
            <a:spLocks noGrp="1"/>
          </p:cNvSpPr>
          <p:nvPr>
            <p:ph type="sldNum" sz="quarter" idx="12"/>
          </p:nvPr>
        </p:nvSpPr>
        <p:spPr/>
        <p:txBody>
          <a:bodyPr/>
          <a:lstStyle/>
          <a:p>
            <a:fld id="{58C210BB-F110-452C-89E7-9EA0A8D47DCE}" type="slidenum">
              <a:rPr lang="zh-CN" altLang="en-US" smtClean="0"/>
              <a:pPr/>
              <a:t>65</a:t>
            </a:fld>
            <a:endParaRPr lang="zh-CN" altLang="en-US"/>
          </a:p>
        </p:txBody>
      </p:sp>
    </p:spTree>
    <p:extLst>
      <p:ext uri="{BB962C8B-B14F-4D97-AF65-F5344CB8AC3E}">
        <p14:creationId xmlns:p14="http://schemas.microsoft.com/office/powerpoint/2010/main" val="8031123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3" end="3"/>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5" end="5"/>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6" end="6"/>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DC2C30-363A-8864-FB32-654DCA992D85}"/>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E1D6F11B-5A61-015B-8461-9FD982B050D9}"/>
              </a:ext>
            </a:extLst>
          </p:cNvPr>
          <p:cNvSpPr>
            <a:spLocks noGrp="1"/>
          </p:cNvSpPr>
          <p:nvPr>
            <p:ph type="title"/>
          </p:nvPr>
        </p:nvSpPr>
        <p:spPr/>
        <p:txBody>
          <a:bodyPr>
            <a:normAutofit fontScale="90000"/>
          </a:bodyPr>
          <a:lstStyle/>
          <a:p>
            <a:r>
              <a:rPr lang="zh-CN" altLang="en-US" dirty="0"/>
              <a:t>第</a:t>
            </a:r>
            <a:r>
              <a:rPr lang="en-US" altLang="zh-CN" dirty="0"/>
              <a:t>2</a:t>
            </a:r>
            <a:r>
              <a:rPr lang="zh-CN" altLang="en-US" dirty="0"/>
              <a:t>讲第</a:t>
            </a:r>
            <a:r>
              <a:rPr lang="en-US" altLang="zh-CN" dirty="0"/>
              <a:t>4</a:t>
            </a:r>
            <a:r>
              <a:rPr lang="zh-CN" altLang="en-US" dirty="0"/>
              <a:t>题</a:t>
            </a:r>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CF8D2BB7-1783-5526-C634-7A53A3AAEC26}"/>
                  </a:ext>
                </a:extLst>
              </p:cNvPr>
              <p:cNvSpPr>
                <a:spLocks noGrp="1"/>
              </p:cNvSpPr>
              <p:nvPr>
                <p:ph idx="1"/>
              </p:nvPr>
            </p:nvSpPr>
            <p:spPr>
              <a:xfrm>
                <a:off x="457200" y="1196752"/>
                <a:ext cx="8229600" cy="5554567"/>
              </a:xfrm>
            </p:spPr>
            <p:txBody>
              <a:bodyPr>
                <a:normAutofit lnSpcReduction="10000"/>
              </a:bodyPr>
              <a:lstStyle/>
              <a:p>
                <a:pPr>
                  <a:lnSpc>
                    <a:spcPct val="150000"/>
                  </a:lnSpc>
                </a:pPr>
                <a:r>
                  <a:rPr lang="zh-CN" altLang="en-US" b="1" dirty="0">
                    <a:solidFill>
                      <a:srgbClr val="FFFF00"/>
                    </a:solidFill>
                  </a:rPr>
                  <a:t>使用直接法</a:t>
                </a:r>
                <a:endParaRPr lang="en-US" altLang="zh-CN" b="1" dirty="0">
                  <a:solidFill>
                    <a:srgbClr val="FFFF00"/>
                  </a:solidFill>
                </a:endParaRPr>
              </a:p>
              <a:p>
                <a:pPr>
                  <a:lnSpc>
                    <a:spcPct val="150000"/>
                  </a:lnSpc>
                </a:pPr>
                <a:r>
                  <a:rPr lang="zh-CN" altLang="zh-CN" dirty="0">
                    <a:effectLst/>
                    <a:latin typeface="+mn-ea"/>
                  </a:rPr>
                  <a:t>系统</a:t>
                </a:r>
                <a:r>
                  <a:rPr lang="en-US" altLang="zh-CN" dirty="0">
                    <a:effectLst/>
                    <a:latin typeface="+mn-ea"/>
                  </a:rPr>
                  <a:t>2</a:t>
                </a:r>
                <a:r>
                  <a:rPr lang="zh-CN" altLang="zh-CN" dirty="0">
                    <a:effectLst/>
                    <a:ea typeface="宋体" panose="02010600030101010101" pitchFamily="2" charset="-122"/>
                  </a:rPr>
                  <a:t>：</a:t>
                </a:r>
                <a14:m>
                  <m:oMath xmlns:m="http://schemas.openxmlformats.org/officeDocument/2006/math">
                    <m:sSub>
                      <m:sSubPr>
                        <m:ctrlPr>
                          <a:rPr lang="zh-CN" altLang="zh-CN" i="1">
                            <a:latin typeface="Cambria Math" panose="02040503050406030204" pitchFamily="18" charset="0"/>
                          </a:rPr>
                        </m:ctrlPr>
                      </m:sSubPr>
                      <m:e>
                        <m:acc>
                          <m:accPr>
                            <m:chr m:val="̇"/>
                            <m:ctrlPr>
                              <a:rPr lang="zh-CN" altLang="zh-CN" i="1">
                                <a:latin typeface="Cambria Math" panose="02040503050406030204" pitchFamily="18" charset="0"/>
                              </a:rPr>
                            </m:ctrlPr>
                          </m:accPr>
                          <m:e>
                            <m:r>
                              <a:rPr lang="en-US" altLang="zh-CN" i="1">
                                <a:latin typeface="Cambria Math" panose="02040503050406030204" pitchFamily="18" charset="0"/>
                              </a:rPr>
                              <m:t>𝑥</m:t>
                            </m:r>
                          </m:e>
                        </m:acc>
                      </m:e>
                      <m:sub>
                        <m:r>
                          <a:rPr lang="en-US" altLang="zh-CN" i="1">
                            <a:latin typeface="Cambria Math" panose="02040503050406030204" pitchFamily="18" charset="0"/>
                          </a:rPr>
                          <m:t>1</m:t>
                        </m:r>
                      </m:sub>
                    </m:sSub>
                    <m:r>
                      <a:rPr lang="en-US" altLang="zh-CN" i="1">
                        <a:latin typeface="Cambria Math" panose="02040503050406030204" pitchFamily="18" charset="0"/>
                      </a:rPr>
                      <m:t>=−</m:t>
                    </m:r>
                    <m:sSub>
                      <m:sSubPr>
                        <m:ctrlPr>
                          <a:rPr lang="zh-CN" altLang="zh-CN" i="1">
                            <a:latin typeface="Cambria Math" panose="02040503050406030204" pitchFamily="18" charset="0"/>
                          </a:rPr>
                        </m:ctrlPr>
                      </m:sSubPr>
                      <m:e>
                        <m:r>
                          <a:rPr lang="en-US" altLang="zh-CN" i="1">
                            <a:latin typeface="Cambria Math" panose="02040503050406030204" pitchFamily="18" charset="0"/>
                          </a:rPr>
                          <m:t>𝑥</m:t>
                        </m:r>
                      </m:e>
                      <m:sub>
                        <m:r>
                          <a:rPr lang="en-US" altLang="zh-CN" i="1">
                            <a:latin typeface="Cambria Math" panose="02040503050406030204" pitchFamily="18" charset="0"/>
                          </a:rPr>
                          <m:t>2</m:t>
                        </m:r>
                      </m:sub>
                    </m:sSub>
                    <m:r>
                      <a:rPr lang="en-US" altLang="zh-CN" i="1">
                        <a:latin typeface="Cambria Math" panose="02040503050406030204" pitchFamily="18" charset="0"/>
                      </a:rPr>
                      <m:t>−</m:t>
                    </m:r>
                    <m:sSub>
                      <m:sSubPr>
                        <m:ctrlPr>
                          <a:rPr lang="zh-CN" altLang="zh-CN" i="1">
                            <a:latin typeface="Cambria Math" panose="02040503050406030204" pitchFamily="18" charset="0"/>
                          </a:rPr>
                        </m:ctrlPr>
                      </m:sSubPr>
                      <m:e>
                        <m:r>
                          <a:rPr lang="en-US" altLang="zh-CN" i="1">
                            <a:latin typeface="Cambria Math" panose="02040503050406030204" pitchFamily="18" charset="0"/>
                          </a:rPr>
                          <m:t>𝑥</m:t>
                        </m:r>
                      </m:e>
                      <m:sub>
                        <m:r>
                          <a:rPr lang="en-US" altLang="zh-CN" i="1">
                            <a:latin typeface="Cambria Math" panose="02040503050406030204" pitchFamily="18" charset="0"/>
                          </a:rPr>
                          <m:t>1</m:t>
                        </m:r>
                      </m:sub>
                    </m:sSub>
                    <m:r>
                      <a:rPr lang="en-US" altLang="zh-CN" i="1">
                        <a:latin typeface="Cambria Math" panose="02040503050406030204" pitchFamily="18" charset="0"/>
                      </a:rPr>
                      <m:t>(1−</m:t>
                    </m:r>
                    <m:sSubSup>
                      <m:sSubSupPr>
                        <m:ctrlPr>
                          <a:rPr lang="zh-CN" altLang="zh-CN" i="1">
                            <a:latin typeface="Cambria Math" panose="02040503050406030204" pitchFamily="18" charset="0"/>
                          </a:rPr>
                        </m:ctrlPr>
                      </m:sSubSupPr>
                      <m:e>
                        <m:r>
                          <a:rPr lang="en-US" altLang="zh-CN" i="1">
                            <a:latin typeface="Cambria Math" panose="02040503050406030204" pitchFamily="18" charset="0"/>
                          </a:rPr>
                          <m:t>𝑥</m:t>
                        </m:r>
                      </m:e>
                      <m:sub>
                        <m:r>
                          <a:rPr lang="en-US" altLang="zh-CN" i="1">
                            <a:latin typeface="Cambria Math" panose="02040503050406030204" pitchFamily="18" charset="0"/>
                          </a:rPr>
                          <m:t>1</m:t>
                        </m:r>
                      </m:sub>
                      <m:sup>
                        <m:r>
                          <a:rPr lang="en-US" altLang="zh-CN" i="1">
                            <a:latin typeface="Cambria Math" panose="02040503050406030204" pitchFamily="18" charset="0"/>
                          </a:rPr>
                          <m:t>2</m:t>
                        </m:r>
                      </m:sup>
                    </m:sSubSup>
                    <m:r>
                      <a:rPr lang="en-US" altLang="zh-CN" i="1">
                        <a:latin typeface="Cambria Math" panose="02040503050406030204" pitchFamily="18" charset="0"/>
                      </a:rPr>
                      <m:t>−</m:t>
                    </m:r>
                    <m:sSubSup>
                      <m:sSubSupPr>
                        <m:ctrlPr>
                          <a:rPr lang="zh-CN" altLang="zh-CN" i="1">
                            <a:latin typeface="Cambria Math" panose="02040503050406030204" pitchFamily="18" charset="0"/>
                          </a:rPr>
                        </m:ctrlPr>
                      </m:sSubSupPr>
                      <m:e>
                        <m:r>
                          <a:rPr lang="en-US" altLang="zh-CN" i="1">
                            <a:latin typeface="Cambria Math" panose="02040503050406030204" pitchFamily="18" charset="0"/>
                          </a:rPr>
                          <m:t>𝑥</m:t>
                        </m:r>
                      </m:e>
                      <m:sub>
                        <m:r>
                          <a:rPr lang="en-US" altLang="zh-CN" i="1">
                            <a:latin typeface="Cambria Math" panose="02040503050406030204" pitchFamily="18" charset="0"/>
                          </a:rPr>
                          <m:t>2</m:t>
                        </m:r>
                      </m:sub>
                      <m:sup>
                        <m:r>
                          <a:rPr lang="en-US" altLang="zh-CN" i="1">
                            <a:latin typeface="Cambria Math" panose="02040503050406030204" pitchFamily="18" charset="0"/>
                          </a:rPr>
                          <m:t>2</m:t>
                        </m:r>
                      </m:sup>
                    </m:sSubSup>
                    <m:r>
                      <a:rPr lang="en-US" altLang="zh-CN" i="1">
                        <a:latin typeface="Cambria Math" panose="02040503050406030204" pitchFamily="18" charset="0"/>
                      </a:rPr>
                      <m:t>)</m:t>
                    </m:r>
                  </m:oMath>
                </a14:m>
                <a:endParaRPr lang="en-US" altLang="zh-CN" dirty="0"/>
              </a:p>
              <a:p>
                <a:pPr marL="118872" indent="0">
                  <a:lnSpc>
                    <a:spcPct val="150000"/>
                  </a:lnSpc>
                  <a:buNone/>
                </a:pPr>
                <a14:m>
                  <m:oMathPara xmlns:m="http://schemas.openxmlformats.org/officeDocument/2006/math">
                    <m:oMathParaPr>
                      <m:jc m:val="centerGroup"/>
                    </m:oMathParaPr>
                    <m:oMath xmlns:m="http://schemas.openxmlformats.org/officeDocument/2006/math">
                      <m:sSub>
                        <m:sSubPr>
                          <m:ctrlPr>
                            <a:rPr lang="zh-CN" altLang="zh-CN" i="1">
                              <a:latin typeface="Cambria Math" panose="02040503050406030204" pitchFamily="18" charset="0"/>
                            </a:rPr>
                          </m:ctrlPr>
                        </m:sSubPr>
                        <m:e>
                          <m:acc>
                            <m:accPr>
                              <m:chr m:val="̇"/>
                              <m:ctrlPr>
                                <a:rPr lang="zh-CN" altLang="zh-CN" i="1">
                                  <a:latin typeface="Cambria Math" panose="02040503050406030204" pitchFamily="18" charset="0"/>
                                </a:rPr>
                              </m:ctrlPr>
                            </m:accPr>
                            <m:e>
                              <m:r>
                                <a:rPr lang="en-US" altLang="zh-CN" i="1">
                                  <a:latin typeface="Cambria Math" panose="02040503050406030204" pitchFamily="18" charset="0"/>
                                </a:rPr>
                                <m:t>𝑥</m:t>
                              </m:r>
                            </m:e>
                          </m:acc>
                        </m:e>
                        <m:sub>
                          <m:r>
                            <a:rPr lang="en-US" altLang="zh-CN" i="1">
                              <a:latin typeface="Cambria Math" panose="02040503050406030204" pitchFamily="18" charset="0"/>
                            </a:rPr>
                            <m:t>2</m:t>
                          </m:r>
                        </m:sub>
                      </m:sSub>
                      <m:r>
                        <a:rPr lang="en-US" altLang="zh-CN" i="1">
                          <a:latin typeface="Cambria Math" panose="02040503050406030204" pitchFamily="18" charset="0"/>
                        </a:rPr>
                        <m:t>=</m:t>
                      </m:r>
                      <m:sSub>
                        <m:sSubPr>
                          <m:ctrlPr>
                            <a:rPr lang="zh-CN" altLang="zh-CN" i="1">
                              <a:latin typeface="Cambria Math" panose="02040503050406030204" pitchFamily="18" charset="0"/>
                            </a:rPr>
                          </m:ctrlPr>
                        </m:sSubPr>
                        <m:e>
                          <m:r>
                            <a:rPr lang="en-US" altLang="zh-CN" i="1">
                              <a:latin typeface="Cambria Math" panose="02040503050406030204" pitchFamily="18" charset="0"/>
                            </a:rPr>
                            <m:t>𝑥</m:t>
                          </m:r>
                        </m:e>
                        <m:sub>
                          <m:r>
                            <a:rPr lang="en-US" altLang="zh-CN" i="1">
                              <a:latin typeface="Cambria Math" panose="02040503050406030204" pitchFamily="18" charset="0"/>
                            </a:rPr>
                            <m:t>1</m:t>
                          </m:r>
                        </m:sub>
                      </m:sSub>
                      <m:r>
                        <a:rPr lang="en-US" altLang="zh-CN" i="1">
                          <a:latin typeface="Cambria Math" panose="02040503050406030204" pitchFamily="18" charset="0"/>
                        </a:rPr>
                        <m:t>−</m:t>
                      </m:r>
                      <m:sSub>
                        <m:sSubPr>
                          <m:ctrlPr>
                            <a:rPr lang="zh-CN" altLang="zh-CN" i="1">
                              <a:latin typeface="Cambria Math" panose="02040503050406030204" pitchFamily="18" charset="0"/>
                            </a:rPr>
                          </m:ctrlPr>
                        </m:sSubPr>
                        <m:e>
                          <m:r>
                            <a:rPr lang="en-US" altLang="zh-CN" i="1">
                              <a:latin typeface="Cambria Math" panose="02040503050406030204" pitchFamily="18" charset="0"/>
                            </a:rPr>
                            <m:t>𝑥</m:t>
                          </m:r>
                        </m:e>
                        <m:sub>
                          <m:r>
                            <a:rPr lang="en-US" altLang="zh-CN" i="1">
                              <a:latin typeface="Cambria Math" panose="02040503050406030204" pitchFamily="18" charset="0"/>
                            </a:rPr>
                            <m:t>2</m:t>
                          </m:r>
                        </m:sub>
                      </m:sSub>
                      <m:r>
                        <a:rPr lang="en-US" altLang="zh-CN" i="1">
                          <a:latin typeface="Cambria Math" panose="02040503050406030204" pitchFamily="18" charset="0"/>
                        </a:rPr>
                        <m:t>(1−</m:t>
                      </m:r>
                      <m:sSubSup>
                        <m:sSubSupPr>
                          <m:ctrlPr>
                            <a:rPr lang="zh-CN" altLang="zh-CN" i="1">
                              <a:latin typeface="Cambria Math" panose="02040503050406030204" pitchFamily="18" charset="0"/>
                            </a:rPr>
                          </m:ctrlPr>
                        </m:sSubSupPr>
                        <m:e>
                          <m:r>
                            <a:rPr lang="en-US" altLang="zh-CN" i="1">
                              <a:latin typeface="Cambria Math" panose="02040503050406030204" pitchFamily="18" charset="0"/>
                            </a:rPr>
                            <m:t>𝑥</m:t>
                          </m:r>
                        </m:e>
                        <m:sub>
                          <m:r>
                            <a:rPr lang="en-US" altLang="zh-CN" i="1">
                              <a:latin typeface="Cambria Math" panose="02040503050406030204" pitchFamily="18" charset="0"/>
                            </a:rPr>
                            <m:t>1</m:t>
                          </m:r>
                        </m:sub>
                        <m:sup>
                          <m:r>
                            <a:rPr lang="en-US" altLang="zh-CN" i="1">
                              <a:latin typeface="Cambria Math" panose="02040503050406030204" pitchFamily="18" charset="0"/>
                            </a:rPr>
                            <m:t>2</m:t>
                          </m:r>
                        </m:sup>
                      </m:sSubSup>
                      <m:r>
                        <a:rPr lang="en-US" altLang="zh-CN" i="1">
                          <a:latin typeface="Cambria Math" panose="02040503050406030204" pitchFamily="18" charset="0"/>
                        </a:rPr>
                        <m:t>−</m:t>
                      </m:r>
                      <m:sSubSup>
                        <m:sSubSupPr>
                          <m:ctrlPr>
                            <a:rPr lang="zh-CN" altLang="zh-CN" i="1">
                              <a:latin typeface="Cambria Math" panose="02040503050406030204" pitchFamily="18" charset="0"/>
                            </a:rPr>
                          </m:ctrlPr>
                        </m:sSubSupPr>
                        <m:e>
                          <m:r>
                            <a:rPr lang="en-US" altLang="zh-CN" i="1">
                              <a:latin typeface="Cambria Math" panose="02040503050406030204" pitchFamily="18" charset="0"/>
                            </a:rPr>
                            <m:t>𝑥</m:t>
                          </m:r>
                        </m:e>
                        <m:sub>
                          <m:r>
                            <a:rPr lang="en-US" altLang="zh-CN" i="1">
                              <a:latin typeface="Cambria Math" panose="02040503050406030204" pitchFamily="18" charset="0"/>
                            </a:rPr>
                            <m:t>2</m:t>
                          </m:r>
                        </m:sub>
                        <m:sup>
                          <m:r>
                            <a:rPr lang="en-US" altLang="zh-CN" i="1">
                              <a:latin typeface="Cambria Math" panose="02040503050406030204" pitchFamily="18" charset="0"/>
                            </a:rPr>
                            <m:t>2</m:t>
                          </m:r>
                        </m:sup>
                      </m:sSubSup>
                      <m:r>
                        <a:rPr lang="en-US" altLang="zh-CN" i="1">
                          <a:latin typeface="Cambria Math" panose="02040503050406030204" pitchFamily="18" charset="0"/>
                        </a:rPr>
                        <m:t>)</m:t>
                      </m:r>
                    </m:oMath>
                  </m:oMathPara>
                </a14:m>
                <a:endParaRPr lang="en-US" altLang="zh-CN" b="1" dirty="0"/>
              </a:p>
              <a:p>
                <a:pPr algn="just">
                  <a:lnSpc>
                    <a:spcPct val="150000"/>
                  </a:lnSpc>
                </a:pPr>
                <a:r>
                  <a:rPr lang="zh-CN" altLang="zh-CN" kern="100" dirty="0">
                    <a:effectLst/>
                    <a:latin typeface="华文楷体" panose="02010600040101010101" pitchFamily="2" charset="-122"/>
                    <a:ea typeface="华文楷体" panose="02010600040101010101" pitchFamily="2" charset="-122"/>
                  </a:rPr>
                  <a:t>取</a:t>
                </a:r>
                <a14:m>
                  <m:oMath xmlns:m="http://schemas.openxmlformats.org/officeDocument/2006/math">
                    <m:r>
                      <a:rPr lang="en-US" altLang="zh-CN" i="1">
                        <a:effectLst/>
                        <a:latin typeface="Cambria Math" panose="02040503050406030204" pitchFamily="18" charset="0"/>
                        <a:ea typeface="宋体" panose="02010600030101010101" pitchFamily="2" charset="-122"/>
                        <a:cs typeface="Times New Roman" panose="02020603050405020304" pitchFamily="18" charset="0"/>
                      </a:rPr>
                      <m:t>𝑉</m:t>
                    </m:r>
                    <m:r>
                      <a:rPr lang="en-US" altLang="zh-CN" i="1">
                        <a:effectLst/>
                        <a:latin typeface="Cambria Math" panose="02040503050406030204" pitchFamily="18" charset="0"/>
                        <a:ea typeface="宋体" panose="02010600030101010101" pitchFamily="2" charset="-122"/>
                        <a:cs typeface="Times New Roman" panose="02020603050405020304" pitchFamily="18" charset="0"/>
                      </a:rPr>
                      <m:t>(</m:t>
                    </m:r>
                    <m:r>
                      <a:rPr lang="en-US" altLang="zh-CN" b="1" i="1">
                        <a:effectLst/>
                        <a:latin typeface="Cambria Math" panose="02040503050406030204" pitchFamily="18" charset="0"/>
                        <a:ea typeface="宋体" panose="02010600030101010101" pitchFamily="2" charset="-122"/>
                        <a:cs typeface="Times New Roman" panose="02020603050405020304" pitchFamily="18" charset="0"/>
                      </a:rPr>
                      <m:t>𝒙</m:t>
                    </m:r>
                    <m:r>
                      <a:rPr lang="en-US" altLang="zh-CN" i="1">
                        <a:effectLst/>
                        <a:latin typeface="Cambria Math" panose="02040503050406030204" pitchFamily="18" charset="0"/>
                        <a:ea typeface="宋体" panose="02010600030101010101" pitchFamily="2" charset="-122"/>
                        <a:cs typeface="Times New Roman" panose="02020603050405020304" pitchFamily="18" charset="0"/>
                      </a:rPr>
                      <m:t>)=</m:t>
                    </m:r>
                    <m:d>
                      <m:dPr>
                        <m:ctrlPr>
                          <a:rPr lang="zh-CN" altLang="zh-CN" i="1">
                            <a:effectLst/>
                            <a:latin typeface="Cambria Math" panose="02040503050406030204" pitchFamily="18" charset="0"/>
                            <a:ea typeface="Cambria Math" panose="02040503050406030204" pitchFamily="18" charset="0"/>
                            <a:cs typeface="Times New Roman" panose="02020603050405020304" pitchFamily="18" charset="0"/>
                          </a:rPr>
                        </m:ctrlPr>
                      </m:dPr>
                      <m:e>
                        <m:f>
                          <m:fPr>
                            <m:type m:val="lin"/>
                            <m:ctrlPr>
                              <a:rPr lang="zh-CN" altLang="zh-CN" i="1">
                                <a:effectLst/>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i="1">
                                <a:effectLst/>
                                <a:latin typeface="Cambria Math" panose="02040503050406030204" pitchFamily="18" charset="0"/>
                                <a:ea typeface="宋体" panose="02010600030101010101" pitchFamily="2" charset="-122"/>
                                <a:cs typeface="Times New Roman" panose="02020603050405020304" pitchFamily="18" charset="0"/>
                              </a:rPr>
                              <m:t>1</m:t>
                            </m:r>
                          </m:num>
                          <m:den>
                            <m:r>
                              <a:rPr lang="en-US" altLang="zh-CN" i="1">
                                <a:effectLst/>
                                <a:latin typeface="Cambria Math" panose="02040503050406030204" pitchFamily="18" charset="0"/>
                                <a:ea typeface="宋体" panose="02010600030101010101" pitchFamily="2" charset="-122"/>
                                <a:cs typeface="Times New Roman" panose="02020603050405020304" pitchFamily="18" charset="0"/>
                              </a:rPr>
                              <m:t>2</m:t>
                            </m:r>
                          </m:den>
                        </m:f>
                      </m:e>
                    </m:d>
                    <m:d>
                      <m:dPr>
                        <m:ctrlPr>
                          <a:rPr lang="zh-CN" altLang="zh-CN" i="1">
                            <a:effectLst/>
                            <a:latin typeface="Cambria Math" panose="02040503050406030204" pitchFamily="18" charset="0"/>
                            <a:ea typeface="Cambria Math" panose="02040503050406030204" pitchFamily="18" charset="0"/>
                            <a:cs typeface="Times New Roman" panose="02020603050405020304" pitchFamily="18" charset="0"/>
                          </a:rPr>
                        </m:ctrlPr>
                      </m:dPr>
                      <m:e>
                        <m:sSubSup>
                          <m:sSubSupPr>
                            <m:ctrlPr>
                              <a:rPr lang="zh-CN" altLang="zh-CN" i="1">
                                <a:effectLst/>
                                <a:latin typeface="Cambria Math" panose="02040503050406030204" pitchFamily="18" charset="0"/>
                                <a:ea typeface="Cambria Math" panose="02040503050406030204" pitchFamily="18" charset="0"/>
                                <a:cs typeface="Times New Roman" panose="02020603050405020304" pitchFamily="18" charset="0"/>
                              </a:rPr>
                            </m:ctrlPr>
                          </m:sSubSupPr>
                          <m:e>
                            <m:r>
                              <a:rPr lang="en-US" altLang="zh-CN" i="1">
                                <a:effectLst/>
                                <a:latin typeface="Cambria Math" panose="02040503050406030204" pitchFamily="18" charset="0"/>
                                <a:ea typeface="宋体" panose="02010600030101010101" pitchFamily="2" charset="-122"/>
                                <a:cs typeface="Times New Roman" panose="02020603050405020304" pitchFamily="18" charset="0"/>
                              </a:rPr>
                              <m:t>𝑥</m:t>
                            </m:r>
                          </m:e>
                          <m:sub>
                            <m:r>
                              <a:rPr lang="en-US" altLang="zh-CN" i="1">
                                <a:effectLst/>
                                <a:latin typeface="Cambria Math" panose="02040503050406030204" pitchFamily="18" charset="0"/>
                                <a:ea typeface="宋体" panose="02010600030101010101" pitchFamily="2" charset="-122"/>
                                <a:cs typeface="Times New Roman" panose="02020603050405020304" pitchFamily="18" charset="0"/>
                              </a:rPr>
                              <m:t>1</m:t>
                            </m:r>
                          </m:sub>
                          <m:sup>
                            <m:r>
                              <a:rPr lang="en-US" altLang="zh-CN" i="1">
                                <a:effectLst/>
                                <a:latin typeface="Cambria Math" panose="02040503050406030204" pitchFamily="18" charset="0"/>
                                <a:ea typeface="宋体" panose="02010600030101010101" pitchFamily="2" charset="-122"/>
                                <a:cs typeface="Times New Roman" panose="02020603050405020304" pitchFamily="18" charset="0"/>
                              </a:rPr>
                              <m:t>2</m:t>
                            </m:r>
                          </m:sup>
                        </m:sSubSup>
                        <m:r>
                          <a:rPr lang="en-US" altLang="zh-CN" i="1">
                            <a:effectLst/>
                            <a:latin typeface="Cambria Math" panose="02040503050406030204" pitchFamily="18" charset="0"/>
                            <a:ea typeface="宋体" panose="02010600030101010101" pitchFamily="2" charset="-122"/>
                            <a:cs typeface="Times New Roman" panose="02020603050405020304" pitchFamily="18" charset="0"/>
                          </a:rPr>
                          <m:t>+</m:t>
                        </m:r>
                        <m:sSubSup>
                          <m:sSubSupPr>
                            <m:ctrlPr>
                              <a:rPr lang="zh-CN" altLang="zh-CN" i="1">
                                <a:effectLst/>
                                <a:latin typeface="Cambria Math" panose="02040503050406030204" pitchFamily="18" charset="0"/>
                                <a:ea typeface="Cambria Math" panose="02040503050406030204" pitchFamily="18" charset="0"/>
                                <a:cs typeface="Times New Roman" panose="02020603050405020304" pitchFamily="18" charset="0"/>
                              </a:rPr>
                            </m:ctrlPr>
                          </m:sSubSupPr>
                          <m:e>
                            <m:r>
                              <a:rPr lang="en-US" altLang="zh-CN" i="1">
                                <a:effectLst/>
                                <a:latin typeface="Cambria Math" panose="02040503050406030204" pitchFamily="18" charset="0"/>
                                <a:ea typeface="宋体" panose="02010600030101010101" pitchFamily="2" charset="-122"/>
                                <a:cs typeface="Times New Roman" panose="02020603050405020304" pitchFamily="18" charset="0"/>
                              </a:rPr>
                              <m:t>𝑥</m:t>
                            </m:r>
                          </m:e>
                          <m:sub>
                            <m:r>
                              <a:rPr lang="en-US" altLang="zh-CN" i="1">
                                <a:effectLst/>
                                <a:latin typeface="Cambria Math" panose="02040503050406030204" pitchFamily="18" charset="0"/>
                                <a:ea typeface="宋体" panose="02010600030101010101" pitchFamily="2" charset="-122"/>
                                <a:cs typeface="Times New Roman" panose="02020603050405020304" pitchFamily="18" charset="0"/>
                              </a:rPr>
                              <m:t>2</m:t>
                            </m:r>
                          </m:sub>
                          <m:sup>
                            <m:r>
                              <a:rPr lang="en-US" altLang="zh-CN" i="1">
                                <a:effectLst/>
                                <a:latin typeface="Cambria Math" panose="02040503050406030204" pitchFamily="18" charset="0"/>
                                <a:ea typeface="宋体" panose="02010600030101010101" pitchFamily="2" charset="-122"/>
                                <a:cs typeface="Times New Roman" panose="02020603050405020304" pitchFamily="18" charset="0"/>
                              </a:rPr>
                              <m:t>2</m:t>
                            </m:r>
                          </m:sup>
                        </m:sSubSup>
                      </m:e>
                    </m:d>
                  </m:oMath>
                </a14:m>
                <a:endParaRPr lang="en-US" altLang="zh-CN" b="1" dirty="0"/>
              </a:p>
              <a:p>
                <a:pPr marL="118872" indent="0">
                  <a:buNone/>
                </a:pPr>
                <a14:m>
                  <m:oMathPara xmlns:m="http://schemas.openxmlformats.org/officeDocument/2006/math">
                    <m:oMathParaPr>
                      <m:jc m:val="centerGroup"/>
                    </m:oMathParaPr>
                    <m:oMath xmlns:m="http://schemas.openxmlformats.org/officeDocument/2006/math">
                      <m:acc>
                        <m:accPr>
                          <m:chr m:val="̇"/>
                          <m:ctrlPr>
                            <a:rPr lang="zh-CN" altLang="zh-CN" i="1">
                              <a:latin typeface="Cambria Math" panose="02040503050406030204" pitchFamily="18" charset="0"/>
                            </a:rPr>
                          </m:ctrlPr>
                        </m:accPr>
                        <m:e>
                          <m:r>
                            <a:rPr lang="en-US" altLang="zh-CN" i="1">
                              <a:latin typeface="Cambria Math" panose="02040503050406030204" pitchFamily="18" charset="0"/>
                            </a:rPr>
                            <m:t>𝑉</m:t>
                          </m:r>
                        </m:e>
                      </m:acc>
                      <m:r>
                        <a:rPr lang="en-US" altLang="zh-CN" i="1">
                          <a:latin typeface="Cambria Math" panose="02040503050406030204" pitchFamily="18" charset="0"/>
                        </a:rPr>
                        <m:t>(</m:t>
                      </m:r>
                      <m:r>
                        <a:rPr lang="en-US" altLang="zh-CN" b="1" i="1">
                          <a:latin typeface="Cambria Math" panose="02040503050406030204" pitchFamily="18" charset="0"/>
                        </a:rPr>
                        <m:t>𝒙</m:t>
                      </m:r>
                      <m:r>
                        <a:rPr lang="en-US" altLang="zh-CN" i="1">
                          <a:latin typeface="Cambria Math" panose="02040503050406030204" pitchFamily="18" charset="0"/>
                        </a:rPr>
                        <m:t>)=−</m:t>
                      </m:r>
                      <m:d>
                        <m:dPr>
                          <m:ctrlPr>
                            <a:rPr lang="zh-CN" altLang="zh-CN" i="1">
                              <a:latin typeface="Cambria Math" panose="02040503050406030204" pitchFamily="18" charset="0"/>
                            </a:rPr>
                          </m:ctrlPr>
                        </m:dPr>
                        <m:e>
                          <m:sSubSup>
                            <m:sSubSupPr>
                              <m:ctrlPr>
                                <a:rPr lang="zh-CN" altLang="zh-CN" i="1">
                                  <a:latin typeface="Cambria Math" panose="02040503050406030204" pitchFamily="18" charset="0"/>
                                </a:rPr>
                              </m:ctrlPr>
                            </m:sSubSupPr>
                            <m:e>
                              <m:r>
                                <a:rPr lang="en-US" altLang="zh-CN" i="1">
                                  <a:latin typeface="Cambria Math" panose="02040503050406030204" pitchFamily="18" charset="0"/>
                                </a:rPr>
                                <m:t>𝑥</m:t>
                              </m:r>
                            </m:e>
                            <m:sub>
                              <m:r>
                                <a:rPr lang="en-US" altLang="zh-CN" i="1">
                                  <a:latin typeface="Cambria Math" panose="02040503050406030204" pitchFamily="18" charset="0"/>
                                </a:rPr>
                                <m:t>1</m:t>
                              </m:r>
                            </m:sub>
                            <m:sup>
                              <m:r>
                                <a:rPr lang="en-US" altLang="zh-CN" i="1">
                                  <a:latin typeface="Cambria Math" panose="02040503050406030204" pitchFamily="18" charset="0"/>
                                </a:rPr>
                                <m:t>2</m:t>
                              </m:r>
                            </m:sup>
                          </m:sSubSup>
                          <m:r>
                            <a:rPr lang="en-US" altLang="zh-CN" i="1">
                              <a:latin typeface="Cambria Math" panose="02040503050406030204" pitchFamily="18" charset="0"/>
                            </a:rPr>
                            <m:t>+</m:t>
                          </m:r>
                          <m:sSubSup>
                            <m:sSubSupPr>
                              <m:ctrlPr>
                                <a:rPr lang="zh-CN" altLang="zh-CN" i="1">
                                  <a:latin typeface="Cambria Math" panose="02040503050406030204" pitchFamily="18" charset="0"/>
                                </a:rPr>
                              </m:ctrlPr>
                            </m:sSubSupPr>
                            <m:e>
                              <m:r>
                                <a:rPr lang="en-US" altLang="zh-CN" i="1">
                                  <a:latin typeface="Cambria Math" panose="02040503050406030204" pitchFamily="18" charset="0"/>
                                </a:rPr>
                                <m:t>𝑥</m:t>
                              </m:r>
                            </m:e>
                            <m:sub>
                              <m:r>
                                <a:rPr lang="en-US" altLang="zh-CN" i="1">
                                  <a:latin typeface="Cambria Math" panose="02040503050406030204" pitchFamily="18" charset="0"/>
                                </a:rPr>
                                <m:t>2</m:t>
                              </m:r>
                            </m:sub>
                            <m:sup>
                              <m:r>
                                <a:rPr lang="en-US" altLang="zh-CN" i="1">
                                  <a:latin typeface="Cambria Math" panose="02040503050406030204" pitchFamily="18" charset="0"/>
                                </a:rPr>
                                <m:t>2</m:t>
                              </m:r>
                            </m:sup>
                          </m:sSubSup>
                        </m:e>
                      </m:d>
                      <m:d>
                        <m:dPr>
                          <m:begChr m:val="["/>
                          <m:endChr m:val="]"/>
                          <m:ctrlPr>
                            <a:rPr lang="zh-CN" altLang="zh-CN" i="1">
                              <a:latin typeface="Cambria Math" panose="02040503050406030204" pitchFamily="18" charset="0"/>
                            </a:rPr>
                          </m:ctrlPr>
                        </m:dPr>
                        <m:e>
                          <m:r>
                            <a:rPr lang="en-US" altLang="zh-CN" i="1">
                              <a:latin typeface="Cambria Math" panose="02040503050406030204" pitchFamily="18" charset="0"/>
                            </a:rPr>
                            <m:t>1−</m:t>
                          </m:r>
                          <m:d>
                            <m:dPr>
                              <m:ctrlPr>
                                <a:rPr lang="zh-CN" altLang="zh-CN" i="1">
                                  <a:latin typeface="Cambria Math" panose="02040503050406030204" pitchFamily="18" charset="0"/>
                                </a:rPr>
                              </m:ctrlPr>
                            </m:dPr>
                            <m:e>
                              <m:sSubSup>
                                <m:sSubSupPr>
                                  <m:ctrlPr>
                                    <a:rPr lang="zh-CN" altLang="zh-CN" i="1">
                                      <a:latin typeface="Cambria Math" panose="02040503050406030204" pitchFamily="18" charset="0"/>
                                    </a:rPr>
                                  </m:ctrlPr>
                                </m:sSubSupPr>
                                <m:e>
                                  <m:r>
                                    <a:rPr lang="en-US" altLang="zh-CN" i="1">
                                      <a:latin typeface="Cambria Math" panose="02040503050406030204" pitchFamily="18" charset="0"/>
                                    </a:rPr>
                                    <m:t>𝑥</m:t>
                                  </m:r>
                                </m:e>
                                <m:sub>
                                  <m:r>
                                    <a:rPr lang="en-US" altLang="zh-CN" i="1">
                                      <a:latin typeface="Cambria Math" panose="02040503050406030204" pitchFamily="18" charset="0"/>
                                    </a:rPr>
                                    <m:t>1</m:t>
                                  </m:r>
                                </m:sub>
                                <m:sup>
                                  <m:r>
                                    <a:rPr lang="en-US" altLang="zh-CN" i="1">
                                      <a:latin typeface="Cambria Math" panose="02040503050406030204" pitchFamily="18" charset="0"/>
                                    </a:rPr>
                                    <m:t>2</m:t>
                                  </m:r>
                                </m:sup>
                              </m:sSubSup>
                              <m:r>
                                <a:rPr lang="en-US" altLang="zh-CN" i="1">
                                  <a:latin typeface="Cambria Math" panose="02040503050406030204" pitchFamily="18" charset="0"/>
                                </a:rPr>
                                <m:t>+</m:t>
                              </m:r>
                              <m:sSubSup>
                                <m:sSubSupPr>
                                  <m:ctrlPr>
                                    <a:rPr lang="zh-CN" altLang="zh-CN" i="1">
                                      <a:latin typeface="Cambria Math" panose="02040503050406030204" pitchFamily="18" charset="0"/>
                                    </a:rPr>
                                  </m:ctrlPr>
                                </m:sSubSupPr>
                                <m:e>
                                  <m:r>
                                    <a:rPr lang="en-US" altLang="zh-CN" i="1">
                                      <a:latin typeface="Cambria Math" panose="02040503050406030204" pitchFamily="18" charset="0"/>
                                    </a:rPr>
                                    <m:t>𝑥</m:t>
                                  </m:r>
                                </m:e>
                                <m:sub>
                                  <m:r>
                                    <a:rPr lang="en-US" altLang="zh-CN" i="1">
                                      <a:latin typeface="Cambria Math" panose="02040503050406030204" pitchFamily="18" charset="0"/>
                                    </a:rPr>
                                    <m:t>2</m:t>
                                  </m:r>
                                </m:sub>
                                <m:sup>
                                  <m:r>
                                    <a:rPr lang="en-US" altLang="zh-CN" i="1">
                                      <a:latin typeface="Cambria Math" panose="02040503050406030204" pitchFamily="18" charset="0"/>
                                    </a:rPr>
                                    <m:t>2</m:t>
                                  </m:r>
                                </m:sup>
                              </m:sSubSup>
                            </m:e>
                          </m:d>
                        </m:e>
                      </m:d>
                      <m:r>
                        <a:rPr lang="en-US" altLang="zh-CN" i="1">
                          <a:latin typeface="Cambria Math" panose="02040503050406030204" pitchFamily="18" charset="0"/>
                        </a:rPr>
                        <m:t>=−2</m:t>
                      </m:r>
                      <m:r>
                        <a:rPr lang="en-US" altLang="zh-CN" i="1">
                          <a:latin typeface="Cambria Math" panose="02040503050406030204" pitchFamily="18" charset="0"/>
                        </a:rPr>
                        <m:t>𝑉</m:t>
                      </m:r>
                      <m:d>
                        <m:dPr>
                          <m:ctrlPr>
                            <a:rPr lang="zh-CN" altLang="zh-CN" i="1">
                              <a:latin typeface="Cambria Math" panose="02040503050406030204" pitchFamily="18" charset="0"/>
                            </a:rPr>
                          </m:ctrlPr>
                        </m:dPr>
                        <m:e>
                          <m:r>
                            <a:rPr lang="en-US" altLang="zh-CN" i="1">
                              <a:latin typeface="Cambria Math" panose="02040503050406030204" pitchFamily="18" charset="0"/>
                            </a:rPr>
                            <m:t>1−2</m:t>
                          </m:r>
                          <m:r>
                            <a:rPr lang="en-US" altLang="zh-CN" i="1">
                              <a:latin typeface="Cambria Math" panose="02040503050406030204" pitchFamily="18" charset="0"/>
                            </a:rPr>
                            <m:t>𝑉</m:t>
                          </m:r>
                        </m:e>
                      </m:d>
                    </m:oMath>
                  </m:oMathPara>
                </a14:m>
                <a:endParaRPr lang="en-US" altLang="zh-CN" dirty="0"/>
              </a:p>
              <a:p>
                <a14:m>
                  <m:oMath xmlns:m="http://schemas.openxmlformats.org/officeDocument/2006/math">
                    <m:r>
                      <a:rPr lang="en-US" altLang="zh-CN" i="1" smtClean="0">
                        <a:effectLst/>
                        <a:latin typeface="Cambria Math" panose="02040503050406030204" pitchFamily="18" charset="0"/>
                      </a:rPr>
                      <m:t>𝑉</m:t>
                    </m:r>
                    <m:r>
                      <a:rPr lang="en-US" altLang="zh-CN" i="1" smtClean="0">
                        <a:effectLst/>
                        <a:latin typeface="Cambria Math" panose="02040503050406030204" pitchFamily="18" charset="0"/>
                      </a:rPr>
                      <m:t>&lt;</m:t>
                    </m:r>
                    <m:f>
                      <m:fPr>
                        <m:type m:val="lin"/>
                        <m:ctrlPr>
                          <a:rPr lang="zh-CN" altLang="zh-CN" i="1">
                            <a:effectLst/>
                            <a:latin typeface="Cambria Math" panose="02040503050406030204" pitchFamily="18" charset="0"/>
                          </a:rPr>
                        </m:ctrlPr>
                      </m:fPr>
                      <m:num>
                        <m:r>
                          <a:rPr lang="en-US" altLang="zh-CN" i="1">
                            <a:effectLst/>
                            <a:latin typeface="Cambria Math" panose="02040503050406030204" pitchFamily="18" charset="0"/>
                          </a:rPr>
                          <m:t>1</m:t>
                        </m:r>
                      </m:num>
                      <m:den>
                        <m:r>
                          <a:rPr lang="en-US" altLang="zh-CN" i="1">
                            <a:effectLst/>
                            <a:latin typeface="Cambria Math" panose="02040503050406030204" pitchFamily="18" charset="0"/>
                          </a:rPr>
                          <m:t>2</m:t>
                        </m:r>
                      </m:den>
                    </m:f>
                  </m:oMath>
                </a14:m>
                <a:r>
                  <a:rPr lang="zh-CN" altLang="zh-CN" dirty="0">
                    <a:effectLst/>
                    <a:latin typeface="+mn-ea"/>
                  </a:rPr>
                  <a:t>（以单位圆为开边界的原点的邻域）时，</a:t>
                </a:r>
                <a14:m>
                  <m:oMath xmlns:m="http://schemas.openxmlformats.org/officeDocument/2006/math">
                    <m:acc>
                      <m:accPr>
                        <m:chr m:val="̇"/>
                        <m:ctrlPr>
                          <a:rPr lang="zh-CN" altLang="zh-CN" i="1">
                            <a:effectLst/>
                            <a:latin typeface="Cambria Math" panose="02040503050406030204" pitchFamily="18" charset="0"/>
                          </a:rPr>
                        </m:ctrlPr>
                      </m:accPr>
                      <m:e>
                        <m:r>
                          <a:rPr lang="en-US" altLang="zh-CN" i="1">
                            <a:effectLst/>
                            <a:latin typeface="Cambria Math" panose="02040503050406030204" pitchFamily="18" charset="0"/>
                          </a:rPr>
                          <m:t>𝑉</m:t>
                        </m:r>
                      </m:e>
                    </m:acc>
                  </m:oMath>
                </a14:m>
                <a:r>
                  <a:rPr lang="zh-CN" altLang="zh-CN" dirty="0">
                    <a:effectLst/>
                    <a:latin typeface="+mn-ea"/>
                  </a:rPr>
                  <a:t>负定</a:t>
                </a:r>
                <a:endParaRPr lang="en-US" altLang="zh-CN" dirty="0">
                  <a:effectLst/>
                  <a:latin typeface="+mn-ea"/>
                </a:endParaRPr>
              </a:p>
              <a:p>
                <a14:m>
                  <m:oMath xmlns:m="http://schemas.openxmlformats.org/officeDocument/2006/math">
                    <m:r>
                      <a:rPr lang="en-US" altLang="zh-CN" i="1" smtClean="0">
                        <a:effectLst/>
                        <a:latin typeface="Cambria Math" panose="02040503050406030204" pitchFamily="18" charset="0"/>
                        <a:ea typeface="宋体" panose="02010600030101010101" pitchFamily="2" charset="-122"/>
                      </a:rPr>
                      <m:t>𝑉</m:t>
                    </m:r>
                    <m:r>
                      <a:rPr lang="en-US" altLang="zh-CN" i="1" smtClean="0">
                        <a:effectLst/>
                        <a:latin typeface="Cambria Math" panose="02040503050406030204" pitchFamily="18" charset="0"/>
                        <a:ea typeface="宋体" panose="02010600030101010101" pitchFamily="2" charset="-122"/>
                      </a:rPr>
                      <m:t>&gt;</m:t>
                    </m:r>
                    <m:f>
                      <m:fPr>
                        <m:type m:val="lin"/>
                        <m:ctrlPr>
                          <a:rPr lang="zh-CN" altLang="zh-CN" i="1">
                            <a:effectLst/>
                            <a:latin typeface="Cambria Math" panose="02040503050406030204" pitchFamily="18" charset="0"/>
                            <a:ea typeface="Cambria Math" panose="02040503050406030204" pitchFamily="18" charset="0"/>
                          </a:rPr>
                        </m:ctrlPr>
                      </m:fPr>
                      <m:num>
                        <m:r>
                          <a:rPr lang="en-US" altLang="zh-CN" i="1">
                            <a:effectLst/>
                            <a:latin typeface="Cambria Math" panose="02040503050406030204" pitchFamily="18" charset="0"/>
                            <a:ea typeface="宋体" panose="02010600030101010101" pitchFamily="2" charset="-122"/>
                          </a:rPr>
                          <m:t>1</m:t>
                        </m:r>
                      </m:num>
                      <m:den>
                        <m:r>
                          <a:rPr lang="en-US" altLang="zh-CN" i="1">
                            <a:effectLst/>
                            <a:latin typeface="Cambria Math" panose="02040503050406030204" pitchFamily="18" charset="0"/>
                            <a:ea typeface="宋体" panose="02010600030101010101" pitchFamily="2" charset="-122"/>
                          </a:rPr>
                          <m:t>2</m:t>
                        </m:r>
                      </m:den>
                    </m:f>
                  </m:oMath>
                </a14:m>
                <a:r>
                  <a:rPr lang="zh-CN" altLang="en-US" dirty="0">
                    <a:latin typeface="+mn-ea"/>
                  </a:rPr>
                  <a:t>时，可由速度场得知非全局稳定</a:t>
                </a:r>
                <a:endParaRPr lang="zh-CN" altLang="zh-CN" dirty="0">
                  <a:latin typeface="+mn-ea"/>
                </a:endParaRPr>
              </a:p>
            </p:txBody>
          </p:sp>
        </mc:Choice>
        <mc:Fallback xmlns="">
          <p:sp>
            <p:nvSpPr>
              <p:cNvPr id="3" name="内容占位符 2">
                <a:extLst>
                  <a:ext uri="{FF2B5EF4-FFF2-40B4-BE49-F238E27FC236}">
                    <a16:creationId xmlns:a16="http://schemas.microsoft.com/office/drawing/2014/main" id="{CF8D2BB7-1783-5526-C634-7A53A3AAEC26}"/>
                  </a:ext>
                </a:extLst>
              </p:cNvPr>
              <p:cNvSpPr>
                <a:spLocks noGrp="1" noRot="1" noChangeAspect="1" noMove="1" noResize="1" noEditPoints="1" noAdjustHandles="1" noChangeArrowheads="1" noChangeShapeType="1" noTextEdit="1"/>
              </p:cNvSpPr>
              <p:nvPr>
                <p:ph idx="1"/>
              </p:nvPr>
            </p:nvSpPr>
            <p:spPr>
              <a:xfrm>
                <a:off x="457200" y="1196752"/>
                <a:ext cx="8229600" cy="5554567"/>
              </a:xfrm>
              <a:blipFill>
                <a:blip r:embed="rId3"/>
                <a:stretch>
                  <a:fillRect r="-6815" b="-659"/>
                </a:stretch>
              </a:blipFill>
            </p:spPr>
            <p:txBody>
              <a:bodyPr/>
              <a:lstStyle/>
              <a:p>
                <a:r>
                  <a:rPr lang="zh-CN" altLang="en-US">
                    <a:noFill/>
                  </a:rPr>
                  <a:t> </a:t>
                </a:r>
              </a:p>
            </p:txBody>
          </p:sp>
        </mc:Fallback>
      </mc:AlternateContent>
      <p:sp>
        <p:nvSpPr>
          <p:cNvPr id="4" name="灯片编号占位符 3">
            <a:extLst>
              <a:ext uri="{FF2B5EF4-FFF2-40B4-BE49-F238E27FC236}">
                <a16:creationId xmlns:a16="http://schemas.microsoft.com/office/drawing/2014/main" id="{4ED4A256-39E1-A5C7-B926-74773062AA93}"/>
              </a:ext>
            </a:extLst>
          </p:cNvPr>
          <p:cNvSpPr>
            <a:spLocks noGrp="1"/>
          </p:cNvSpPr>
          <p:nvPr>
            <p:ph type="sldNum" sz="quarter" idx="12"/>
          </p:nvPr>
        </p:nvSpPr>
        <p:spPr/>
        <p:txBody>
          <a:bodyPr/>
          <a:lstStyle/>
          <a:p>
            <a:fld id="{58C210BB-F110-452C-89E7-9EA0A8D47DCE}" type="slidenum">
              <a:rPr lang="zh-CN" altLang="en-US" smtClean="0"/>
              <a:pPr/>
              <a:t>66</a:t>
            </a:fld>
            <a:endParaRPr lang="zh-CN" altLang="en-US"/>
          </a:p>
        </p:txBody>
      </p:sp>
    </p:spTree>
    <p:extLst>
      <p:ext uri="{BB962C8B-B14F-4D97-AF65-F5344CB8AC3E}">
        <p14:creationId xmlns:p14="http://schemas.microsoft.com/office/powerpoint/2010/main" val="1393901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4" end="4"/>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5" end="5"/>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D1F931-7049-309C-8B16-7E4FFCA52A53}"/>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2D5A50AA-1CA7-40BC-AC34-37511712773A}"/>
              </a:ext>
            </a:extLst>
          </p:cNvPr>
          <p:cNvSpPr>
            <a:spLocks noGrp="1"/>
          </p:cNvSpPr>
          <p:nvPr>
            <p:ph type="title"/>
          </p:nvPr>
        </p:nvSpPr>
        <p:spPr/>
        <p:txBody>
          <a:bodyPr>
            <a:normAutofit fontScale="90000"/>
          </a:bodyPr>
          <a:lstStyle/>
          <a:p>
            <a:r>
              <a:rPr lang="zh-CN" altLang="en-US" dirty="0"/>
              <a:t>第</a:t>
            </a:r>
            <a:r>
              <a:rPr lang="en-US" altLang="zh-CN" dirty="0"/>
              <a:t>2</a:t>
            </a:r>
            <a:r>
              <a:rPr lang="zh-CN" altLang="en-US" dirty="0"/>
              <a:t>讲第</a:t>
            </a:r>
            <a:r>
              <a:rPr lang="en-US" altLang="zh-CN" dirty="0"/>
              <a:t>4</a:t>
            </a:r>
            <a:r>
              <a:rPr lang="zh-CN" altLang="en-US" dirty="0"/>
              <a:t>题</a:t>
            </a:r>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7A39CEF8-3E8C-3935-9498-A0826ECBF770}"/>
                  </a:ext>
                </a:extLst>
              </p:cNvPr>
              <p:cNvSpPr>
                <a:spLocks noGrp="1"/>
              </p:cNvSpPr>
              <p:nvPr>
                <p:ph idx="1"/>
              </p:nvPr>
            </p:nvSpPr>
            <p:spPr>
              <a:xfrm>
                <a:off x="457200" y="1196752"/>
                <a:ext cx="8229600" cy="5554567"/>
              </a:xfrm>
            </p:spPr>
            <p:txBody>
              <a:bodyPr>
                <a:normAutofit/>
              </a:bodyPr>
              <a:lstStyle/>
              <a:p>
                <a:pPr>
                  <a:lnSpc>
                    <a:spcPct val="150000"/>
                  </a:lnSpc>
                </a:pPr>
                <a:r>
                  <a:rPr lang="zh-CN" altLang="en-US" b="1" dirty="0">
                    <a:solidFill>
                      <a:srgbClr val="FFFF00"/>
                    </a:solidFill>
                  </a:rPr>
                  <a:t>使用直接法</a:t>
                </a:r>
                <a:endParaRPr lang="en-US" altLang="zh-CN" b="1" dirty="0">
                  <a:solidFill>
                    <a:srgbClr val="FFFF00"/>
                  </a:solidFill>
                </a:endParaRPr>
              </a:p>
              <a:p>
                <a:pPr>
                  <a:lnSpc>
                    <a:spcPct val="150000"/>
                  </a:lnSpc>
                </a:pPr>
                <a:r>
                  <a:rPr lang="zh-CN" altLang="zh-CN" dirty="0">
                    <a:effectLst/>
                    <a:latin typeface="+mn-ea"/>
                  </a:rPr>
                  <a:t>系统</a:t>
                </a:r>
                <a:r>
                  <a:rPr lang="en-US" altLang="zh-CN" dirty="0">
                    <a:effectLst/>
                    <a:latin typeface="+mn-ea"/>
                  </a:rPr>
                  <a:t>3</a:t>
                </a:r>
                <a:r>
                  <a:rPr lang="zh-CN" altLang="zh-CN" dirty="0">
                    <a:effectLst/>
                    <a:ea typeface="宋体" panose="02010600030101010101" pitchFamily="2" charset="-122"/>
                  </a:rPr>
                  <a:t>：</a:t>
                </a:r>
                <a14:m>
                  <m:oMath xmlns:m="http://schemas.openxmlformats.org/officeDocument/2006/math">
                    <m:sSub>
                      <m:sSubPr>
                        <m:ctrlPr>
                          <a:rPr lang="zh-CN" altLang="zh-CN" i="1">
                            <a:latin typeface="Cambria Math" panose="02040503050406030204" pitchFamily="18" charset="0"/>
                          </a:rPr>
                        </m:ctrlPr>
                      </m:sSubPr>
                      <m:e>
                        <m:acc>
                          <m:accPr>
                            <m:chr m:val="̇"/>
                            <m:ctrlPr>
                              <a:rPr lang="zh-CN" altLang="zh-CN" i="1">
                                <a:latin typeface="Cambria Math" panose="02040503050406030204" pitchFamily="18" charset="0"/>
                              </a:rPr>
                            </m:ctrlPr>
                          </m:accPr>
                          <m:e>
                            <m:r>
                              <a:rPr lang="en-US" altLang="zh-CN" i="1">
                                <a:latin typeface="Cambria Math" panose="02040503050406030204" pitchFamily="18" charset="0"/>
                              </a:rPr>
                              <m:t>𝑥</m:t>
                            </m:r>
                          </m:e>
                        </m:acc>
                      </m:e>
                      <m:sub>
                        <m:r>
                          <a:rPr lang="en-US" altLang="zh-CN" i="1">
                            <a:latin typeface="Cambria Math" panose="02040503050406030204" pitchFamily="18" charset="0"/>
                          </a:rPr>
                          <m:t>1</m:t>
                        </m:r>
                      </m:sub>
                    </m:sSub>
                    <m:r>
                      <a:rPr lang="en-US" altLang="zh-CN" i="1">
                        <a:latin typeface="Cambria Math" panose="02040503050406030204" pitchFamily="18" charset="0"/>
                      </a:rPr>
                      <m:t>=</m:t>
                    </m:r>
                    <m:sSub>
                      <m:sSubPr>
                        <m:ctrlPr>
                          <a:rPr lang="zh-CN" altLang="zh-CN" i="1">
                            <a:latin typeface="Cambria Math" panose="02040503050406030204" pitchFamily="18" charset="0"/>
                          </a:rPr>
                        </m:ctrlPr>
                      </m:sSubPr>
                      <m:e>
                        <m:r>
                          <a:rPr lang="en-US" altLang="zh-CN" i="1">
                            <a:latin typeface="Cambria Math" panose="02040503050406030204" pitchFamily="18" charset="0"/>
                          </a:rPr>
                          <m:t>𝑥</m:t>
                        </m:r>
                      </m:e>
                      <m:sub>
                        <m:r>
                          <a:rPr lang="en-US" altLang="zh-CN" i="1">
                            <a:latin typeface="Cambria Math" panose="02040503050406030204" pitchFamily="18" charset="0"/>
                          </a:rPr>
                          <m:t>2</m:t>
                        </m:r>
                      </m:sub>
                    </m:sSub>
                    <m:r>
                      <a:rPr lang="en-US" altLang="zh-CN" i="1">
                        <a:latin typeface="Cambria Math" panose="02040503050406030204" pitchFamily="18" charset="0"/>
                      </a:rPr>
                      <m:t>(1−</m:t>
                    </m:r>
                    <m:sSubSup>
                      <m:sSubSupPr>
                        <m:ctrlPr>
                          <a:rPr lang="zh-CN" altLang="zh-CN" i="1">
                            <a:latin typeface="Cambria Math" panose="02040503050406030204" pitchFamily="18" charset="0"/>
                          </a:rPr>
                        </m:ctrlPr>
                      </m:sSubSupPr>
                      <m:e>
                        <m:r>
                          <a:rPr lang="en-US" altLang="zh-CN" i="1">
                            <a:latin typeface="Cambria Math" panose="02040503050406030204" pitchFamily="18" charset="0"/>
                          </a:rPr>
                          <m:t>𝑥</m:t>
                        </m:r>
                      </m:e>
                      <m:sub>
                        <m:r>
                          <a:rPr lang="en-US" altLang="zh-CN" i="1">
                            <a:latin typeface="Cambria Math" panose="02040503050406030204" pitchFamily="18" charset="0"/>
                          </a:rPr>
                          <m:t>1</m:t>
                        </m:r>
                      </m:sub>
                      <m:sup>
                        <m:r>
                          <a:rPr lang="en-US" altLang="zh-CN" i="1">
                            <a:latin typeface="Cambria Math" panose="02040503050406030204" pitchFamily="18" charset="0"/>
                          </a:rPr>
                          <m:t>2</m:t>
                        </m:r>
                      </m:sup>
                    </m:sSubSup>
                    <m:r>
                      <a:rPr lang="en-US" altLang="zh-CN" i="1">
                        <a:latin typeface="Cambria Math" panose="02040503050406030204" pitchFamily="18" charset="0"/>
                      </a:rPr>
                      <m:t>)</m:t>
                    </m:r>
                  </m:oMath>
                </a14:m>
                <a:r>
                  <a:rPr lang="zh-CN" altLang="zh-CN" dirty="0"/>
                  <a:t>，</a:t>
                </a:r>
                <a:endParaRPr lang="en-US" altLang="zh-CN" dirty="0"/>
              </a:p>
              <a:p>
                <a:pPr marL="118872" indent="0">
                  <a:lnSpc>
                    <a:spcPct val="150000"/>
                  </a:lnSpc>
                  <a:buNone/>
                </a:pPr>
                <a14:m>
                  <m:oMathPara xmlns:m="http://schemas.openxmlformats.org/officeDocument/2006/math">
                    <m:oMathParaPr>
                      <m:jc m:val="centerGroup"/>
                    </m:oMathParaPr>
                    <m:oMath xmlns:m="http://schemas.openxmlformats.org/officeDocument/2006/math">
                      <m:sSub>
                        <m:sSubPr>
                          <m:ctrlPr>
                            <a:rPr lang="zh-CN" altLang="zh-CN" i="1">
                              <a:latin typeface="Cambria Math" panose="02040503050406030204" pitchFamily="18" charset="0"/>
                            </a:rPr>
                          </m:ctrlPr>
                        </m:sSubPr>
                        <m:e>
                          <m:acc>
                            <m:accPr>
                              <m:chr m:val="̇"/>
                              <m:ctrlPr>
                                <a:rPr lang="zh-CN" altLang="zh-CN" i="1">
                                  <a:latin typeface="Cambria Math" panose="02040503050406030204" pitchFamily="18" charset="0"/>
                                </a:rPr>
                              </m:ctrlPr>
                            </m:accPr>
                            <m:e>
                              <m:r>
                                <a:rPr lang="en-US" altLang="zh-CN" i="1">
                                  <a:latin typeface="Cambria Math" panose="02040503050406030204" pitchFamily="18" charset="0"/>
                                </a:rPr>
                                <m:t>𝑥</m:t>
                              </m:r>
                            </m:e>
                          </m:acc>
                        </m:e>
                        <m:sub>
                          <m:r>
                            <a:rPr lang="en-US" altLang="zh-CN" i="1">
                              <a:latin typeface="Cambria Math" panose="02040503050406030204" pitchFamily="18" charset="0"/>
                            </a:rPr>
                            <m:t>2</m:t>
                          </m:r>
                        </m:sub>
                      </m:sSub>
                      <m:r>
                        <a:rPr lang="en-US" altLang="zh-CN" i="1">
                          <a:latin typeface="Cambria Math" panose="02040503050406030204" pitchFamily="18" charset="0"/>
                        </a:rPr>
                        <m:t>=−(</m:t>
                      </m:r>
                      <m:sSub>
                        <m:sSubPr>
                          <m:ctrlPr>
                            <a:rPr lang="zh-CN" altLang="zh-CN" i="1">
                              <a:latin typeface="Cambria Math" panose="02040503050406030204" pitchFamily="18" charset="0"/>
                            </a:rPr>
                          </m:ctrlPr>
                        </m:sSubPr>
                        <m:e>
                          <m:r>
                            <a:rPr lang="en-US" altLang="zh-CN" i="1">
                              <a:latin typeface="Cambria Math" panose="02040503050406030204" pitchFamily="18" charset="0"/>
                            </a:rPr>
                            <m:t>𝑥</m:t>
                          </m:r>
                        </m:e>
                        <m:sub>
                          <m:r>
                            <a:rPr lang="en-US" altLang="zh-CN" i="1">
                              <a:latin typeface="Cambria Math" panose="02040503050406030204" pitchFamily="18" charset="0"/>
                            </a:rPr>
                            <m:t>1</m:t>
                          </m:r>
                        </m:sub>
                      </m:sSub>
                      <m:r>
                        <a:rPr lang="en-US" altLang="zh-CN" i="1">
                          <a:latin typeface="Cambria Math" panose="02040503050406030204" pitchFamily="18" charset="0"/>
                        </a:rPr>
                        <m:t>+</m:t>
                      </m:r>
                      <m:sSub>
                        <m:sSubPr>
                          <m:ctrlPr>
                            <a:rPr lang="zh-CN" altLang="zh-CN" i="1">
                              <a:latin typeface="Cambria Math" panose="02040503050406030204" pitchFamily="18" charset="0"/>
                            </a:rPr>
                          </m:ctrlPr>
                        </m:sSubPr>
                        <m:e>
                          <m:r>
                            <a:rPr lang="en-US" altLang="zh-CN" i="1">
                              <a:latin typeface="Cambria Math" panose="02040503050406030204" pitchFamily="18" charset="0"/>
                            </a:rPr>
                            <m:t>𝑥</m:t>
                          </m:r>
                        </m:e>
                        <m:sub>
                          <m:r>
                            <a:rPr lang="en-US" altLang="zh-CN" i="1">
                              <a:latin typeface="Cambria Math" panose="02040503050406030204" pitchFamily="18" charset="0"/>
                            </a:rPr>
                            <m:t>2</m:t>
                          </m:r>
                        </m:sub>
                      </m:sSub>
                      <m:r>
                        <a:rPr lang="en-US" altLang="zh-CN" i="1">
                          <a:latin typeface="Cambria Math" panose="02040503050406030204" pitchFamily="18" charset="0"/>
                        </a:rPr>
                        <m:t>)(1−</m:t>
                      </m:r>
                      <m:sSubSup>
                        <m:sSubSupPr>
                          <m:ctrlPr>
                            <a:rPr lang="zh-CN" altLang="zh-CN" i="1">
                              <a:latin typeface="Cambria Math" panose="02040503050406030204" pitchFamily="18" charset="0"/>
                            </a:rPr>
                          </m:ctrlPr>
                        </m:sSubSupPr>
                        <m:e>
                          <m:r>
                            <a:rPr lang="en-US" altLang="zh-CN" i="1">
                              <a:latin typeface="Cambria Math" panose="02040503050406030204" pitchFamily="18" charset="0"/>
                            </a:rPr>
                            <m:t>𝑥</m:t>
                          </m:r>
                        </m:e>
                        <m:sub>
                          <m:r>
                            <a:rPr lang="en-US" altLang="zh-CN" i="1">
                              <a:latin typeface="Cambria Math" panose="02040503050406030204" pitchFamily="18" charset="0"/>
                            </a:rPr>
                            <m:t>1</m:t>
                          </m:r>
                        </m:sub>
                        <m:sup>
                          <m:r>
                            <a:rPr lang="en-US" altLang="zh-CN" i="1">
                              <a:latin typeface="Cambria Math" panose="02040503050406030204" pitchFamily="18" charset="0"/>
                            </a:rPr>
                            <m:t>2</m:t>
                          </m:r>
                        </m:sup>
                      </m:sSubSup>
                      <m:r>
                        <a:rPr lang="en-US" altLang="zh-CN" i="1">
                          <a:latin typeface="Cambria Math" panose="02040503050406030204" pitchFamily="18" charset="0"/>
                        </a:rPr>
                        <m:t>)</m:t>
                      </m:r>
                    </m:oMath>
                  </m:oMathPara>
                </a14:m>
                <a:endParaRPr lang="en-US" altLang="zh-CN" kern="100" dirty="0">
                  <a:effectLst/>
                  <a:latin typeface="华文楷体" panose="02010600040101010101" pitchFamily="2" charset="-122"/>
                  <a:ea typeface="华文楷体" panose="02010600040101010101" pitchFamily="2" charset="-122"/>
                </a:endParaRPr>
              </a:p>
              <a:p>
                <a:pPr>
                  <a:lnSpc>
                    <a:spcPct val="150000"/>
                  </a:lnSpc>
                </a:pPr>
                <a:r>
                  <a:rPr lang="zh-CN" altLang="zh-CN" dirty="0">
                    <a:effectLst/>
                    <a:latin typeface="华文楷体" panose="02010600040101010101" pitchFamily="2" charset="-122"/>
                    <a:ea typeface="华文楷体" panose="02010600040101010101" pitchFamily="2" charset="-122"/>
                  </a:rPr>
                  <a:t>两条直线</a:t>
                </a:r>
                <a14:m>
                  <m:oMath xmlns:m="http://schemas.openxmlformats.org/officeDocument/2006/math">
                    <m:sSub>
                      <m:sSubPr>
                        <m:ctrlPr>
                          <a:rPr lang="zh-CN" altLang="zh-CN" i="1">
                            <a:effectLst/>
                            <a:latin typeface="Cambria Math" panose="02040503050406030204" pitchFamily="18" charset="0"/>
                            <a:ea typeface="Cambria Math" panose="02040503050406030204" pitchFamily="18" charset="0"/>
                          </a:rPr>
                        </m:ctrlPr>
                      </m:sSubPr>
                      <m:e>
                        <m:r>
                          <a:rPr lang="en-US" altLang="zh-CN" i="1">
                            <a:effectLst/>
                            <a:latin typeface="Cambria Math" panose="02040503050406030204" pitchFamily="18" charset="0"/>
                            <a:ea typeface="宋体" panose="02010600030101010101" pitchFamily="2" charset="-122"/>
                          </a:rPr>
                          <m:t>𝑥</m:t>
                        </m:r>
                      </m:e>
                      <m:sub>
                        <m:r>
                          <a:rPr lang="en-US" altLang="zh-CN" i="1">
                            <a:effectLst/>
                            <a:latin typeface="Cambria Math" panose="02040503050406030204" pitchFamily="18" charset="0"/>
                            <a:ea typeface="宋体" panose="02010600030101010101" pitchFamily="2" charset="-122"/>
                          </a:rPr>
                          <m:t>1</m:t>
                        </m:r>
                      </m:sub>
                    </m:sSub>
                    <m:r>
                      <a:rPr lang="en-US" altLang="zh-CN" i="1">
                        <a:effectLst/>
                        <a:latin typeface="Cambria Math" panose="02040503050406030204" pitchFamily="18" charset="0"/>
                        <a:ea typeface="宋体" panose="02010600030101010101" pitchFamily="2" charset="-122"/>
                      </a:rPr>
                      <m:t>=±1</m:t>
                    </m:r>
                  </m:oMath>
                </a14:m>
                <a:r>
                  <a:rPr lang="zh-CN" altLang="zh-CN" dirty="0">
                    <a:effectLst/>
                    <a:latin typeface="华文楷体" panose="02010600040101010101" pitchFamily="2" charset="-122"/>
                    <a:ea typeface="华文楷体" panose="02010600040101010101" pitchFamily="2" charset="-122"/>
                  </a:rPr>
                  <a:t>也是系统的平衡点（集），原点不是唯一平衡点，系统关于原点不具有全局稳定性</a:t>
                </a:r>
                <a:endParaRPr lang="zh-CN" altLang="zh-CN" kern="100" dirty="0">
                  <a:effectLst/>
                  <a:latin typeface="华文楷体" panose="02010600040101010101" pitchFamily="2" charset="-122"/>
                  <a:ea typeface="华文楷体" panose="02010600040101010101" pitchFamily="2" charset="-122"/>
                </a:endParaRPr>
              </a:p>
            </p:txBody>
          </p:sp>
        </mc:Choice>
        <mc:Fallback xmlns="">
          <p:sp>
            <p:nvSpPr>
              <p:cNvPr id="3" name="内容占位符 2">
                <a:extLst>
                  <a:ext uri="{FF2B5EF4-FFF2-40B4-BE49-F238E27FC236}">
                    <a16:creationId xmlns:a16="http://schemas.microsoft.com/office/drawing/2014/main" id="{7A39CEF8-3E8C-3935-9498-A0826ECBF770}"/>
                  </a:ext>
                </a:extLst>
              </p:cNvPr>
              <p:cNvSpPr>
                <a:spLocks noGrp="1" noRot="1" noChangeAspect="1" noMove="1" noResize="1" noEditPoints="1" noAdjustHandles="1" noChangeArrowheads="1" noChangeShapeType="1" noTextEdit="1"/>
              </p:cNvSpPr>
              <p:nvPr>
                <p:ph idx="1"/>
              </p:nvPr>
            </p:nvSpPr>
            <p:spPr>
              <a:xfrm>
                <a:off x="457200" y="1196752"/>
                <a:ext cx="8229600" cy="5554567"/>
              </a:xfrm>
              <a:blipFill>
                <a:blip r:embed="rId3"/>
                <a:stretch>
                  <a:fillRect r="-6815"/>
                </a:stretch>
              </a:blipFill>
            </p:spPr>
            <p:txBody>
              <a:bodyPr/>
              <a:lstStyle/>
              <a:p>
                <a:r>
                  <a:rPr lang="zh-CN" altLang="en-US">
                    <a:noFill/>
                  </a:rPr>
                  <a:t> </a:t>
                </a:r>
              </a:p>
            </p:txBody>
          </p:sp>
        </mc:Fallback>
      </mc:AlternateContent>
      <p:sp>
        <p:nvSpPr>
          <p:cNvPr id="4" name="灯片编号占位符 3">
            <a:extLst>
              <a:ext uri="{FF2B5EF4-FFF2-40B4-BE49-F238E27FC236}">
                <a16:creationId xmlns:a16="http://schemas.microsoft.com/office/drawing/2014/main" id="{FB9CCABB-2FB8-D8C6-6405-751EA74BF7D7}"/>
              </a:ext>
            </a:extLst>
          </p:cNvPr>
          <p:cNvSpPr>
            <a:spLocks noGrp="1"/>
          </p:cNvSpPr>
          <p:nvPr>
            <p:ph type="sldNum" sz="quarter" idx="12"/>
          </p:nvPr>
        </p:nvSpPr>
        <p:spPr/>
        <p:txBody>
          <a:bodyPr/>
          <a:lstStyle/>
          <a:p>
            <a:fld id="{58C210BB-F110-452C-89E7-9EA0A8D47DCE}" type="slidenum">
              <a:rPr lang="zh-CN" altLang="en-US" smtClean="0"/>
              <a:pPr/>
              <a:t>67</a:t>
            </a:fld>
            <a:endParaRPr lang="zh-CN" altLang="en-US"/>
          </a:p>
        </p:txBody>
      </p:sp>
    </p:spTree>
    <p:extLst>
      <p:ext uri="{BB962C8B-B14F-4D97-AF65-F5344CB8AC3E}">
        <p14:creationId xmlns:p14="http://schemas.microsoft.com/office/powerpoint/2010/main" val="9862626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B7B3B5-437A-AAD0-8BCF-DAF1BE95E8D2}"/>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498BD6C2-184B-746C-FDA7-5D0A73B290EF}"/>
              </a:ext>
            </a:extLst>
          </p:cNvPr>
          <p:cNvSpPr>
            <a:spLocks noGrp="1"/>
          </p:cNvSpPr>
          <p:nvPr>
            <p:ph type="title"/>
          </p:nvPr>
        </p:nvSpPr>
        <p:spPr/>
        <p:txBody>
          <a:bodyPr>
            <a:normAutofit fontScale="90000"/>
          </a:bodyPr>
          <a:lstStyle/>
          <a:p>
            <a:r>
              <a:rPr lang="zh-CN" altLang="en-US" dirty="0"/>
              <a:t>第</a:t>
            </a:r>
            <a:r>
              <a:rPr lang="en-US" altLang="zh-CN" dirty="0"/>
              <a:t>2</a:t>
            </a:r>
            <a:r>
              <a:rPr lang="zh-CN" altLang="en-US" dirty="0"/>
              <a:t>讲第</a:t>
            </a:r>
            <a:r>
              <a:rPr lang="en-US" altLang="zh-CN" dirty="0"/>
              <a:t>4</a:t>
            </a:r>
            <a:r>
              <a:rPr lang="zh-CN" altLang="en-US" dirty="0"/>
              <a:t>题</a:t>
            </a:r>
          </a:p>
        </p:txBody>
      </p:sp>
      <mc:AlternateContent xmlns:mc="http://schemas.openxmlformats.org/markup-compatibility/2006">
        <mc:Choice xmlns:a14="http://schemas.microsoft.com/office/drawing/2010/main" Requires="a14">
          <p:sp>
            <p:nvSpPr>
              <p:cNvPr id="3" name="内容占位符 2">
                <a:extLst>
                  <a:ext uri="{FF2B5EF4-FFF2-40B4-BE49-F238E27FC236}">
                    <a16:creationId xmlns:a16="http://schemas.microsoft.com/office/drawing/2014/main" id="{21CB79C5-6EF2-7A66-4B9C-14D26EBFA849}"/>
                  </a:ext>
                </a:extLst>
              </p:cNvPr>
              <p:cNvSpPr>
                <a:spLocks noGrp="1"/>
              </p:cNvSpPr>
              <p:nvPr>
                <p:ph idx="1"/>
              </p:nvPr>
            </p:nvSpPr>
            <p:spPr>
              <a:xfrm>
                <a:off x="457200" y="1196752"/>
                <a:ext cx="8229600" cy="5554567"/>
              </a:xfrm>
            </p:spPr>
            <p:txBody>
              <a:bodyPr>
                <a:normAutofit fontScale="85000" lnSpcReduction="10000"/>
              </a:bodyPr>
              <a:lstStyle/>
              <a:p>
                <a:pPr>
                  <a:lnSpc>
                    <a:spcPct val="150000"/>
                  </a:lnSpc>
                </a:pPr>
                <a:r>
                  <a:rPr lang="zh-CN" altLang="zh-CN" dirty="0">
                    <a:effectLst/>
                    <a:latin typeface="+mn-ea"/>
                  </a:rPr>
                  <a:t>系统</a:t>
                </a:r>
                <a:r>
                  <a:rPr lang="en-US" altLang="zh-CN" dirty="0">
                    <a:effectLst/>
                    <a:latin typeface="+mn-ea"/>
                  </a:rPr>
                  <a:t>3</a:t>
                </a:r>
                <a:r>
                  <a:rPr lang="zh-CN" altLang="zh-CN" dirty="0">
                    <a:effectLst/>
                    <a:ea typeface="宋体" panose="02010600030101010101" pitchFamily="2" charset="-122"/>
                  </a:rPr>
                  <a:t>：</a:t>
                </a:r>
                <a14:m>
                  <m:oMath xmlns:m="http://schemas.openxmlformats.org/officeDocument/2006/math">
                    <m:sSub>
                      <m:sSubPr>
                        <m:ctrlPr>
                          <a:rPr lang="zh-CN" altLang="zh-CN" i="1">
                            <a:latin typeface="Cambria Math" panose="02040503050406030204" pitchFamily="18" charset="0"/>
                          </a:rPr>
                        </m:ctrlPr>
                      </m:sSubPr>
                      <m:e>
                        <m:acc>
                          <m:accPr>
                            <m:chr m:val="̇"/>
                            <m:ctrlPr>
                              <a:rPr lang="zh-CN" altLang="zh-CN" i="1">
                                <a:latin typeface="Cambria Math" panose="02040503050406030204" pitchFamily="18" charset="0"/>
                              </a:rPr>
                            </m:ctrlPr>
                          </m:accPr>
                          <m:e>
                            <m:r>
                              <a:rPr lang="en-US" altLang="zh-CN" i="1">
                                <a:latin typeface="Cambria Math" panose="02040503050406030204" pitchFamily="18" charset="0"/>
                              </a:rPr>
                              <m:t>𝑥</m:t>
                            </m:r>
                          </m:e>
                        </m:acc>
                      </m:e>
                      <m:sub>
                        <m:r>
                          <a:rPr lang="en-US" altLang="zh-CN" i="1">
                            <a:latin typeface="Cambria Math" panose="02040503050406030204" pitchFamily="18" charset="0"/>
                          </a:rPr>
                          <m:t>1</m:t>
                        </m:r>
                      </m:sub>
                    </m:sSub>
                    <m:r>
                      <a:rPr lang="en-US" altLang="zh-CN" i="1">
                        <a:latin typeface="Cambria Math" panose="02040503050406030204" pitchFamily="18" charset="0"/>
                      </a:rPr>
                      <m:t>=</m:t>
                    </m:r>
                    <m:sSub>
                      <m:sSubPr>
                        <m:ctrlPr>
                          <a:rPr lang="zh-CN" altLang="zh-CN" i="1">
                            <a:latin typeface="Cambria Math" panose="02040503050406030204" pitchFamily="18" charset="0"/>
                          </a:rPr>
                        </m:ctrlPr>
                      </m:sSubPr>
                      <m:e>
                        <m:r>
                          <a:rPr lang="en-US" altLang="zh-CN" i="1">
                            <a:latin typeface="Cambria Math" panose="02040503050406030204" pitchFamily="18" charset="0"/>
                          </a:rPr>
                          <m:t>𝑥</m:t>
                        </m:r>
                      </m:e>
                      <m:sub>
                        <m:r>
                          <a:rPr lang="en-US" altLang="zh-CN" i="1">
                            <a:latin typeface="Cambria Math" panose="02040503050406030204" pitchFamily="18" charset="0"/>
                          </a:rPr>
                          <m:t>2</m:t>
                        </m:r>
                      </m:sub>
                    </m:sSub>
                    <m:r>
                      <a:rPr lang="en-US" altLang="zh-CN" i="1">
                        <a:latin typeface="Cambria Math" panose="02040503050406030204" pitchFamily="18" charset="0"/>
                      </a:rPr>
                      <m:t>(1−</m:t>
                    </m:r>
                    <m:sSubSup>
                      <m:sSubSupPr>
                        <m:ctrlPr>
                          <a:rPr lang="zh-CN" altLang="zh-CN" i="1">
                            <a:latin typeface="Cambria Math" panose="02040503050406030204" pitchFamily="18" charset="0"/>
                          </a:rPr>
                        </m:ctrlPr>
                      </m:sSubSupPr>
                      <m:e>
                        <m:r>
                          <a:rPr lang="en-US" altLang="zh-CN" i="1">
                            <a:latin typeface="Cambria Math" panose="02040503050406030204" pitchFamily="18" charset="0"/>
                          </a:rPr>
                          <m:t>𝑥</m:t>
                        </m:r>
                      </m:e>
                      <m:sub>
                        <m:r>
                          <a:rPr lang="en-US" altLang="zh-CN" i="1">
                            <a:latin typeface="Cambria Math" panose="02040503050406030204" pitchFamily="18" charset="0"/>
                          </a:rPr>
                          <m:t>1</m:t>
                        </m:r>
                      </m:sub>
                      <m:sup>
                        <m:r>
                          <a:rPr lang="en-US" altLang="zh-CN" i="1">
                            <a:latin typeface="Cambria Math" panose="02040503050406030204" pitchFamily="18" charset="0"/>
                          </a:rPr>
                          <m:t>2</m:t>
                        </m:r>
                      </m:sup>
                    </m:sSubSup>
                    <m:r>
                      <a:rPr lang="en-US" altLang="zh-CN" i="1">
                        <a:latin typeface="Cambria Math" panose="02040503050406030204" pitchFamily="18" charset="0"/>
                      </a:rPr>
                      <m:t>)</m:t>
                    </m:r>
                  </m:oMath>
                </a14:m>
                <a:r>
                  <a:rPr lang="zh-CN" altLang="zh-CN" dirty="0"/>
                  <a:t>，</a:t>
                </a:r>
                <a:endParaRPr lang="en-US" altLang="zh-CN" dirty="0"/>
              </a:p>
              <a:p>
                <a:pPr marL="118872" indent="0">
                  <a:lnSpc>
                    <a:spcPct val="150000"/>
                  </a:lnSpc>
                  <a:buNone/>
                </a:pPr>
                <a14:m>
                  <m:oMathPara xmlns:m="http://schemas.openxmlformats.org/officeDocument/2006/math">
                    <m:oMathParaPr>
                      <m:jc m:val="centerGroup"/>
                    </m:oMathParaPr>
                    <m:oMath xmlns:m="http://schemas.openxmlformats.org/officeDocument/2006/math">
                      <m:sSub>
                        <m:sSubPr>
                          <m:ctrlPr>
                            <a:rPr lang="zh-CN" altLang="zh-CN" i="1">
                              <a:latin typeface="Cambria Math" panose="02040503050406030204" pitchFamily="18" charset="0"/>
                            </a:rPr>
                          </m:ctrlPr>
                        </m:sSubPr>
                        <m:e>
                          <m:acc>
                            <m:accPr>
                              <m:chr m:val="̇"/>
                              <m:ctrlPr>
                                <a:rPr lang="zh-CN" altLang="zh-CN" i="1">
                                  <a:latin typeface="Cambria Math" panose="02040503050406030204" pitchFamily="18" charset="0"/>
                                </a:rPr>
                              </m:ctrlPr>
                            </m:accPr>
                            <m:e>
                              <m:r>
                                <a:rPr lang="en-US" altLang="zh-CN" i="1">
                                  <a:latin typeface="Cambria Math" panose="02040503050406030204" pitchFamily="18" charset="0"/>
                                </a:rPr>
                                <m:t>𝑥</m:t>
                              </m:r>
                            </m:e>
                          </m:acc>
                        </m:e>
                        <m:sub>
                          <m:r>
                            <a:rPr lang="en-US" altLang="zh-CN" i="1">
                              <a:latin typeface="Cambria Math" panose="02040503050406030204" pitchFamily="18" charset="0"/>
                            </a:rPr>
                            <m:t>2</m:t>
                          </m:r>
                        </m:sub>
                      </m:sSub>
                      <m:r>
                        <a:rPr lang="en-US" altLang="zh-CN" i="1">
                          <a:latin typeface="Cambria Math" panose="02040503050406030204" pitchFamily="18" charset="0"/>
                        </a:rPr>
                        <m:t>=−(</m:t>
                      </m:r>
                      <m:sSub>
                        <m:sSubPr>
                          <m:ctrlPr>
                            <a:rPr lang="zh-CN" altLang="zh-CN" i="1">
                              <a:latin typeface="Cambria Math" panose="02040503050406030204" pitchFamily="18" charset="0"/>
                            </a:rPr>
                          </m:ctrlPr>
                        </m:sSubPr>
                        <m:e>
                          <m:r>
                            <a:rPr lang="en-US" altLang="zh-CN" i="1">
                              <a:latin typeface="Cambria Math" panose="02040503050406030204" pitchFamily="18" charset="0"/>
                            </a:rPr>
                            <m:t>𝑥</m:t>
                          </m:r>
                        </m:e>
                        <m:sub>
                          <m:r>
                            <a:rPr lang="en-US" altLang="zh-CN" i="1">
                              <a:latin typeface="Cambria Math" panose="02040503050406030204" pitchFamily="18" charset="0"/>
                            </a:rPr>
                            <m:t>1</m:t>
                          </m:r>
                        </m:sub>
                      </m:sSub>
                      <m:r>
                        <a:rPr lang="en-US" altLang="zh-CN" i="1">
                          <a:latin typeface="Cambria Math" panose="02040503050406030204" pitchFamily="18" charset="0"/>
                        </a:rPr>
                        <m:t>+</m:t>
                      </m:r>
                      <m:sSub>
                        <m:sSubPr>
                          <m:ctrlPr>
                            <a:rPr lang="zh-CN" altLang="zh-CN" i="1">
                              <a:latin typeface="Cambria Math" panose="02040503050406030204" pitchFamily="18" charset="0"/>
                            </a:rPr>
                          </m:ctrlPr>
                        </m:sSubPr>
                        <m:e>
                          <m:r>
                            <a:rPr lang="en-US" altLang="zh-CN" i="1">
                              <a:latin typeface="Cambria Math" panose="02040503050406030204" pitchFamily="18" charset="0"/>
                            </a:rPr>
                            <m:t>𝑥</m:t>
                          </m:r>
                        </m:e>
                        <m:sub>
                          <m:r>
                            <a:rPr lang="en-US" altLang="zh-CN" i="1">
                              <a:latin typeface="Cambria Math" panose="02040503050406030204" pitchFamily="18" charset="0"/>
                            </a:rPr>
                            <m:t>2</m:t>
                          </m:r>
                        </m:sub>
                      </m:sSub>
                      <m:r>
                        <a:rPr lang="en-US" altLang="zh-CN" i="1">
                          <a:latin typeface="Cambria Math" panose="02040503050406030204" pitchFamily="18" charset="0"/>
                        </a:rPr>
                        <m:t>)(1−</m:t>
                      </m:r>
                      <m:sSubSup>
                        <m:sSubSupPr>
                          <m:ctrlPr>
                            <a:rPr lang="zh-CN" altLang="zh-CN" i="1">
                              <a:latin typeface="Cambria Math" panose="02040503050406030204" pitchFamily="18" charset="0"/>
                            </a:rPr>
                          </m:ctrlPr>
                        </m:sSubSupPr>
                        <m:e>
                          <m:r>
                            <a:rPr lang="en-US" altLang="zh-CN" i="1">
                              <a:latin typeface="Cambria Math" panose="02040503050406030204" pitchFamily="18" charset="0"/>
                            </a:rPr>
                            <m:t>𝑥</m:t>
                          </m:r>
                        </m:e>
                        <m:sub>
                          <m:r>
                            <a:rPr lang="en-US" altLang="zh-CN" i="1">
                              <a:latin typeface="Cambria Math" panose="02040503050406030204" pitchFamily="18" charset="0"/>
                            </a:rPr>
                            <m:t>1</m:t>
                          </m:r>
                        </m:sub>
                        <m:sup>
                          <m:r>
                            <a:rPr lang="en-US" altLang="zh-CN" i="1">
                              <a:latin typeface="Cambria Math" panose="02040503050406030204" pitchFamily="18" charset="0"/>
                            </a:rPr>
                            <m:t>2</m:t>
                          </m:r>
                        </m:sup>
                      </m:sSubSup>
                      <m:r>
                        <a:rPr lang="en-US" altLang="zh-CN" i="1">
                          <a:latin typeface="Cambria Math" panose="02040503050406030204" pitchFamily="18" charset="0"/>
                        </a:rPr>
                        <m:t>)</m:t>
                      </m:r>
                    </m:oMath>
                  </m:oMathPara>
                </a14:m>
                <a:endParaRPr lang="en-US" altLang="zh-CN" kern="100" dirty="0">
                  <a:effectLst/>
                  <a:latin typeface="华文楷体" panose="02010600040101010101" pitchFamily="2" charset="-122"/>
                  <a:ea typeface="华文楷体" panose="02010600040101010101" pitchFamily="2" charset="-122"/>
                </a:endParaRPr>
              </a:p>
              <a:p>
                <a:pPr>
                  <a:lnSpc>
                    <a:spcPct val="150000"/>
                  </a:lnSpc>
                </a:pPr>
                <a:r>
                  <a:rPr lang="zh-CN" altLang="en-US" dirty="0">
                    <a:effectLst/>
                    <a:latin typeface="华文楷体" panose="02010600040101010101" pitchFamily="2" charset="-122"/>
                    <a:ea typeface="华文楷体" panose="02010600040101010101" pitchFamily="2" charset="-122"/>
                  </a:rPr>
                  <a:t>原点附近，取</a:t>
                </a:r>
                <a:endParaRPr lang="en-US" altLang="zh-CN" dirty="0">
                  <a:effectLst/>
                  <a:latin typeface="华文楷体" panose="02010600040101010101" pitchFamily="2" charset="-122"/>
                  <a:ea typeface="华文楷体" panose="02010600040101010101" pitchFamily="2" charset="-122"/>
                </a:endParaRPr>
              </a:p>
              <a:p>
                <a:pPr marL="118872" indent="0">
                  <a:lnSpc>
                    <a:spcPct val="150000"/>
                  </a:lnSpc>
                  <a:buNone/>
                </a:pPr>
                <a14:m>
                  <m:oMathPara xmlns:m="http://schemas.openxmlformats.org/officeDocument/2006/math">
                    <m:oMathParaPr>
                      <m:jc m:val="centerGroup"/>
                    </m:oMathParaPr>
                    <m:oMath xmlns:m="http://schemas.openxmlformats.org/officeDocument/2006/math">
                      <m:r>
                        <a:rPr lang="en-US" altLang="zh-CN" i="1" kern="100" smtClean="0">
                          <a:effectLst/>
                          <a:latin typeface="Cambria Math" panose="02040503050406030204" pitchFamily="18" charset="0"/>
                          <a:ea typeface="宋体" panose="02010600030101010101" pitchFamily="2" charset="-122"/>
                        </a:rPr>
                        <m:t>𝑉</m:t>
                      </m:r>
                      <m:r>
                        <a:rPr lang="en-US" altLang="zh-CN" i="1" kern="100" smtClean="0">
                          <a:effectLst/>
                          <a:latin typeface="Cambria Math" panose="02040503050406030204" pitchFamily="18" charset="0"/>
                          <a:ea typeface="宋体" panose="02010600030101010101" pitchFamily="2" charset="-122"/>
                        </a:rPr>
                        <m:t>(</m:t>
                      </m:r>
                      <m:r>
                        <a:rPr lang="en-US" altLang="zh-CN" b="1" i="1" kern="100">
                          <a:effectLst/>
                          <a:latin typeface="Cambria Math" panose="02040503050406030204" pitchFamily="18" charset="0"/>
                          <a:ea typeface="宋体" panose="02010600030101010101" pitchFamily="2" charset="-122"/>
                        </a:rPr>
                        <m:t>𝒙</m:t>
                      </m:r>
                      <m:r>
                        <a:rPr lang="en-US" altLang="zh-CN" i="1" kern="100">
                          <a:effectLst/>
                          <a:latin typeface="Cambria Math" panose="02040503050406030204" pitchFamily="18" charset="0"/>
                          <a:ea typeface="宋体" panose="02010600030101010101" pitchFamily="2" charset="-122"/>
                        </a:rPr>
                        <m:t>)=</m:t>
                      </m:r>
                      <m:r>
                        <a:rPr lang="en-US" altLang="zh-CN" b="1" i="1" kern="100">
                          <a:effectLst/>
                          <a:latin typeface="Cambria Math" panose="02040503050406030204" pitchFamily="18" charset="0"/>
                          <a:ea typeface="宋体" panose="02010600030101010101" pitchFamily="2" charset="-122"/>
                        </a:rPr>
                        <m:t>𝒙𝑷𝒙</m:t>
                      </m:r>
                      <m:r>
                        <a:rPr lang="en-US" altLang="zh-CN" b="1" i="1" kern="100">
                          <a:effectLst/>
                          <a:latin typeface="Cambria Math" panose="02040503050406030204" pitchFamily="18" charset="0"/>
                          <a:ea typeface="宋体" panose="02010600030101010101" pitchFamily="2" charset="-122"/>
                        </a:rPr>
                        <m:t>=</m:t>
                      </m:r>
                      <m:sSub>
                        <m:sSubPr>
                          <m:ctrlPr>
                            <a:rPr lang="zh-CN" altLang="zh-CN" b="1" i="1" kern="100">
                              <a:effectLst/>
                              <a:latin typeface="Cambria Math" panose="02040503050406030204" pitchFamily="18" charset="0"/>
                              <a:ea typeface="Cambria Math" panose="02040503050406030204" pitchFamily="18" charset="0"/>
                            </a:rPr>
                          </m:ctrlPr>
                        </m:sSubPr>
                        <m:e>
                          <m:r>
                            <a:rPr lang="en-US" altLang="zh-CN" i="1" kern="100">
                              <a:effectLst/>
                              <a:latin typeface="Cambria Math" panose="02040503050406030204" pitchFamily="18" charset="0"/>
                              <a:ea typeface="宋体" panose="02010600030101010101" pitchFamily="2" charset="-122"/>
                            </a:rPr>
                            <m:t>𝑝</m:t>
                          </m:r>
                        </m:e>
                        <m:sub>
                          <m:r>
                            <a:rPr lang="en-US" altLang="zh-CN" b="1" i="1" kern="100">
                              <a:effectLst/>
                              <a:latin typeface="Cambria Math" panose="02040503050406030204" pitchFamily="18" charset="0"/>
                              <a:ea typeface="宋体" panose="02010600030101010101" pitchFamily="2" charset="-122"/>
                            </a:rPr>
                            <m:t>𝟏𝟏</m:t>
                          </m:r>
                        </m:sub>
                      </m:sSub>
                      <m:sSubSup>
                        <m:sSubSupPr>
                          <m:ctrlPr>
                            <a:rPr lang="zh-CN" altLang="zh-CN" i="1" kern="100">
                              <a:effectLst/>
                              <a:latin typeface="Cambria Math" panose="02040503050406030204" pitchFamily="18" charset="0"/>
                              <a:ea typeface="Cambria Math" panose="02040503050406030204" pitchFamily="18" charset="0"/>
                            </a:rPr>
                          </m:ctrlPr>
                        </m:sSubSupPr>
                        <m:e>
                          <m:r>
                            <a:rPr lang="en-US" altLang="zh-CN" i="1" kern="100">
                              <a:effectLst/>
                              <a:latin typeface="Cambria Math" panose="02040503050406030204" pitchFamily="18" charset="0"/>
                              <a:ea typeface="宋体" panose="02010600030101010101" pitchFamily="2" charset="-122"/>
                            </a:rPr>
                            <m:t>𝑥</m:t>
                          </m:r>
                        </m:e>
                        <m:sub>
                          <m:r>
                            <a:rPr lang="en-US" altLang="zh-CN" i="1" kern="100">
                              <a:effectLst/>
                              <a:latin typeface="Cambria Math" panose="02040503050406030204" pitchFamily="18" charset="0"/>
                              <a:ea typeface="宋体" panose="02010600030101010101" pitchFamily="2" charset="-122"/>
                            </a:rPr>
                            <m:t>1</m:t>
                          </m:r>
                        </m:sub>
                        <m:sup>
                          <m:r>
                            <a:rPr lang="en-US" altLang="zh-CN" i="1" kern="100">
                              <a:effectLst/>
                              <a:latin typeface="Cambria Math" panose="02040503050406030204" pitchFamily="18" charset="0"/>
                              <a:ea typeface="宋体" panose="02010600030101010101" pitchFamily="2" charset="-122"/>
                            </a:rPr>
                            <m:t>2</m:t>
                          </m:r>
                        </m:sup>
                      </m:sSubSup>
                      <m:r>
                        <a:rPr lang="en-US" altLang="zh-CN" i="1" kern="100">
                          <a:effectLst/>
                          <a:latin typeface="Cambria Math" panose="02040503050406030204" pitchFamily="18" charset="0"/>
                          <a:ea typeface="宋体" panose="02010600030101010101" pitchFamily="2" charset="-122"/>
                        </a:rPr>
                        <m:t>+2</m:t>
                      </m:r>
                      <m:sSub>
                        <m:sSubPr>
                          <m:ctrlPr>
                            <a:rPr lang="zh-CN" altLang="zh-CN" b="1" i="1" kern="100">
                              <a:effectLst/>
                              <a:latin typeface="Cambria Math" panose="02040503050406030204" pitchFamily="18" charset="0"/>
                              <a:ea typeface="Cambria Math" panose="02040503050406030204" pitchFamily="18" charset="0"/>
                            </a:rPr>
                          </m:ctrlPr>
                        </m:sSubPr>
                        <m:e>
                          <m:r>
                            <a:rPr lang="en-US" altLang="zh-CN" i="1" kern="100">
                              <a:effectLst/>
                              <a:latin typeface="Cambria Math" panose="02040503050406030204" pitchFamily="18" charset="0"/>
                              <a:ea typeface="宋体" panose="02010600030101010101" pitchFamily="2" charset="-122"/>
                            </a:rPr>
                            <m:t>𝑝</m:t>
                          </m:r>
                        </m:e>
                        <m:sub>
                          <m:r>
                            <a:rPr lang="en-US" altLang="zh-CN" b="1" i="1" kern="100">
                              <a:effectLst/>
                              <a:latin typeface="Cambria Math" panose="02040503050406030204" pitchFamily="18" charset="0"/>
                              <a:ea typeface="宋体" panose="02010600030101010101" pitchFamily="2" charset="-122"/>
                            </a:rPr>
                            <m:t>𝟏𝟐</m:t>
                          </m:r>
                        </m:sub>
                      </m:sSub>
                      <m:sSub>
                        <m:sSubPr>
                          <m:ctrlPr>
                            <a:rPr lang="zh-CN" altLang="zh-CN" i="1" kern="100">
                              <a:effectLst/>
                              <a:latin typeface="Cambria Math" panose="02040503050406030204" pitchFamily="18" charset="0"/>
                              <a:ea typeface="Cambria Math" panose="02040503050406030204" pitchFamily="18" charset="0"/>
                            </a:rPr>
                          </m:ctrlPr>
                        </m:sSubPr>
                        <m:e>
                          <m:r>
                            <a:rPr lang="en-US" altLang="zh-CN" i="1" kern="100">
                              <a:effectLst/>
                              <a:latin typeface="Cambria Math" panose="02040503050406030204" pitchFamily="18" charset="0"/>
                              <a:ea typeface="宋体" panose="02010600030101010101" pitchFamily="2" charset="-122"/>
                            </a:rPr>
                            <m:t>𝑥</m:t>
                          </m:r>
                        </m:e>
                        <m:sub>
                          <m:r>
                            <a:rPr lang="en-US" altLang="zh-CN" i="1" kern="100">
                              <a:effectLst/>
                              <a:latin typeface="Cambria Math" panose="02040503050406030204" pitchFamily="18" charset="0"/>
                              <a:ea typeface="宋体" panose="02010600030101010101" pitchFamily="2" charset="-122"/>
                            </a:rPr>
                            <m:t>1</m:t>
                          </m:r>
                        </m:sub>
                      </m:sSub>
                      <m:sSub>
                        <m:sSubPr>
                          <m:ctrlPr>
                            <a:rPr lang="zh-CN" altLang="zh-CN" i="1" kern="100">
                              <a:effectLst/>
                              <a:latin typeface="Cambria Math" panose="02040503050406030204" pitchFamily="18" charset="0"/>
                              <a:ea typeface="Cambria Math" panose="02040503050406030204" pitchFamily="18" charset="0"/>
                            </a:rPr>
                          </m:ctrlPr>
                        </m:sSubPr>
                        <m:e>
                          <m:r>
                            <a:rPr lang="en-US" altLang="zh-CN" i="1" kern="100">
                              <a:effectLst/>
                              <a:latin typeface="Cambria Math" panose="02040503050406030204" pitchFamily="18" charset="0"/>
                              <a:ea typeface="宋体" panose="02010600030101010101" pitchFamily="2" charset="-122"/>
                            </a:rPr>
                            <m:t>𝑥</m:t>
                          </m:r>
                        </m:e>
                        <m:sub>
                          <m:r>
                            <a:rPr lang="en-US" altLang="zh-CN" i="1" kern="100">
                              <a:effectLst/>
                              <a:latin typeface="Cambria Math" panose="02040503050406030204" pitchFamily="18" charset="0"/>
                              <a:ea typeface="宋体" panose="02010600030101010101" pitchFamily="2" charset="-122"/>
                            </a:rPr>
                            <m:t>2</m:t>
                          </m:r>
                        </m:sub>
                      </m:sSub>
                      <m:r>
                        <a:rPr lang="en-US" altLang="zh-CN" i="1" kern="100">
                          <a:effectLst/>
                          <a:latin typeface="Cambria Math" panose="02040503050406030204" pitchFamily="18" charset="0"/>
                          <a:ea typeface="宋体" panose="02010600030101010101" pitchFamily="2" charset="-122"/>
                        </a:rPr>
                        <m:t>+</m:t>
                      </m:r>
                      <m:sSub>
                        <m:sSubPr>
                          <m:ctrlPr>
                            <a:rPr lang="zh-CN" altLang="zh-CN" b="1" i="1" kern="100">
                              <a:effectLst/>
                              <a:latin typeface="Cambria Math" panose="02040503050406030204" pitchFamily="18" charset="0"/>
                              <a:ea typeface="Cambria Math" panose="02040503050406030204" pitchFamily="18" charset="0"/>
                            </a:rPr>
                          </m:ctrlPr>
                        </m:sSubPr>
                        <m:e>
                          <m:r>
                            <a:rPr lang="en-US" altLang="zh-CN" i="1" kern="100">
                              <a:effectLst/>
                              <a:latin typeface="Cambria Math" panose="02040503050406030204" pitchFamily="18" charset="0"/>
                              <a:ea typeface="宋体" panose="02010600030101010101" pitchFamily="2" charset="-122"/>
                            </a:rPr>
                            <m:t>𝑝</m:t>
                          </m:r>
                        </m:e>
                        <m:sub>
                          <m:r>
                            <a:rPr lang="en-US" altLang="zh-CN" b="1" i="1" kern="100">
                              <a:effectLst/>
                              <a:latin typeface="Cambria Math" panose="02040503050406030204" pitchFamily="18" charset="0"/>
                              <a:ea typeface="宋体" panose="02010600030101010101" pitchFamily="2" charset="-122"/>
                            </a:rPr>
                            <m:t>𝟐𝟐</m:t>
                          </m:r>
                        </m:sub>
                      </m:sSub>
                      <m:sSubSup>
                        <m:sSubSupPr>
                          <m:ctrlPr>
                            <a:rPr lang="zh-CN" altLang="zh-CN" i="1" kern="100">
                              <a:effectLst/>
                              <a:latin typeface="Cambria Math" panose="02040503050406030204" pitchFamily="18" charset="0"/>
                              <a:ea typeface="Cambria Math" panose="02040503050406030204" pitchFamily="18" charset="0"/>
                            </a:rPr>
                          </m:ctrlPr>
                        </m:sSubSupPr>
                        <m:e>
                          <m:r>
                            <a:rPr lang="en-US" altLang="zh-CN" i="1" kern="100">
                              <a:effectLst/>
                              <a:latin typeface="Cambria Math" panose="02040503050406030204" pitchFamily="18" charset="0"/>
                              <a:ea typeface="宋体" panose="02010600030101010101" pitchFamily="2" charset="-122"/>
                            </a:rPr>
                            <m:t>𝑥</m:t>
                          </m:r>
                        </m:e>
                        <m:sub>
                          <m:r>
                            <a:rPr lang="en-US" altLang="zh-CN" i="1" kern="100">
                              <a:effectLst/>
                              <a:latin typeface="Cambria Math" panose="02040503050406030204" pitchFamily="18" charset="0"/>
                              <a:ea typeface="宋体" panose="02010600030101010101" pitchFamily="2" charset="-122"/>
                            </a:rPr>
                            <m:t>2</m:t>
                          </m:r>
                        </m:sub>
                        <m:sup>
                          <m:r>
                            <a:rPr lang="en-US" altLang="zh-CN" i="1" kern="100">
                              <a:effectLst/>
                              <a:latin typeface="Cambria Math" panose="02040503050406030204" pitchFamily="18" charset="0"/>
                              <a:ea typeface="宋体" panose="02010600030101010101" pitchFamily="2" charset="-122"/>
                            </a:rPr>
                            <m:t>2</m:t>
                          </m:r>
                        </m:sup>
                      </m:sSubSup>
                    </m:oMath>
                  </m:oMathPara>
                </a14:m>
                <a:endParaRPr lang="zh-CN" altLang="zh-CN" kern="100" dirty="0">
                  <a:effectLst/>
                  <a:latin typeface="华文楷体" panose="02010600040101010101" pitchFamily="2" charset="-122"/>
                  <a:ea typeface="华文楷体" panose="02010600040101010101" pitchFamily="2" charset="-122"/>
                </a:endParaRPr>
              </a:p>
              <a:p>
                <a:pPr algn="just">
                  <a:lnSpc>
                    <a:spcPct val="150000"/>
                  </a:lnSpc>
                  <a:buNone/>
                </a:pPr>
                <a14:m>
                  <m:oMathPara xmlns:m="http://schemas.openxmlformats.org/officeDocument/2006/math">
                    <m:oMathParaPr>
                      <m:jc m:val="centerGroup"/>
                    </m:oMathParaPr>
                    <m:oMath xmlns:m="http://schemas.openxmlformats.org/officeDocument/2006/math">
                      <m:acc>
                        <m:accPr>
                          <m:chr m:val="̇"/>
                          <m:ctrlPr>
                            <a:rPr lang="zh-CN" altLang="zh-CN" i="1" kern="100" smtClean="0">
                              <a:effectLst/>
                              <a:latin typeface="Cambria Math" panose="02040503050406030204" pitchFamily="18" charset="0"/>
                            </a:rPr>
                          </m:ctrlPr>
                        </m:accPr>
                        <m:e>
                          <m:r>
                            <a:rPr lang="en-US" altLang="zh-CN" i="1" kern="100">
                              <a:effectLst/>
                              <a:latin typeface="Cambria Math" panose="02040503050406030204" pitchFamily="18" charset="0"/>
                            </a:rPr>
                            <m:t>𝑉</m:t>
                          </m:r>
                        </m:e>
                      </m:acc>
                      <m:d>
                        <m:dPr>
                          <m:ctrlPr>
                            <a:rPr lang="zh-CN" altLang="zh-CN" i="1" kern="100">
                              <a:effectLst/>
                              <a:latin typeface="Cambria Math" panose="02040503050406030204" pitchFamily="18" charset="0"/>
                            </a:rPr>
                          </m:ctrlPr>
                        </m:dPr>
                        <m:e>
                          <m:r>
                            <a:rPr lang="en-US" altLang="zh-CN" b="1" i="1" kern="100">
                              <a:effectLst/>
                              <a:latin typeface="Cambria Math" panose="02040503050406030204" pitchFamily="18" charset="0"/>
                            </a:rPr>
                            <m:t>𝒙</m:t>
                          </m:r>
                        </m:e>
                      </m:d>
                      <m:r>
                        <a:rPr lang="en-US" altLang="zh-CN" i="1" kern="100">
                          <a:effectLst/>
                          <a:latin typeface="Cambria Math" panose="02040503050406030204" pitchFamily="18" charset="0"/>
                        </a:rPr>
                        <m:t>=−2</m:t>
                      </m:r>
                      <m:sSub>
                        <m:sSubPr>
                          <m:ctrlPr>
                            <a:rPr lang="zh-CN" altLang="zh-CN" b="1" i="1" kern="100">
                              <a:effectLst/>
                              <a:latin typeface="Cambria Math" panose="02040503050406030204" pitchFamily="18" charset="0"/>
                            </a:rPr>
                          </m:ctrlPr>
                        </m:sSubPr>
                        <m:e>
                          <m:r>
                            <a:rPr lang="en-US" altLang="zh-CN" i="1" kern="100">
                              <a:effectLst/>
                              <a:latin typeface="Cambria Math" panose="02040503050406030204" pitchFamily="18" charset="0"/>
                            </a:rPr>
                            <m:t>𝑝</m:t>
                          </m:r>
                        </m:e>
                        <m:sub>
                          <m:r>
                            <a:rPr lang="en-US" altLang="zh-CN" b="1" i="1" kern="100">
                              <a:effectLst/>
                              <a:latin typeface="Cambria Math" panose="02040503050406030204" pitchFamily="18" charset="0"/>
                            </a:rPr>
                            <m:t>𝟏𝟐</m:t>
                          </m:r>
                        </m:sub>
                      </m:sSub>
                      <m:sSubSup>
                        <m:sSubSupPr>
                          <m:ctrlPr>
                            <a:rPr lang="zh-CN" altLang="zh-CN" i="1" kern="100">
                              <a:effectLst/>
                              <a:latin typeface="Cambria Math" panose="02040503050406030204" pitchFamily="18" charset="0"/>
                            </a:rPr>
                          </m:ctrlPr>
                        </m:sSubSupPr>
                        <m:e>
                          <m:r>
                            <a:rPr lang="en-US" altLang="zh-CN" i="1" kern="100">
                              <a:effectLst/>
                              <a:latin typeface="Cambria Math" panose="02040503050406030204" pitchFamily="18" charset="0"/>
                            </a:rPr>
                            <m:t>𝑥</m:t>
                          </m:r>
                        </m:e>
                        <m:sub>
                          <m:r>
                            <a:rPr lang="en-US" altLang="zh-CN" i="1" kern="100">
                              <a:effectLst/>
                              <a:latin typeface="Cambria Math" panose="02040503050406030204" pitchFamily="18" charset="0"/>
                            </a:rPr>
                            <m:t>1</m:t>
                          </m:r>
                        </m:sub>
                        <m:sup>
                          <m:r>
                            <a:rPr lang="en-US" altLang="zh-CN" i="1" kern="100">
                              <a:effectLst/>
                              <a:latin typeface="Cambria Math" panose="02040503050406030204" pitchFamily="18" charset="0"/>
                            </a:rPr>
                            <m:t>2</m:t>
                          </m:r>
                        </m:sup>
                      </m:sSubSup>
                      <m:r>
                        <a:rPr lang="en-US" altLang="zh-CN" i="1" kern="100">
                          <a:effectLst/>
                          <a:latin typeface="Cambria Math" panose="02040503050406030204" pitchFamily="18" charset="0"/>
                        </a:rPr>
                        <m:t>+2</m:t>
                      </m:r>
                      <m:d>
                        <m:dPr>
                          <m:ctrlPr>
                            <a:rPr lang="zh-CN" altLang="zh-CN" i="1" kern="100">
                              <a:effectLst/>
                              <a:latin typeface="Cambria Math" panose="02040503050406030204" pitchFamily="18" charset="0"/>
                            </a:rPr>
                          </m:ctrlPr>
                        </m:dPr>
                        <m:e>
                          <m:sSub>
                            <m:sSubPr>
                              <m:ctrlPr>
                                <a:rPr lang="zh-CN" altLang="zh-CN" b="1" i="1" kern="100">
                                  <a:effectLst/>
                                  <a:latin typeface="Cambria Math" panose="02040503050406030204" pitchFamily="18" charset="0"/>
                                </a:rPr>
                              </m:ctrlPr>
                            </m:sSubPr>
                            <m:e>
                              <m:r>
                                <a:rPr lang="en-US" altLang="zh-CN" i="1" kern="100">
                                  <a:effectLst/>
                                  <a:latin typeface="Cambria Math" panose="02040503050406030204" pitchFamily="18" charset="0"/>
                                </a:rPr>
                                <m:t>𝑝</m:t>
                              </m:r>
                            </m:e>
                            <m:sub>
                              <m:r>
                                <a:rPr lang="en-US" altLang="zh-CN" b="1" i="1" kern="100">
                                  <a:effectLst/>
                                  <a:latin typeface="Cambria Math" panose="02040503050406030204" pitchFamily="18" charset="0"/>
                                </a:rPr>
                                <m:t>𝟏𝟏</m:t>
                              </m:r>
                            </m:sub>
                          </m:sSub>
                          <m:r>
                            <a:rPr lang="en-US" altLang="zh-CN" i="1" kern="100">
                              <a:effectLst/>
                              <a:latin typeface="Cambria Math" panose="02040503050406030204" pitchFamily="18" charset="0"/>
                            </a:rPr>
                            <m:t>−</m:t>
                          </m:r>
                          <m:sSub>
                            <m:sSubPr>
                              <m:ctrlPr>
                                <a:rPr lang="zh-CN" altLang="zh-CN" b="1" i="1" kern="100">
                                  <a:effectLst/>
                                  <a:latin typeface="Cambria Math" panose="02040503050406030204" pitchFamily="18" charset="0"/>
                                </a:rPr>
                              </m:ctrlPr>
                            </m:sSubPr>
                            <m:e>
                              <m:r>
                                <a:rPr lang="en-US" altLang="zh-CN" i="1" kern="100">
                                  <a:effectLst/>
                                  <a:latin typeface="Cambria Math" panose="02040503050406030204" pitchFamily="18" charset="0"/>
                                </a:rPr>
                                <m:t>𝑝</m:t>
                              </m:r>
                            </m:e>
                            <m:sub>
                              <m:r>
                                <a:rPr lang="en-US" altLang="zh-CN" b="1" i="1" kern="100">
                                  <a:effectLst/>
                                  <a:latin typeface="Cambria Math" panose="02040503050406030204" pitchFamily="18" charset="0"/>
                                </a:rPr>
                                <m:t>𝟏𝟐</m:t>
                              </m:r>
                            </m:sub>
                          </m:sSub>
                          <m:r>
                            <a:rPr lang="en-US" altLang="zh-CN" i="1" kern="100">
                              <a:effectLst/>
                              <a:latin typeface="Cambria Math" panose="02040503050406030204" pitchFamily="18" charset="0"/>
                            </a:rPr>
                            <m:t>−</m:t>
                          </m:r>
                          <m:sSub>
                            <m:sSubPr>
                              <m:ctrlPr>
                                <a:rPr lang="zh-CN" altLang="zh-CN" b="1" i="1" kern="100">
                                  <a:effectLst/>
                                  <a:latin typeface="Cambria Math" panose="02040503050406030204" pitchFamily="18" charset="0"/>
                                </a:rPr>
                              </m:ctrlPr>
                            </m:sSubPr>
                            <m:e>
                              <m:r>
                                <a:rPr lang="en-US" altLang="zh-CN" i="1" kern="100">
                                  <a:effectLst/>
                                  <a:latin typeface="Cambria Math" panose="02040503050406030204" pitchFamily="18" charset="0"/>
                                </a:rPr>
                                <m:t>𝑝</m:t>
                              </m:r>
                            </m:e>
                            <m:sub>
                              <m:r>
                                <a:rPr lang="en-US" altLang="zh-CN" b="1" i="1" kern="100">
                                  <a:effectLst/>
                                  <a:latin typeface="Cambria Math" panose="02040503050406030204" pitchFamily="18" charset="0"/>
                                </a:rPr>
                                <m:t>𝟐𝟐</m:t>
                              </m:r>
                            </m:sub>
                          </m:sSub>
                        </m:e>
                      </m:d>
                      <m:sSub>
                        <m:sSubPr>
                          <m:ctrlPr>
                            <a:rPr lang="zh-CN" altLang="zh-CN" i="1" kern="100">
                              <a:effectLst/>
                              <a:latin typeface="Cambria Math" panose="02040503050406030204" pitchFamily="18" charset="0"/>
                            </a:rPr>
                          </m:ctrlPr>
                        </m:sSubPr>
                        <m:e>
                          <m:r>
                            <a:rPr lang="en-US" altLang="zh-CN" i="1" kern="100">
                              <a:effectLst/>
                              <a:latin typeface="Cambria Math" panose="02040503050406030204" pitchFamily="18" charset="0"/>
                            </a:rPr>
                            <m:t>𝑥</m:t>
                          </m:r>
                        </m:e>
                        <m:sub>
                          <m:r>
                            <a:rPr lang="en-US" altLang="zh-CN" i="1" kern="100">
                              <a:effectLst/>
                              <a:latin typeface="Cambria Math" panose="02040503050406030204" pitchFamily="18" charset="0"/>
                            </a:rPr>
                            <m:t>1</m:t>
                          </m:r>
                        </m:sub>
                      </m:sSub>
                      <m:sSub>
                        <m:sSubPr>
                          <m:ctrlPr>
                            <a:rPr lang="zh-CN" altLang="zh-CN" i="1" kern="100">
                              <a:effectLst/>
                              <a:latin typeface="Cambria Math" panose="02040503050406030204" pitchFamily="18" charset="0"/>
                            </a:rPr>
                          </m:ctrlPr>
                        </m:sSubPr>
                        <m:e>
                          <m:r>
                            <a:rPr lang="en-US" altLang="zh-CN" i="1" kern="100">
                              <a:effectLst/>
                              <a:latin typeface="Cambria Math" panose="02040503050406030204" pitchFamily="18" charset="0"/>
                            </a:rPr>
                            <m:t>𝑥</m:t>
                          </m:r>
                        </m:e>
                        <m:sub>
                          <m:r>
                            <a:rPr lang="en-US" altLang="zh-CN" i="1" kern="100">
                              <a:effectLst/>
                              <a:latin typeface="Cambria Math" panose="02040503050406030204" pitchFamily="18" charset="0"/>
                            </a:rPr>
                            <m:t>2</m:t>
                          </m:r>
                        </m:sub>
                      </m:sSub>
                      <m:r>
                        <a:rPr lang="en-US" altLang="zh-CN" i="1" kern="100">
                          <a:effectLst/>
                          <a:latin typeface="Cambria Math" panose="02040503050406030204" pitchFamily="18" charset="0"/>
                        </a:rPr>
                        <m:t>−2</m:t>
                      </m:r>
                      <m:d>
                        <m:dPr>
                          <m:ctrlPr>
                            <a:rPr lang="zh-CN" altLang="zh-CN" i="1" kern="100">
                              <a:effectLst/>
                              <a:latin typeface="Cambria Math" panose="02040503050406030204" pitchFamily="18" charset="0"/>
                            </a:rPr>
                          </m:ctrlPr>
                        </m:dPr>
                        <m:e>
                          <m:sSub>
                            <m:sSubPr>
                              <m:ctrlPr>
                                <a:rPr lang="zh-CN" altLang="zh-CN" b="1" i="1" kern="100">
                                  <a:effectLst/>
                                  <a:latin typeface="Cambria Math" panose="02040503050406030204" pitchFamily="18" charset="0"/>
                                </a:rPr>
                              </m:ctrlPr>
                            </m:sSubPr>
                            <m:e>
                              <m:r>
                                <a:rPr lang="en-US" altLang="zh-CN" i="1" kern="100">
                                  <a:effectLst/>
                                  <a:latin typeface="Cambria Math" panose="02040503050406030204" pitchFamily="18" charset="0"/>
                                </a:rPr>
                                <m:t>𝑝</m:t>
                              </m:r>
                            </m:e>
                            <m:sub>
                              <m:r>
                                <a:rPr lang="en-US" altLang="zh-CN" b="1" i="1" kern="100">
                                  <a:effectLst/>
                                  <a:latin typeface="Cambria Math" panose="02040503050406030204" pitchFamily="18" charset="0"/>
                                </a:rPr>
                                <m:t>𝟐𝟐</m:t>
                              </m:r>
                            </m:sub>
                          </m:sSub>
                          <m:r>
                            <a:rPr lang="en-US" altLang="zh-CN" i="1" kern="100">
                              <a:effectLst/>
                              <a:latin typeface="Cambria Math" panose="02040503050406030204" pitchFamily="18" charset="0"/>
                            </a:rPr>
                            <m:t>−</m:t>
                          </m:r>
                          <m:sSub>
                            <m:sSubPr>
                              <m:ctrlPr>
                                <a:rPr lang="zh-CN" altLang="zh-CN" b="1" i="1" kern="100">
                                  <a:effectLst/>
                                  <a:latin typeface="Cambria Math" panose="02040503050406030204" pitchFamily="18" charset="0"/>
                                </a:rPr>
                              </m:ctrlPr>
                            </m:sSubPr>
                            <m:e>
                              <m:r>
                                <a:rPr lang="en-US" altLang="zh-CN" i="1" kern="100">
                                  <a:effectLst/>
                                  <a:latin typeface="Cambria Math" panose="02040503050406030204" pitchFamily="18" charset="0"/>
                                </a:rPr>
                                <m:t>𝑝</m:t>
                              </m:r>
                            </m:e>
                            <m:sub>
                              <m:r>
                                <a:rPr lang="en-US" altLang="zh-CN" b="1" i="1" kern="100">
                                  <a:effectLst/>
                                  <a:latin typeface="Cambria Math" panose="02040503050406030204" pitchFamily="18" charset="0"/>
                                </a:rPr>
                                <m:t>𝟏𝟏</m:t>
                              </m:r>
                            </m:sub>
                          </m:sSub>
                        </m:e>
                      </m:d>
                      <m:sSubSup>
                        <m:sSubSupPr>
                          <m:ctrlPr>
                            <a:rPr lang="zh-CN" altLang="zh-CN" i="1" kern="100">
                              <a:effectLst/>
                              <a:latin typeface="Cambria Math" panose="02040503050406030204" pitchFamily="18" charset="0"/>
                            </a:rPr>
                          </m:ctrlPr>
                        </m:sSubSupPr>
                        <m:e>
                          <m:r>
                            <a:rPr lang="en-US" altLang="zh-CN" i="1" kern="100">
                              <a:effectLst/>
                              <a:latin typeface="Cambria Math" panose="02040503050406030204" pitchFamily="18" charset="0"/>
                            </a:rPr>
                            <m:t>𝑥</m:t>
                          </m:r>
                        </m:e>
                        <m:sub>
                          <m:r>
                            <a:rPr lang="en-US" altLang="zh-CN" i="1" kern="100">
                              <a:effectLst/>
                              <a:latin typeface="Cambria Math" panose="02040503050406030204" pitchFamily="18" charset="0"/>
                            </a:rPr>
                            <m:t>2</m:t>
                          </m:r>
                        </m:sub>
                        <m:sup>
                          <m:r>
                            <a:rPr lang="en-US" altLang="zh-CN" i="1" kern="100">
                              <a:effectLst/>
                              <a:latin typeface="Cambria Math" panose="02040503050406030204" pitchFamily="18" charset="0"/>
                            </a:rPr>
                            <m:t>2</m:t>
                          </m:r>
                        </m:sup>
                      </m:sSubSup>
                      <m:r>
                        <a:rPr lang="en-US" altLang="zh-CN" i="1" kern="100">
                          <a:effectLst/>
                          <a:latin typeface="Cambria Math" panose="02040503050406030204" pitchFamily="18" charset="0"/>
                        </a:rPr>
                        <m:t>+</m:t>
                      </m:r>
                      <m:r>
                        <a:rPr lang="zh-CN" altLang="zh-CN" kern="100">
                          <a:effectLst/>
                          <a:latin typeface="Cambria Math" panose="02040503050406030204" pitchFamily="18" charset="0"/>
                        </a:rPr>
                        <m:t>高阶项</m:t>
                      </m:r>
                    </m:oMath>
                  </m:oMathPara>
                </a14:m>
                <a:endParaRPr lang="zh-CN" altLang="zh-CN" kern="100" dirty="0">
                  <a:effectLst/>
                  <a:latin typeface="+mn-ea"/>
                </a:endParaRPr>
              </a:p>
              <a:p>
                <a:pPr>
                  <a:buNone/>
                </a:pPr>
                <a14:m>
                  <m:oMath xmlns:m="http://schemas.openxmlformats.org/officeDocument/2006/math">
                    <m:acc>
                      <m:accPr>
                        <m:chr m:val="̇"/>
                        <m:ctrlPr>
                          <a:rPr lang="zh-CN" altLang="zh-CN" i="1">
                            <a:effectLst/>
                            <a:latin typeface="Cambria Math" panose="02040503050406030204" pitchFamily="18" charset="0"/>
                            <a:ea typeface="Cambria Math" panose="02040503050406030204" pitchFamily="18" charset="0"/>
                          </a:rPr>
                        </m:ctrlPr>
                      </m:accPr>
                      <m:e>
                        <m:r>
                          <a:rPr lang="en-US" altLang="zh-CN" i="1">
                            <a:effectLst/>
                            <a:latin typeface="Cambria Math" panose="02040503050406030204" pitchFamily="18" charset="0"/>
                            <a:ea typeface="宋体" panose="02010600030101010101" pitchFamily="2" charset="-122"/>
                          </a:rPr>
                          <m:t>𝑉</m:t>
                        </m:r>
                      </m:e>
                    </m:acc>
                  </m:oMath>
                </a14:m>
                <a:r>
                  <a:rPr lang="zh-CN" altLang="zh-CN" dirty="0">
                    <a:effectLst/>
                    <a:latin typeface="华文楷体" panose="02010600040101010101" pitchFamily="2" charset="-122"/>
                    <a:ea typeface="华文楷体" panose="02010600040101010101" pitchFamily="2" charset="-122"/>
                  </a:rPr>
                  <a:t>由二次项主导，</a:t>
                </a:r>
                <a:r>
                  <a:rPr lang="zh-CN" altLang="en-US" dirty="0">
                    <a:effectLst/>
                    <a:latin typeface="华文楷体" panose="02010600040101010101" pitchFamily="2" charset="-122"/>
                    <a:ea typeface="华文楷体" panose="02010600040101010101" pitchFamily="2" charset="-122"/>
                  </a:rPr>
                  <a:t>取</a:t>
                </a:r>
                <a:r>
                  <a:rPr lang="zh-CN" altLang="zh-CN" dirty="0">
                    <a:effectLst/>
                    <a:latin typeface="华文楷体" panose="02010600040101010101" pitchFamily="2" charset="-122"/>
                    <a:ea typeface="华文楷体" panose="02010600040101010101" pitchFamily="2" charset="-122"/>
                  </a:rPr>
                  <a:t>：</a:t>
                </a:r>
                <a14:m>
                  <m:oMath xmlns:m="http://schemas.openxmlformats.org/officeDocument/2006/math">
                    <m:sSub>
                      <m:sSubPr>
                        <m:ctrlPr>
                          <a:rPr lang="zh-CN" altLang="zh-CN" b="1" i="1">
                            <a:effectLst/>
                            <a:latin typeface="Cambria Math" panose="02040503050406030204" pitchFamily="18" charset="0"/>
                            <a:ea typeface="Cambria Math" panose="02040503050406030204" pitchFamily="18" charset="0"/>
                          </a:rPr>
                        </m:ctrlPr>
                      </m:sSubPr>
                      <m:e>
                        <m:r>
                          <a:rPr lang="en-US" altLang="zh-CN" i="1">
                            <a:effectLst/>
                            <a:latin typeface="Cambria Math" panose="02040503050406030204" pitchFamily="18" charset="0"/>
                            <a:ea typeface="宋体" panose="02010600030101010101" pitchFamily="2" charset="-122"/>
                          </a:rPr>
                          <m:t>𝑝</m:t>
                        </m:r>
                      </m:e>
                      <m:sub>
                        <m:r>
                          <a:rPr lang="en-US" altLang="zh-CN" b="1" i="1">
                            <a:effectLst/>
                            <a:latin typeface="Cambria Math" panose="02040503050406030204" pitchFamily="18" charset="0"/>
                            <a:ea typeface="宋体" panose="02010600030101010101" pitchFamily="2" charset="-122"/>
                          </a:rPr>
                          <m:t>𝟏𝟏</m:t>
                        </m:r>
                      </m:sub>
                    </m:sSub>
                    <m:r>
                      <a:rPr lang="en-US" altLang="zh-CN" b="1" i="1">
                        <a:effectLst/>
                        <a:latin typeface="Cambria Math" panose="02040503050406030204" pitchFamily="18" charset="0"/>
                        <a:ea typeface="宋体" panose="02010600030101010101" pitchFamily="2" charset="-122"/>
                      </a:rPr>
                      <m:t>=</m:t>
                    </m:r>
                    <m:r>
                      <a:rPr lang="en-US" altLang="zh-CN" i="1">
                        <a:effectLst/>
                        <a:latin typeface="Cambria Math" panose="02040503050406030204" pitchFamily="18" charset="0"/>
                        <a:ea typeface="宋体" panose="02010600030101010101" pitchFamily="2" charset="-122"/>
                      </a:rPr>
                      <m:t>1</m:t>
                    </m:r>
                  </m:oMath>
                </a14:m>
                <a:r>
                  <a:rPr lang="zh-CN" altLang="zh-CN" dirty="0">
                    <a:effectLst/>
                    <a:latin typeface="华文楷体" panose="02010600040101010101" pitchFamily="2" charset="-122"/>
                    <a:ea typeface="华文楷体" panose="02010600040101010101" pitchFamily="2" charset="-122"/>
                  </a:rPr>
                  <a:t>，</a:t>
                </a:r>
                <a14:m>
                  <m:oMath xmlns:m="http://schemas.openxmlformats.org/officeDocument/2006/math">
                    <m:sSub>
                      <m:sSubPr>
                        <m:ctrlPr>
                          <a:rPr lang="zh-CN" altLang="zh-CN" b="1" i="1">
                            <a:effectLst/>
                            <a:latin typeface="Cambria Math" panose="02040503050406030204" pitchFamily="18" charset="0"/>
                            <a:ea typeface="Cambria Math" panose="02040503050406030204" pitchFamily="18" charset="0"/>
                          </a:rPr>
                        </m:ctrlPr>
                      </m:sSubPr>
                      <m:e>
                        <m:r>
                          <a:rPr lang="en-US" altLang="zh-CN" i="1">
                            <a:effectLst/>
                            <a:latin typeface="Cambria Math" panose="02040503050406030204" pitchFamily="18" charset="0"/>
                            <a:ea typeface="宋体" panose="02010600030101010101" pitchFamily="2" charset="-122"/>
                          </a:rPr>
                          <m:t>𝑝</m:t>
                        </m:r>
                      </m:e>
                      <m:sub>
                        <m:r>
                          <a:rPr lang="en-US" altLang="zh-CN" b="1" i="1">
                            <a:effectLst/>
                            <a:latin typeface="Cambria Math" panose="02040503050406030204" pitchFamily="18" charset="0"/>
                            <a:ea typeface="宋体" panose="02010600030101010101" pitchFamily="2" charset="-122"/>
                          </a:rPr>
                          <m:t>𝟐𝟐</m:t>
                        </m:r>
                      </m:sub>
                    </m:sSub>
                    <m:r>
                      <a:rPr lang="en-US" altLang="zh-CN" b="1" i="1">
                        <a:effectLst/>
                        <a:latin typeface="Cambria Math" panose="02040503050406030204" pitchFamily="18" charset="0"/>
                        <a:ea typeface="宋体" panose="02010600030101010101" pitchFamily="2" charset="-122"/>
                      </a:rPr>
                      <m:t>=</m:t>
                    </m:r>
                    <m:r>
                      <a:rPr lang="en-US" altLang="zh-CN" b="1" i="1">
                        <a:effectLst/>
                        <a:latin typeface="Cambria Math" panose="02040503050406030204" pitchFamily="18" charset="0"/>
                        <a:ea typeface="宋体" panose="02010600030101010101" pitchFamily="2" charset="-122"/>
                      </a:rPr>
                      <m:t>𝟐</m:t>
                    </m:r>
                  </m:oMath>
                </a14:m>
                <a:r>
                  <a:rPr lang="zh-CN" altLang="zh-CN" dirty="0">
                    <a:effectLst/>
                    <a:latin typeface="华文楷体" panose="02010600040101010101" pitchFamily="2" charset="-122"/>
                    <a:ea typeface="华文楷体" panose="02010600040101010101" pitchFamily="2" charset="-122"/>
                  </a:rPr>
                  <a:t>，</a:t>
                </a:r>
                <a14:m>
                  <m:oMath xmlns:m="http://schemas.openxmlformats.org/officeDocument/2006/math">
                    <m:sSub>
                      <m:sSubPr>
                        <m:ctrlPr>
                          <a:rPr lang="zh-CN" altLang="zh-CN" b="1" i="1">
                            <a:effectLst/>
                            <a:latin typeface="Cambria Math" panose="02040503050406030204" pitchFamily="18" charset="0"/>
                            <a:ea typeface="Cambria Math" panose="02040503050406030204" pitchFamily="18" charset="0"/>
                          </a:rPr>
                        </m:ctrlPr>
                      </m:sSubPr>
                      <m:e>
                        <m:r>
                          <a:rPr lang="en-US" altLang="zh-CN" i="1">
                            <a:effectLst/>
                            <a:latin typeface="Cambria Math" panose="02040503050406030204" pitchFamily="18" charset="0"/>
                            <a:ea typeface="宋体" panose="02010600030101010101" pitchFamily="2" charset="-122"/>
                          </a:rPr>
                          <m:t>𝑝</m:t>
                        </m:r>
                      </m:e>
                      <m:sub>
                        <m:r>
                          <a:rPr lang="en-US" altLang="zh-CN" b="1" i="1">
                            <a:effectLst/>
                            <a:latin typeface="Cambria Math" panose="02040503050406030204" pitchFamily="18" charset="0"/>
                            <a:ea typeface="宋体" panose="02010600030101010101" pitchFamily="2" charset="-122"/>
                          </a:rPr>
                          <m:t>𝟏𝟐</m:t>
                        </m:r>
                      </m:sub>
                    </m:sSub>
                    <m:r>
                      <a:rPr lang="en-US" altLang="zh-CN" b="1" i="1">
                        <a:effectLst/>
                        <a:latin typeface="Cambria Math" panose="02040503050406030204" pitchFamily="18" charset="0"/>
                        <a:ea typeface="宋体" panose="02010600030101010101" pitchFamily="2" charset="-122"/>
                      </a:rPr>
                      <m:t>=</m:t>
                    </m:r>
                    <m:r>
                      <a:rPr lang="en-US" altLang="zh-CN" b="1" i="1">
                        <a:effectLst/>
                        <a:latin typeface="Cambria Math" panose="02040503050406030204" pitchFamily="18" charset="0"/>
                        <a:ea typeface="宋体" panose="02010600030101010101" pitchFamily="2" charset="-122"/>
                      </a:rPr>
                      <m:t>𝟑</m:t>
                    </m:r>
                  </m:oMath>
                </a14:m>
                <a:r>
                  <a:rPr lang="zh-CN" altLang="en-US" dirty="0">
                    <a:effectLst/>
                    <a:latin typeface="华文楷体" panose="02010600040101010101" pitchFamily="2" charset="-122"/>
                    <a:ea typeface="华文楷体" panose="02010600040101010101" pitchFamily="2" charset="-122"/>
                  </a:rPr>
                  <a:t>，</a:t>
                </a:r>
                <a:r>
                  <a:rPr lang="zh-CN" altLang="zh-CN" dirty="0">
                    <a:effectLst/>
                    <a:latin typeface="华文楷体" panose="02010600040101010101" pitchFamily="2" charset="-122"/>
                    <a:ea typeface="华文楷体" panose="02010600040101010101" pitchFamily="2" charset="-122"/>
                  </a:rPr>
                  <a:t>系统局部</a:t>
                </a:r>
                <a:r>
                  <a:rPr lang="zh-CN" altLang="en-US" dirty="0">
                    <a:effectLst/>
                    <a:latin typeface="华文楷体" panose="02010600040101010101" pitchFamily="2" charset="-122"/>
                    <a:ea typeface="华文楷体" panose="02010600040101010101" pitchFamily="2" charset="-122"/>
                  </a:rPr>
                  <a:t>渐进</a:t>
                </a:r>
                <a:r>
                  <a:rPr lang="zh-CN" altLang="zh-CN" dirty="0">
                    <a:effectLst/>
                    <a:latin typeface="华文楷体" panose="02010600040101010101" pitchFamily="2" charset="-122"/>
                    <a:ea typeface="华文楷体" panose="02010600040101010101" pitchFamily="2" charset="-122"/>
                  </a:rPr>
                  <a:t>稳定</a:t>
                </a:r>
                <a:endParaRPr lang="zh-CN" altLang="zh-CN" kern="100" dirty="0">
                  <a:effectLst/>
                  <a:latin typeface="华文楷体" panose="02010600040101010101" pitchFamily="2" charset="-122"/>
                  <a:ea typeface="华文楷体" panose="02010600040101010101" pitchFamily="2" charset="-122"/>
                </a:endParaRPr>
              </a:p>
            </p:txBody>
          </p:sp>
        </mc:Choice>
        <mc:Fallback>
          <p:sp>
            <p:nvSpPr>
              <p:cNvPr id="3" name="内容占位符 2">
                <a:extLst>
                  <a:ext uri="{FF2B5EF4-FFF2-40B4-BE49-F238E27FC236}">
                    <a16:creationId xmlns:a16="http://schemas.microsoft.com/office/drawing/2014/main" id="{21CB79C5-6EF2-7A66-4B9C-14D26EBFA849}"/>
                  </a:ext>
                </a:extLst>
              </p:cNvPr>
              <p:cNvSpPr>
                <a:spLocks noGrp="1" noRot="1" noChangeAspect="1" noMove="1" noResize="1" noEditPoints="1" noAdjustHandles="1" noChangeArrowheads="1" noChangeShapeType="1" noTextEdit="1"/>
              </p:cNvSpPr>
              <p:nvPr>
                <p:ph idx="1"/>
              </p:nvPr>
            </p:nvSpPr>
            <p:spPr>
              <a:xfrm>
                <a:off x="457200" y="1196752"/>
                <a:ext cx="8229600" cy="5554567"/>
              </a:xfrm>
              <a:blipFill>
                <a:blip r:embed="rId3"/>
                <a:stretch>
                  <a:fillRect/>
                </a:stretch>
              </a:blipFill>
            </p:spPr>
            <p:txBody>
              <a:bodyPr/>
              <a:lstStyle/>
              <a:p>
                <a:r>
                  <a:rPr lang="zh-CN" altLang="en-US">
                    <a:noFill/>
                  </a:rPr>
                  <a:t> </a:t>
                </a:r>
              </a:p>
            </p:txBody>
          </p:sp>
        </mc:Fallback>
      </mc:AlternateContent>
      <p:sp>
        <p:nvSpPr>
          <p:cNvPr id="4" name="灯片编号占位符 3">
            <a:extLst>
              <a:ext uri="{FF2B5EF4-FFF2-40B4-BE49-F238E27FC236}">
                <a16:creationId xmlns:a16="http://schemas.microsoft.com/office/drawing/2014/main" id="{133898F4-A902-2F0E-A847-717037A02681}"/>
              </a:ext>
            </a:extLst>
          </p:cNvPr>
          <p:cNvSpPr>
            <a:spLocks noGrp="1"/>
          </p:cNvSpPr>
          <p:nvPr>
            <p:ph type="sldNum" sz="quarter" idx="12"/>
          </p:nvPr>
        </p:nvSpPr>
        <p:spPr/>
        <p:txBody>
          <a:bodyPr/>
          <a:lstStyle/>
          <a:p>
            <a:fld id="{58C210BB-F110-452C-89E7-9EA0A8D47DCE}" type="slidenum">
              <a:rPr lang="zh-CN" altLang="en-US" smtClean="0"/>
              <a:pPr/>
              <a:t>68</a:t>
            </a:fld>
            <a:endParaRPr lang="zh-CN" altLang="en-US"/>
          </a:p>
        </p:txBody>
      </p:sp>
    </p:spTree>
    <p:extLst>
      <p:ext uri="{BB962C8B-B14F-4D97-AF65-F5344CB8AC3E}">
        <p14:creationId xmlns:p14="http://schemas.microsoft.com/office/powerpoint/2010/main" val="35537052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3" end="3"/>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990E1D-2F9E-8528-B8A6-681265907F0B}"/>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1774A314-DDA7-55CC-CB73-5574452BB410}"/>
              </a:ext>
            </a:extLst>
          </p:cNvPr>
          <p:cNvSpPr>
            <a:spLocks noGrp="1"/>
          </p:cNvSpPr>
          <p:nvPr>
            <p:ph type="title"/>
          </p:nvPr>
        </p:nvSpPr>
        <p:spPr/>
        <p:txBody>
          <a:bodyPr>
            <a:normAutofit fontScale="90000"/>
          </a:bodyPr>
          <a:lstStyle/>
          <a:p>
            <a:r>
              <a:rPr lang="zh-CN" altLang="en-US" dirty="0"/>
              <a:t>第</a:t>
            </a:r>
            <a:r>
              <a:rPr lang="en-US" altLang="zh-CN" dirty="0"/>
              <a:t>3</a:t>
            </a:r>
            <a:r>
              <a:rPr lang="zh-CN" altLang="en-US" dirty="0"/>
              <a:t>讲习题</a:t>
            </a:r>
          </a:p>
        </p:txBody>
      </p:sp>
      <p:sp>
        <p:nvSpPr>
          <p:cNvPr id="3" name="内容占位符 2">
            <a:extLst>
              <a:ext uri="{FF2B5EF4-FFF2-40B4-BE49-F238E27FC236}">
                <a16:creationId xmlns:a16="http://schemas.microsoft.com/office/drawing/2014/main" id="{8FD8411B-6821-F5F6-B0A0-9C235E117777}"/>
              </a:ext>
            </a:extLst>
          </p:cNvPr>
          <p:cNvSpPr>
            <a:spLocks noGrp="1"/>
          </p:cNvSpPr>
          <p:nvPr>
            <p:ph idx="1"/>
          </p:nvPr>
        </p:nvSpPr>
        <p:spPr>
          <a:xfrm>
            <a:off x="457200" y="1196752"/>
            <a:ext cx="8229600" cy="5554567"/>
          </a:xfrm>
        </p:spPr>
        <p:txBody>
          <a:bodyPr>
            <a:normAutofit/>
          </a:bodyPr>
          <a:lstStyle/>
          <a:p>
            <a:pPr>
              <a:lnSpc>
                <a:spcPct val="140000"/>
              </a:lnSpc>
            </a:pPr>
            <a:r>
              <a:rPr lang="en-US" altLang="zh-CN" b="1" dirty="0">
                <a:solidFill>
                  <a:srgbClr val="FFFF00"/>
                </a:solidFill>
              </a:rPr>
              <a:t>Lyapunov</a:t>
            </a:r>
            <a:r>
              <a:rPr lang="zh-CN" altLang="en-US" b="1" dirty="0">
                <a:solidFill>
                  <a:srgbClr val="FFFF00"/>
                </a:solidFill>
              </a:rPr>
              <a:t>理论的理解与体会</a:t>
            </a:r>
            <a:endParaRPr lang="en-US" altLang="zh-CN" b="1" dirty="0">
              <a:solidFill>
                <a:srgbClr val="FFFF00"/>
              </a:solidFill>
            </a:endParaRPr>
          </a:p>
          <a:p>
            <a:pPr>
              <a:lnSpc>
                <a:spcPct val="140000"/>
              </a:lnSpc>
            </a:pPr>
            <a:endParaRPr lang="en-US" altLang="zh-CN" b="1" dirty="0"/>
          </a:p>
          <a:p>
            <a:pPr>
              <a:lnSpc>
                <a:spcPct val="140000"/>
              </a:lnSpc>
            </a:pPr>
            <a:r>
              <a:rPr lang="zh-CN" altLang="en-US" b="1" dirty="0"/>
              <a:t>线性化系统可以和</a:t>
            </a:r>
            <a:r>
              <a:rPr lang="en-US" altLang="zh-CN" b="1" dirty="0"/>
              <a:t>Lyapunov</a:t>
            </a:r>
            <a:r>
              <a:rPr lang="zh-CN" altLang="en-US" b="1" dirty="0"/>
              <a:t>方程建立联系</a:t>
            </a:r>
            <a:endParaRPr lang="en-US" altLang="zh-CN" b="1" dirty="0"/>
          </a:p>
          <a:p>
            <a:pPr>
              <a:lnSpc>
                <a:spcPct val="140000"/>
              </a:lnSpc>
            </a:pPr>
            <a:endParaRPr lang="en-US" altLang="zh-CN" b="1" dirty="0"/>
          </a:p>
          <a:p>
            <a:pPr>
              <a:lnSpc>
                <a:spcPct val="140000"/>
              </a:lnSpc>
            </a:pPr>
            <a:r>
              <a:rPr lang="zh-CN" altLang="en-US" b="1" dirty="0"/>
              <a:t>根据系统方程形式，考虑次数匹配关系，构造易于利用系统方程的候选</a:t>
            </a:r>
            <a:r>
              <a:rPr lang="en-US" altLang="zh-CN" b="1" dirty="0"/>
              <a:t>Lyapunov</a:t>
            </a:r>
            <a:r>
              <a:rPr lang="zh-CN" altLang="en-US" b="1" dirty="0"/>
              <a:t>函数</a:t>
            </a:r>
            <a:endParaRPr lang="en-US" altLang="zh-CN" b="1" dirty="0"/>
          </a:p>
        </p:txBody>
      </p:sp>
      <p:sp>
        <p:nvSpPr>
          <p:cNvPr id="4" name="灯片编号占位符 3">
            <a:extLst>
              <a:ext uri="{FF2B5EF4-FFF2-40B4-BE49-F238E27FC236}">
                <a16:creationId xmlns:a16="http://schemas.microsoft.com/office/drawing/2014/main" id="{EB023A83-6664-4221-7EFD-EE5E09728D61}"/>
              </a:ext>
            </a:extLst>
          </p:cNvPr>
          <p:cNvSpPr>
            <a:spLocks noGrp="1"/>
          </p:cNvSpPr>
          <p:nvPr>
            <p:ph type="sldNum" sz="quarter" idx="12"/>
          </p:nvPr>
        </p:nvSpPr>
        <p:spPr/>
        <p:txBody>
          <a:bodyPr/>
          <a:lstStyle/>
          <a:p>
            <a:fld id="{58C210BB-F110-452C-89E7-9EA0A8D47DCE}" type="slidenum">
              <a:rPr lang="zh-CN" altLang="en-US" smtClean="0"/>
              <a:pPr/>
              <a:t>69</a:t>
            </a:fld>
            <a:endParaRPr lang="zh-CN" altLang="en-US"/>
          </a:p>
        </p:txBody>
      </p:sp>
    </p:spTree>
    <p:extLst>
      <p:ext uri="{BB962C8B-B14F-4D97-AF65-F5344CB8AC3E}">
        <p14:creationId xmlns:p14="http://schemas.microsoft.com/office/powerpoint/2010/main" val="1545073705"/>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2667FA-E9A4-5732-3AC4-54B02A810E04}"/>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8033E727-4738-45BC-ECE2-8D20AAE9337A}"/>
              </a:ext>
            </a:extLst>
          </p:cNvPr>
          <p:cNvSpPr>
            <a:spLocks noGrp="1"/>
          </p:cNvSpPr>
          <p:nvPr>
            <p:ph type="title"/>
          </p:nvPr>
        </p:nvSpPr>
        <p:spPr/>
        <p:txBody>
          <a:bodyPr>
            <a:normAutofit fontScale="90000"/>
          </a:bodyPr>
          <a:lstStyle/>
          <a:p>
            <a:r>
              <a:rPr lang="zh-CN" altLang="en-US" dirty="0"/>
              <a:t>第</a:t>
            </a:r>
            <a:r>
              <a:rPr lang="en-US" altLang="zh-CN" dirty="0"/>
              <a:t>3</a:t>
            </a:r>
            <a:r>
              <a:rPr lang="zh-CN" altLang="en-US" dirty="0"/>
              <a:t>讲第</a:t>
            </a:r>
            <a:r>
              <a:rPr lang="en-US" altLang="zh-CN" dirty="0"/>
              <a:t>1</a:t>
            </a:r>
            <a:r>
              <a:rPr lang="zh-CN" altLang="en-US" dirty="0"/>
              <a:t>题</a:t>
            </a:r>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A386390C-FD5C-A673-2764-7E14620AC40C}"/>
                  </a:ext>
                </a:extLst>
              </p:cNvPr>
              <p:cNvSpPr>
                <a:spLocks noGrp="1"/>
              </p:cNvSpPr>
              <p:nvPr>
                <p:ph idx="1"/>
              </p:nvPr>
            </p:nvSpPr>
            <p:spPr>
              <a:xfrm>
                <a:off x="457200" y="1196752"/>
                <a:ext cx="8229600" cy="5505800"/>
              </a:xfrm>
            </p:spPr>
            <p:txBody>
              <a:bodyPr>
                <a:normAutofit/>
              </a:bodyPr>
              <a:lstStyle/>
              <a:p>
                <a:r>
                  <a:rPr lang="zh-CN" altLang="en-US" sz="2800" b="1" dirty="0"/>
                  <a:t>系统 </a:t>
                </a:r>
                <a14:m>
                  <m:oMath xmlns:m="http://schemas.openxmlformats.org/officeDocument/2006/math">
                    <m:acc>
                      <m:accPr>
                        <m:chr m:val="̇"/>
                        <m:ctrlPr>
                          <a:rPr lang="zh-CN" altLang="zh-CN" sz="2800" i="1">
                            <a:latin typeface="Cambria Math" panose="02040503050406030204" pitchFamily="18" charset="0"/>
                          </a:rPr>
                        </m:ctrlPr>
                      </m:accPr>
                      <m:e>
                        <m:r>
                          <a:rPr lang="en-US" altLang="zh-CN" sz="2800" b="1" i="1">
                            <a:latin typeface="Cambria Math" panose="02040503050406030204" pitchFamily="18" charset="0"/>
                          </a:rPr>
                          <m:t>𝒙</m:t>
                        </m:r>
                      </m:e>
                    </m:acc>
                    <m:r>
                      <a:rPr lang="en-US" altLang="zh-CN" sz="2800" i="1">
                        <a:latin typeface="Cambria Math" panose="02040503050406030204" pitchFamily="18" charset="0"/>
                      </a:rPr>
                      <m:t>=</m:t>
                    </m:r>
                    <m:r>
                      <a:rPr lang="en-US" altLang="zh-CN" sz="2800" b="1" i="1">
                        <a:latin typeface="Cambria Math" panose="02040503050406030204" pitchFamily="18" charset="0"/>
                      </a:rPr>
                      <m:t>𝒇</m:t>
                    </m:r>
                    <m:d>
                      <m:dPr>
                        <m:ctrlPr>
                          <a:rPr lang="en-US" altLang="zh-CN" sz="2800" b="1" i="1">
                            <a:latin typeface="Cambria Math" panose="02040503050406030204" pitchFamily="18" charset="0"/>
                          </a:rPr>
                        </m:ctrlPr>
                      </m:dPr>
                      <m:e>
                        <m:r>
                          <a:rPr lang="en-US" altLang="zh-CN" sz="2800" b="1" i="1">
                            <a:latin typeface="Cambria Math" panose="02040503050406030204" pitchFamily="18" charset="0"/>
                          </a:rPr>
                          <m:t>𝒙</m:t>
                        </m:r>
                      </m:e>
                    </m:d>
                  </m:oMath>
                </a14:m>
                <a:r>
                  <a:rPr lang="zh-CN" altLang="en-US" sz="2800" b="1" dirty="0"/>
                  <a:t>，</a:t>
                </a:r>
                <a:r>
                  <a:rPr lang="en-US" altLang="zh-CN" sz="2800" b="1" dirty="0"/>
                  <a:t> </a:t>
                </a:r>
                <a14:m>
                  <m:oMath xmlns:m="http://schemas.openxmlformats.org/officeDocument/2006/math">
                    <m:r>
                      <a:rPr lang="en-US" altLang="zh-CN" sz="2800" b="1" i="1">
                        <a:latin typeface="Cambria Math" panose="02040503050406030204" pitchFamily="18" charset="0"/>
                      </a:rPr>
                      <m:t>𝒇</m:t>
                    </m:r>
                    <m:r>
                      <a:rPr lang="en-US" altLang="zh-CN" sz="2800" i="1">
                        <a:latin typeface="Cambria Math" panose="02040503050406030204" pitchFamily="18" charset="0"/>
                      </a:rPr>
                      <m:t>(0)=0</m:t>
                    </m:r>
                  </m:oMath>
                </a14:m>
                <a:r>
                  <a:rPr lang="zh-CN" altLang="en-US" sz="2800" b="1" dirty="0"/>
                  <a:t>，</a:t>
                </a:r>
                <a:r>
                  <a:rPr lang="en-US" altLang="zh-CN" sz="2800" b="1" dirty="0"/>
                  <a:t> </a:t>
                </a:r>
                <a14:m>
                  <m:oMath xmlns:m="http://schemas.openxmlformats.org/officeDocument/2006/math">
                    <m:r>
                      <a:rPr lang="en-US" altLang="zh-CN" sz="2800" b="1" i="1">
                        <a:latin typeface="Cambria Math" panose="02040503050406030204" pitchFamily="18" charset="0"/>
                      </a:rPr>
                      <m:t>𝒇</m:t>
                    </m:r>
                    <m:d>
                      <m:dPr>
                        <m:ctrlPr>
                          <a:rPr lang="en-US" altLang="zh-CN" sz="2800" b="1" i="1">
                            <a:latin typeface="Cambria Math" panose="02040503050406030204" pitchFamily="18" charset="0"/>
                          </a:rPr>
                        </m:ctrlPr>
                      </m:dPr>
                      <m:e>
                        <m:r>
                          <a:rPr lang="en-US" altLang="zh-CN" sz="2800" b="1" i="1">
                            <a:latin typeface="Cambria Math" panose="02040503050406030204" pitchFamily="18" charset="0"/>
                          </a:rPr>
                          <m:t>𝒙</m:t>
                        </m:r>
                      </m:e>
                    </m:d>
                  </m:oMath>
                </a14:m>
                <a:r>
                  <a:rPr lang="zh-CN" altLang="zh-CN" sz="2800" b="1" dirty="0"/>
                  <a:t>连续</a:t>
                </a:r>
                <a:endParaRPr lang="en-US" altLang="zh-CN" sz="2800" b="1" dirty="0"/>
              </a:p>
              <a:p>
                <a:r>
                  <a:rPr lang="zh-CN" altLang="en-US" sz="2800" b="1" dirty="0"/>
                  <a:t>其在平衡点附近可以线性化为</a:t>
                </a:r>
                <a:br>
                  <a:rPr lang="en-US" altLang="zh-CN" sz="2800" b="1" dirty="0"/>
                </a:br>
                <a14:m>
                  <m:oMath xmlns:m="http://schemas.openxmlformats.org/officeDocument/2006/math">
                    <m:acc>
                      <m:accPr>
                        <m:chr m:val="̇"/>
                        <m:ctrlPr>
                          <a:rPr lang="zh-CN" altLang="zh-CN" sz="2800" i="1">
                            <a:latin typeface="Cambria Math" panose="02040503050406030204" pitchFamily="18" charset="0"/>
                          </a:rPr>
                        </m:ctrlPr>
                      </m:accPr>
                      <m:e>
                        <m:r>
                          <a:rPr lang="en-US" altLang="zh-CN" sz="2800" b="1" i="1">
                            <a:latin typeface="Cambria Math" panose="02040503050406030204" pitchFamily="18" charset="0"/>
                          </a:rPr>
                          <m:t>𝒙</m:t>
                        </m:r>
                      </m:e>
                    </m:acc>
                    <m:r>
                      <a:rPr lang="en-US" altLang="zh-CN" sz="2800" i="1">
                        <a:latin typeface="Cambria Math" panose="02040503050406030204" pitchFamily="18" charset="0"/>
                      </a:rPr>
                      <m:t>=</m:t>
                    </m:r>
                    <m:r>
                      <a:rPr lang="en-US" altLang="zh-CN" sz="2800" b="1" i="1">
                        <a:latin typeface="Cambria Math" panose="02040503050406030204" pitchFamily="18" charset="0"/>
                      </a:rPr>
                      <m:t>𝑨𝒙</m:t>
                    </m:r>
                    <m:r>
                      <a:rPr lang="en-US" altLang="zh-CN" sz="2800" i="1">
                        <a:latin typeface="Cambria Math" panose="02040503050406030204" pitchFamily="18" charset="0"/>
                      </a:rPr>
                      <m:t>,   </m:t>
                    </m:r>
                    <m:sSub>
                      <m:sSubPr>
                        <m:ctrlPr>
                          <a:rPr lang="zh-CN" altLang="zh-CN" sz="2800" i="1">
                            <a:latin typeface="Cambria Math" panose="02040503050406030204" pitchFamily="18" charset="0"/>
                          </a:rPr>
                        </m:ctrlPr>
                      </m:sSubPr>
                      <m:e>
                        <m:d>
                          <m:dPr>
                            <m:begChr m:val=""/>
                            <m:endChr m:val="|"/>
                            <m:ctrlPr>
                              <a:rPr lang="zh-CN" altLang="zh-CN" sz="2800" i="1">
                                <a:latin typeface="Cambria Math" panose="02040503050406030204" pitchFamily="18" charset="0"/>
                              </a:rPr>
                            </m:ctrlPr>
                          </m:dPr>
                          <m:e>
                            <m:r>
                              <a:rPr lang="en-US" altLang="zh-CN" sz="2800" b="1" i="1">
                                <a:latin typeface="Cambria Math" panose="02040503050406030204" pitchFamily="18" charset="0"/>
                              </a:rPr>
                              <m:t>𝑨</m:t>
                            </m:r>
                            <m:r>
                              <a:rPr lang="en-US" altLang="zh-CN" sz="2800" i="1">
                                <a:latin typeface="Cambria Math" panose="02040503050406030204" pitchFamily="18" charset="0"/>
                              </a:rPr>
                              <m:t>=</m:t>
                            </m:r>
                            <m:f>
                              <m:fPr>
                                <m:ctrlPr>
                                  <a:rPr lang="zh-CN" altLang="zh-CN" sz="2800" i="1">
                                    <a:latin typeface="Cambria Math" panose="02040503050406030204" pitchFamily="18" charset="0"/>
                                  </a:rPr>
                                </m:ctrlPr>
                              </m:fPr>
                              <m:num>
                                <m:r>
                                  <a:rPr lang="en-US" altLang="zh-CN" sz="2800" i="1">
                                    <a:latin typeface="Cambria Math" panose="02040503050406030204" pitchFamily="18" charset="0"/>
                                  </a:rPr>
                                  <m:t>𝜕</m:t>
                                </m:r>
                                <m:r>
                                  <a:rPr lang="en-US" altLang="zh-CN" sz="2800" b="1" i="1">
                                    <a:latin typeface="Cambria Math" panose="02040503050406030204" pitchFamily="18" charset="0"/>
                                  </a:rPr>
                                  <m:t>𝒇</m:t>
                                </m:r>
                              </m:num>
                              <m:den>
                                <m:r>
                                  <a:rPr lang="en-US" altLang="zh-CN" sz="2800" i="1">
                                    <a:latin typeface="Cambria Math" panose="02040503050406030204" pitchFamily="18" charset="0"/>
                                  </a:rPr>
                                  <m:t>𝜕</m:t>
                                </m:r>
                                <m:r>
                                  <a:rPr lang="en-US" altLang="zh-CN" sz="2800" b="1" i="1">
                                    <a:latin typeface="Cambria Math" panose="02040503050406030204" pitchFamily="18" charset="0"/>
                                  </a:rPr>
                                  <m:t>𝒙</m:t>
                                </m:r>
                              </m:den>
                            </m:f>
                          </m:e>
                        </m:d>
                      </m:e>
                      <m:sub>
                        <m:r>
                          <a:rPr lang="en-US" altLang="zh-CN" sz="2800" b="1" i="1">
                            <a:latin typeface="Cambria Math" panose="02040503050406030204" pitchFamily="18" charset="0"/>
                          </a:rPr>
                          <m:t>𝒙</m:t>
                        </m:r>
                        <m:r>
                          <a:rPr lang="en-US" altLang="zh-CN" sz="2800" i="1">
                            <a:latin typeface="Cambria Math" panose="02040503050406030204" pitchFamily="18" charset="0"/>
                          </a:rPr>
                          <m:t>=0</m:t>
                        </m:r>
                      </m:sub>
                    </m:sSub>
                  </m:oMath>
                </a14:m>
                <a:endParaRPr lang="en-US" altLang="zh-CN" sz="2800" b="1" dirty="0"/>
              </a:p>
              <a:p>
                <a:pPr>
                  <a:lnSpc>
                    <a:spcPct val="110000"/>
                  </a:lnSpc>
                </a:pPr>
                <a:r>
                  <a:rPr lang="zh-CN" altLang="en-US" sz="2800" b="1" dirty="0"/>
                  <a:t>证明：若</a:t>
                </a:r>
                <a:r>
                  <a:rPr lang="zh-CN" altLang="zh-CN" sz="2800" b="1" dirty="0"/>
                  <a:t>线性化系统矩阵</a:t>
                </a:r>
                <a:r>
                  <a:rPr lang="en-US" altLang="zh-CN" sz="2800" b="1" i="1" dirty="0"/>
                  <a:t>A</a:t>
                </a:r>
                <a:r>
                  <a:rPr lang="zh-CN" altLang="zh-CN" sz="2800" b="1" dirty="0"/>
                  <a:t>的所有特征值在左开半平面，则原非线性系统的平衡点局部渐进稳定</a:t>
                </a:r>
                <a:endParaRPr lang="en-US" altLang="zh-CN" sz="2800" b="1" dirty="0"/>
              </a:p>
              <a:p>
                <a:pPr>
                  <a:lnSpc>
                    <a:spcPct val="110000"/>
                  </a:lnSpc>
                </a:pPr>
                <a:r>
                  <a:rPr lang="en-US" altLang="zh-CN" sz="2800" b="1" i="1" dirty="0"/>
                  <a:t>A</a:t>
                </a:r>
                <a:r>
                  <a:rPr lang="zh-CN" altLang="zh-CN" sz="2800" b="1" dirty="0"/>
                  <a:t>的所有特征值在左开半平面，则</a:t>
                </a:r>
                <a14:m>
                  <m:oMath xmlns:m="http://schemas.openxmlformats.org/officeDocument/2006/math">
                    <m:acc>
                      <m:accPr>
                        <m:chr m:val="̇"/>
                        <m:ctrlPr>
                          <a:rPr lang="zh-CN" altLang="zh-CN" sz="2800" i="1">
                            <a:latin typeface="Cambria Math" panose="02040503050406030204" pitchFamily="18" charset="0"/>
                          </a:rPr>
                        </m:ctrlPr>
                      </m:accPr>
                      <m:e>
                        <m:r>
                          <a:rPr lang="en-US" altLang="zh-CN" sz="2800" b="1" i="1">
                            <a:latin typeface="Cambria Math" panose="02040503050406030204" pitchFamily="18" charset="0"/>
                          </a:rPr>
                          <m:t>𝒙</m:t>
                        </m:r>
                      </m:e>
                    </m:acc>
                    <m:r>
                      <a:rPr lang="en-US" altLang="zh-CN" sz="2800" i="1">
                        <a:latin typeface="Cambria Math" panose="02040503050406030204" pitchFamily="18" charset="0"/>
                      </a:rPr>
                      <m:t>=</m:t>
                    </m:r>
                    <m:r>
                      <a:rPr lang="en-US" altLang="zh-CN" sz="2800" b="1" i="1">
                        <a:latin typeface="Cambria Math" panose="02040503050406030204" pitchFamily="18" charset="0"/>
                      </a:rPr>
                      <m:t>𝑨𝒙</m:t>
                    </m:r>
                  </m:oMath>
                </a14:m>
                <a:r>
                  <a:rPr lang="zh-CN" altLang="zh-CN" sz="2800" b="1" dirty="0"/>
                  <a:t>渐进稳定</a:t>
                </a:r>
                <a:r>
                  <a:rPr lang="zh-CN" altLang="en-US" sz="2800" b="1" dirty="0"/>
                  <a:t>，有</a:t>
                </a:r>
                <a:r>
                  <a:rPr lang="en-US" altLang="zh-CN" sz="2800" b="1" dirty="0"/>
                  <a:t>Lyapunov</a:t>
                </a:r>
                <a:r>
                  <a:rPr lang="zh-CN" altLang="en-US" sz="2800" b="1" dirty="0"/>
                  <a:t>方程</a:t>
                </a:r>
                <a:br>
                  <a:rPr lang="en-US" altLang="zh-CN" sz="2800" b="1" dirty="0">
                    <a:solidFill>
                      <a:srgbClr val="FFFF00"/>
                    </a:solidFill>
                  </a:rPr>
                </a:br>
                <a14:m>
                  <m:oMath xmlns:m="http://schemas.openxmlformats.org/officeDocument/2006/math">
                    <m:sSup>
                      <m:sSupPr>
                        <m:ctrlPr>
                          <a:rPr lang="zh-CN" altLang="zh-CN" sz="2800" i="1">
                            <a:latin typeface="Cambria Math" panose="02040503050406030204" pitchFamily="18" charset="0"/>
                          </a:rPr>
                        </m:ctrlPr>
                      </m:sSupPr>
                      <m:e>
                        <m:r>
                          <a:rPr lang="en-US" altLang="zh-CN" sz="2800" b="1" i="1">
                            <a:latin typeface="Cambria Math" panose="02040503050406030204" pitchFamily="18" charset="0"/>
                          </a:rPr>
                          <m:t>𝑨</m:t>
                        </m:r>
                      </m:e>
                      <m:sup>
                        <m:r>
                          <a:rPr lang="en-US" altLang="zh-CN" sz="2800" i="1">
                            <a:latin typeface="Cambria Math" panose="02040503050406030204" pitchFamily="18" charset="0"/>
                          </a:rPr>
                          <m:t>𝑇</m:t>
                        </m:r>
                      </m:sup>
                    </m:sSup>
                    <m:r>
                      <a:rPr lang="en-US" altLang="zh-CN" sz="2800" b="1" i="1">
                        <a:latin typeface="Cambria Math" panose="02040503050406030204" pitchFamily="18" charset="0"/>
                      </a:rPr>
                      <m:t>𝑷</m:t>
                    </m:r>
                    <m:r>
                      <a:rPr lang="en-US" altLang="zh-CN" sz="2800" i="1">
                        <a:latin typeface="Cambria Math" panose="02040503050406030204" pitchFamily="18" charset="0"/>
                      </a:rPr>
                      <m:t>+</m:t>
                    </m:r>
                    <m:r>
                      <a:rPr lang="en-US" altLang="zh-CN" sz="2800" b="1" i="1">
                        <a:latin typeface="Cambria Math" panose="02040503050406030204" pitchFamily="18" charset="0"/>
                      </a:rPr>
                      <m:t>𝑷𝑨</m:t>
                    </m:r>
                    <m:r>
                      <a:rPr lang="en-US" altLang="zh-CN" sz="2800" i="1">
                        <a:latin typeface="Cambria Math" panose="02040503050406030204" pitchFamily="18" charset="0"/>
                      </a:rPr>
                      <m:t>=−</m:t>
                    </m:r>
                    <m:r>
                      <a:rPr lang="en-US" altLang="zh-CN" sz="2800" b="1" i="1">
                        <a:latin typeface="Cambria Math" panose="02040503050406030204" pitchFamily="18" charset="0"/>
                      </a:rPr>
                      <m:t>𝑸</m:t>
                    </m:r>
                  </m:oMath>
                </a14:m>
                <a:endParaRPr lang="en-US" altLang="zh-CN" sz="2800" b="1" dirty="0"/>
              </a:p>
              <a:p>
                <a:pPr>
                  <a:lnSpc>
                    <a:spcPct val="110000"/>
                  </a:lnSpc>
                </a:pPr>
                <a:r>
                  <a:rPr lang="zh-CN" altLang="en-US" sz="2800" b="1" dirty="0"/>
                  <a:t>取备选</a:t>
                </a:r>
                <a:r>
                  <a:rPr lang="en-US" altLang="zh-CN" sz="2800" b="1" dirty="0"/>
                  <a:t>Lyapunov</a:t>
                </a:r>
                <a:r>
                  <a:rPr lang="zh-CN" altLang="en-US" sz="2800" b="1" dirty="0"/>
                  <a:t>函数</a:t>
                </a:r>
                <a:br>
                  <a:rPr lang="en-US" altLang="zh-CN" sz="2800" b="1" dirty="0"/>
                </a:br>
                <a14:m>
                  <m:oMath xmlns:m="http://schemas.openxmlformats.org/officeDocument/2006/math">
                    <m:r>
                      <a:rPr lang="en-US" altLang="zh-CN" sz="2800" i="1">
                        <a:latin typeface="Cambria Math" panose="02040503050406030204" pitchFamily="18" charset="0"/>
                      </a:rPr>
                      <m:t>𝑉</m:t>
                    </m:r>
                    <m:r>
                      <a:rPr lang="en-US" altLang="zh-CN" sz="2800" i="1">
                        <a:latin typeface="Cambria Math" panose="02040503050406030204" pitchFamily="18" charset="0"/>
                      </a:rPr>
                      <m:t>(</m:t>
                    </m:r>
                    <m:r>
                      <a:rPr lang="en-US" altLang="zh-CN" sz="2800" b="1" i="1">
                        <a:latin typeface="Cambria Math" panose="02040503050406030204" pitchFamily="18" charset="0"/>
                      </a:rPr>
                      <m:t>𝒙</m:t>
                    </m:r>
                    <m:r>
                      <a:rPr lang="en-US" altLang="zh-CN" sz="2800" i="1">
                        <a:latin typeface="Cambria Math" panose="02040503050406030204" pitchFamily="18" charset="0"/>
                      </a:rPr>
                      <m:t>)=</m:t>
                    </m:r>
                    <m:sSup>
                      <m:sSupPr>
                        <m:ctrlPr>
                          <a:rPr lang="zh-CN" altLang="zh-CN" sz="2800" i="1">
                            <a:latin typeface="Cambria Math" panose="02040503050406030204" pitchFamily="18" charset="0"/>
                          </a:rPr>
                        </m:ctrlPr>
                      </m:sSupPr>
                      <m:e>
                        <m:r>
                          <a:rPr lang="en-US" altLang="zh-CN" sz="2800" b="1" i="1">
                            <a:latin typeface="Cambria Math" panose="02040503050406030204" pitchFamily="18" charset="0"/>
                          </a:rPr>
                          <m:t>𝒙</m:t>
                        </m:r>
                      </m:e>
                      <m:sup>
                        <m:r>
                          <a:rPr lang="en-US" altLang="zh-CN" sz="2800" i="1">
                            <a:latin typeface="Cambria Math" panose="02040503050406030204" pitchFamily="18" charset="0"/>
                          </a:rPr>
                          <m:t>𝑇</m:t>
                        </m:r>
                      </m:sup>
                    </m:sSup>
                    <m:r>
                      <a:rPr lang="en-US" altLang="zh-CN" sz="2800" b="1" i="1">
                        <a:latin typeface="Cambria Math" panose="02040503050406030204" pitchFamily="18" charset="0"/>
                      </a:rPr>
                      <m:t>𝑷𝒙</m:t>
                    </m:r>
                  </m:oMath>
                </a14:m>
                <a:br>
                  <a:rPr lang="en-US" altLang="zh-CN" sz="2800" b="1" dirty="0"/>
                </a:br>
                <a:endParaRPr lang="zh-CN" altLang="en-US" sz="2800" b="1" dirty="0"/>
              </a:p>
            </p:txBody>
          </p:sp>
        </mc:Choice>
        <mc:Fallback xmlns="">
          <p:sp>
            <p:nvSpPr>
              <p:cNvPr id="3" name="内容占位符 2">
                <a:extLst>
                  <a:ext uri="{FF2B5EF4-FFF2-40B4-BE49-F238E27FC236}">
                    <a16:creationId xmlns:a16="http://schemas.microsoft.com/office/drawing/2014/main" id="{A386390C-FD5C-A673-2764-7E14620AC40C}"/>
                  </a:ext>
                </a:extLst>
              </p:cNvPr>
              <p:cNvSpPr>
                <a:spLocks noGrp="1" noRot="1" noChangeAspect="1" noMove="1" noResize="1" noEditPoints="1" noAdjustHandles="1" noChangeArrowheads="1" noChangeShapeType="1" noTextEdit="1"/>
              </p:cNvSpPr>
              <p:nvPr>
                <p:ph idx="1"/>
              </p:nvPr>
            </p:nvSpPr>
            <p:spPr>
              <a:xfrm>
                <a:off x="457200" y="1196752"/>
                <a:ext cx="8229600" cy="5505800"/>
              </a:xfrm>
              <a:blipFill>
                <a:blip r:embed="rId3"/>
                <a:stretch>
                  <a:fillRect t="-332"/>
                </a:stretch>
              </a:blipFill>
            </p:spPr>
            <p:txBody>
              <a:bodyPr/>
              <a:lstStyle/>
              <a:p>
                <a:r>
                  <a:rPr lang="zh-CN" altLang="en-US">
                    <a:noFill/>
                  </a:rPr>
                  <a:t> </a:t>
                </a:r>
              </a:p>
            </p:txBody>
          </p:sp>
        </mc:Fallback>
      </mc:AlternateContent>
      <p:sp>
        <p:nvSpPr>
          <p:cNvPr id="4" name="灯片编号占位符 3">
            <a:extLst>
              <a:ext uri="{FF2B5EF4-FFF2-40B4-BE49-F238E27FC236}">
                <a16:creationId xmlns:a16="http://schemas.microsoft.com/office/drawing/2014/main" id="{228EE7F8-3EA4-0138-BC39-464932E264D8}"/>
              </a:ext>
            </a:extLst>
          </p:cNvPr>
          <p:cNvSpPr>
            <a:spLocks noGrp="1"/>
          </p:cNvSpPr>
          <p:nvPr>
            <p:ph type="sldNum" sz="quarter" idx="12"/>
          </p:nvPr>
        </p:nvSpPr>
        <p:spPr/>
        <p:txBody>
          <a:bodyPr/>
          <a:lstStyle/>
          <a:p>
            <a:fld id="{58C210BB-F110-452C-89E7-9EA0A8D47DCE}" type="slidenum">
              <a:rPr lang="zh-CN" altLang="en-US" smtClean="0"/>
              <a:pPr/>
              <a:t>70</a:t>
            </a:fld>
            <a:endParaRPr lang="zh-CN" altLang="en-US"/>
          </a:p>
        </p:txBody>
      </p:sp>
    </p:spTree>
    <p:extLst>
      <p:ext uri="{BB962C8B-B14F-4D97-AF65-F5344CB8AC3E}">
        <p14:creationId xmlns:p14="http://schemas.microsoft.com/office/powerpoint/2010/main" val="17742233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animEffect transition="in" filter="fade">
                                      <p:cBhvr>
                                        <p:cTn id="7" dur="1000"/>
                                        <p:tgtEl>
                                          <p:spTgt spid="3">
                                            <p:txEl>
                                              <p:pRg st="3" end="3"/>
                                            </p:txEl>
                                          </p:spTgt>
                                        </p:tgtEl>
                                      </p:cBhvr>
                                    </p:animEffect>
                                    <p:anim calcmode="lin" valueType="num">
                                      <p:cBhvr>
                                        <p:cTn id="8"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3" end="3"/>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3">
                                            <p:txEl>
                                              <p:pRg st="4" end="4"/>
                                            </p:txEl>
                                          </p:spTgt>
                                        </p:tgtEl>
                                        <p:attrNameLst>
                                          <p:attrName>style.visibility</p:attrName>
                                        </p:attrNameLst>
                                      </p:cBhvr>
                                      <p:to>
                                        <p:strVal val="visible"/>
                                      </p:to>
                                    </p:set>
                                    <p:animEffect transition="in" filter="fade">
                                      <p:cBhvr>
                                        <p:cTn id="12" dur="1000"/>
                                        <p:tgtEl>
                                          <p:spTgt spid="3">
                                            <p:txEl>
                                              <p:pRg st="4" end="4"/>
                                            </p:txEl>
                                          </p:spTgt>
                                        </p:tgtEl>
                                      </p:cBhvr>
                                    </p:animEffect>
                                    <p:anim calcmode="lin" valueType="num">
                                      <p:cBhvr>
                                        <p:cTn id="13"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14"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99BEC1-FAD7-5F07-B2D3-DE1CFC684067}"/>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4C9E9438-B463-345B-562E-9DE23867AD7F}"/>
              </a:ext>
            </a:extLst>
          </p:cNvPr>
          <p:cNvSpPr>
            <a:spLocks noGrp="1"/>
          </p:cNvSpPr>
          <p:nvPr>
            <p:ph type="title"/>
          </p:nvPr>
        </p:nvSpPr>
        <p:spPr/>
        <p:txBody>
          <a:bodyPr>
            <a:normAutofit fontScale="90000"/>
          </a:bodyPr>
          <a:lstStyle/>
          <a:p>
            <a:r>
              <a:rPr lang="zh-CN" altLang="en-US" dirty="0"/>
              <a:t>第</a:t>
            </a:r>
            <a:r>
              <a:rPr lang="en-US" altLang="zh-CN" dirty="0"/>
              <a:t>3</a:t>
            </a:r>
            <a:r>
              <a:rPr lang="zh-CN" altLang="en-US" dirty="0"/>
              <a:t>讲第</a:t>
            </a:r>
            <a:r>
              <a:rPr lang="en-US" altLang="zh-CN" dirty="0"/>
              <a:t>1</a:t>
            </a:r>
            <a:r>
              <a:rPr lang="zh-CN" altLang="en-US" dirty="0"/>
              <a:t>题</a:t>
            </a:r>
          </a:p>
        </p:txBody>
      </p:sp>
      <mc:AlternateContent xmlns:mc="http://schemas.openxmlformats.org/markup-compatibility/2006">
        <mc:Choice xmlns:a14="http://schemas.microsoft.com/office/drawing/2010/main" Requires="a14">
          <p:sp>
            <p:nvSpPr>
              <p:cNvPr id="3" name="内容占位符 2">
                <a:extLst>
                  <a:ext uri="{FF2B5EF4-FFF2-40B4-BE49-F238E27FC236}">
                    <a16:creationId xmlns:a16="http://schemas.microsoft.com/office/drawing/2014/main" id="{F3F7BB89-E468-D6F9-8830-8CD330EC32E5}"/>
                  </a:ext>
                </a:extLst>
              </p:cNvPr>
              <p:cNvSpPr>
                <a:spLocks noGrp="1"/>
              </p:cNvSpPr>
              <p:nvPr>
                <p:ph idx="1"/>
              </p:nvPr>
            </p:nvSpPr>
            <p:spPr>
              <a:xfrm>
                <a:off x="457200" y="1196752"/>
                <a:ext cx="8229600" cy="5505800"/>
              </a:xfrm>
            </p:spPr>
            <p:txBody>
              <a:bodyPr>
                <a:normAutofit fontScale="92500" lnSpcReduction="20000"/>
              </a:bodyPr>
              <a:lstStyle/>
              <a:p>
                <a:pPr>
                  <a:lnSpc>
                    <a:spcPct val="150000"/>
                  </a:lnSpc>
                </a:pPr>
                <a:r>
                  <a:rPr lang="zh-CN" altLang="en-US" sz="2800" b="1" dirty="0"/>
                  <a:t>使用线性化系统表示</a:t>
                </a:r>
                <a14:m>
                  <m:oMath xmlns:m="http://schemas.openxmlformats.org/officeDocument/2006/math">
                    <m:r>
                      <a:rPr lang="en-US" altLang="zh-CN" sz="2800" b="1" i="1">
                        <a:latin typeface="Cambria Math" panose="02040503050406030204" pitchFamily="18" charset="0"/>
                      </a:rPr>
                      <m:t>𝒇</m:t>
                    </m:r>
                    <m:d>
                      <m:dPr>
                        <m:ctrlPr>
                          <a:rPr lang="en-US" altLang="zh-CN" sz="2800" b="1" i="1">
                            <a:latin typeface="Cambria Math" panose="02040503050406030204" pitchFamily="18" charset="0"/>
                          </a:rPr>
                        </m:ctrlPr>
                      </m:dPr>
                      <m:e>
                        <m:r>
                          <a:rPr lang="en-US" altLang="zh-CN" sz="2800" b="1" i="1">
                            <a:latin typeface="Cambria Math" panose="02040503050406030204" pitchFamily="18" charset="0"/>
                          </a:rPr>
                          <m:t>𝒙</m:t>
                        </m:r>
                      </m:e>
                    </m:d>
                  </m:oMath>
                </a14:m>
                <a:r>
                  <a:rPr lang="zh-CN" altLang="en-US" sz="2800" b="1" dirty="0"/>
                  <a:t>，有</a:t>
                </a:r>
                <a:br>
                  <a:rPr lang="en-US" altLang="zh-CN" sz="2800" b="1" dirty="0"/>
                </a:br>
                <a14:m>
                  <m:oMath xmlns:m="http://schemas.openxmlformats.org/officeDocument/2006/math">
                    <m:acc>
                      <m:accPr>
                        <m:chr m:val="̇"/>
                        <m:ctrlPr>
                          <a:rPr lang="zh-CN" altLang="zh-CN" sz="2800" i="1">
                            <a:latin typeface="Cambria Math" panose="02040503050406030204" pitchFamily="18" charset="0"/>
                          </a:rPr>
                        </m:ctrlPr>
                      </m:accPr>
                      <m:e>
                        <m:r>
                          <a:rPr lang="en-US" altLang="zh-CN" sz="2800" b="1" i="1">
                            <a:latin typeface="Cambria Math" panose="02040503050406030204" pitchFamily="18" charset="0"/>
                          </a:rPr>
                          <m:t>𝒙</m:t>
                        </m:r>
                      </m:e>
                    </m:acc>
                    <m:r>
                      <a:rPr lang="en-US" altLang="zh-CN" sz="2800" i="1">
                        <a:latin typeface="Cambria Math" panose="02040503050406030204" pitchFamily="18" charset="0"/>
                      </a:rPr>
                      <m:t>=</m:t>
                    </m:r>
                    <m:r>
                      <a:rPr lang="en-US" altLang="zh-CN" sz="2800" b="1" i="1">
                        <a:latin typeface="Cambria Math" panose="02040503050406030204" pitchFamily="18" charset="0"/>
                      </a:rPr>
                      <m:t>𝑨𝒙</m:t>
                    </m:r>
                    <m:r>
                      <a:rPr lang="en-US" altLang="zh-CN" sz="2800" i="1">
                        <a:latin typeface="Cambria Math" panose="02040503050406030204" pitchFamily="18" charset="0"/>
                      </a:rPr>
                      <m:t>+</m:t>
                    </m:r>
                    <m:r>
                      <a:rPr lang="en-US" altLang="zh-CN" sz="2800" b="1" i="1">
                        <a:latin typeface="Cambria Math" panose="02040503050406030204" pitchFamily="18" charset="0"/>
                      </a:rPr>
                      <m:t>𝑩</m:t>
                    </m:r>
                    <m:r>
                      <a:rPr lang="en-US" altLang="zh-CN" sz="2800" i="1">
                        <a:latin typeface="Cambria Math" panose="02040503050406030204" pitchFamily="18" charset="0"/>
                      </a:rPr>
                      <m:t>(</m:t>
                    </m:r>
                    <m:r>
                      <a:rPr lang="en-US" altLang="zh-CN" sz="2800" b="1" i="1">
                        <a:latin typeface="Cambria Math" panose="02040503050406030204" pitchFamily="18" charset="0"/>
                      </a:rPr>
                      <m:t>𝒙</m:t>
                    </m:r>
                    <m:r>
                      <a:rPr lang="en-US" altLang="zh-CN" sz="2800" i="1">
                        <a:latin typeface="Cambria Math" panose="02040503050406030204" pitchFamily="18" charset="0"/>
                      </a:rPr>
                      <m:t>)</m:t>
                    </m:r>
                    <m:r>
                      <a:rPr lang="en-US" altLang="zh-CN" sz="2800" b="1" i="1">
                        <a:latin typeface="Cambria Math" panose="02040503050406030204" pitchFamily="18" charset="0"/>
                      </a:rPr>
                      <m:t>𝒙</m:t>
                    </m:r>
                  </m:oMath>
                </a14:m>
                <a:endParaRPr lang="en-US" altLang="zh-CN" sz="2800" b="1" dirty="0"/>
              </a:p>
              <a:p>
                <a:pPr>
                  <a:lnSpc>
                    <a:spcPct val="150000"/>
                  </a:lnSpc>
                </a:pPr>
                <a:r>
                  <a:rPr lang="zh-CN" altLang="en-US" sz="2800" b="1" dirty="0"/>
                  <a:t>将</a:t>
                </a:r>
                <a14:m>
                  <m:oMath xmlns:m="http://schemas.openxmlformats.org/officeDocument/2006/math">
                    <m:r>
                      <a:rPr lang="en-US" altLang="zh-CN" sz="2800" i="1">
                        <a:latin typeface="Cambria Math" panose="02040503050406030204" pitchFamily="18" charset="0"/>
                      </a:rPr>
                      <m:t>𝑉</m:t>
                    </m:r>
                    <m:r>
                      <a:rPr lang="en-US" altLang="zh-CN" sz="2800" i="1">
                        <a:latin typeface="Cambria Math" panose="02040503050406030204" pitchFamily="18" charset="0"/>
                      </a:rPr>
                      <m:t>(</m:t>
                    </m:r>
                    <m:r>
                      <a:rPr lang="en-US" altLang="zh-CN" sz="2800" b="1" i="1">
                        <a:latin typeface="Cambria Math" panose="02040503050406030204" pitchFamily="18" charset="0"/>
                      </a:rPr>
                      <m:t>𝒙</m:t>
                    </m:r>
                    <m:r>
                      <a:rPr lang="en-US" altLang="zh-CN" sz="2800" i="1">
                        <a:latin typeface="Cambria Math" panose="02040503050406030204" pitchFamily="18" charset="0"/>
                      </a:rPr>
                      <m:t>)</m:t>
                    </m:r>
                  </m:oMath>
                </a14:m>
                <a:r>
                  <a:rPr lang="zh-CN" altLang="en-US" sz="2800" b="1" dirty="0"/>
                  <a:t>应用到原非线性系统，可得</a:t>
                </a:r>
                <a:br>
                  <a:rPr lang="en-US" altLang="zh-CN" sz="2800" b="1" dirty="0">
                    <a:solidFill>
                      <a:srgbClr val="FFFF00"/>
                    </a:solidFill>
                  </a:rPr>
                </a:br>
                <a14:m>
                  <m:oMath xmlns:m="http://schemas.openxmlformats.org/officeDocument/2006/math">
                    <m:acc>
                      <m:accPr>
                        <m:chr m:val="̇"/>
                        <m:ctrlPr>
                          <a:rPr lang="zh-CN" altLang="zh-CN" sz="2800" i="1">
                            <a:latin typeface="Cambria Math" panose="02040503050406030204" pitchFamily="18" charset="0"/>
                          </a:rPr>
                        </m:ctrlPr>
                      </m:accPr>
                      <m:e>
                        <m:r>
                          <a:rPr lang="en-US" altLang="zh-CN" sz="2800" i="1">
                            <a:latin typeface="Cambria Math" panose="02040503050406030204" pitchFamily="18" charset="0"/>
                          </a:rPr>
                          <m:t>𝑉</m:t>
                        </m:r>
                      </m:e>
                    </m:acc>
                    <m:r>
                      <a:rPr lang="en-US" altLang="zh-CN" sz="2800" i="1">
                        <a:latin typeface="Cambria Math" panose="02040503050406030204" pitchFamily="18" charset="0"/>
                      </a:rPr>
                      <m:t>(</m:t>
                    </m:r>
                    <m:r>
                      <a:rPr lang="en-US" altLang="zh-CN" sz="2800" b="1" i="1">
                        <a:latin typeface="Cambria Math" panose="02040503050406030204" pitchFamily="18" charset="0"/>
                      </a:rPr>
                      <m:t>𝒙</m:t>
                    </m:r>
                    <m:r>
                      <a:rPr lang="en-US" altLang="zh-CN" sz="2800" i="1">
                        <a:latin typeface="Cambria Math" panose="02040503050406030204" pitchFamily="18" charset="0"/>
                      </a:rPr>
                      <m:t>)=</m:t>
                    </m:r>
                    <m:sSup>
                      <m:sSupPr>
                        <m:ctrlPr>
                          <a:rPr lang="zh-CN" altLang="zh-CN" sz="2800" i="1">
                            <a:latin typeface="Cambria Math" panose="02040503050406030204" pitchFamily="18" charset="0"/>
                          </a:rPr>
                        </m:ctrlPr>
                      </m:sSupPr>
                      <m:e>
                        <m:r>
                          <a:rPr lang="en-US" altLang="zh-CN" sz="2800" b="1" i="1">
                            <a:latin typeface="Cambria Math" panose="02040503050406030204" pitchFamily="18" charset="0"/>
                          </a:rPr>
                          <m:t>𝒙</m:t>
                        </m:r>
                      </m:e>
                      <m:sup>
                        <m:r>
                          <a:rPr lang="en-US" altLang="zh-CN" sz="2800" i="1">
                            <a:latin typeface="Cambria Math" panose="02040503050406030204" pitchFamily="18" charset="0"/>
                          </a:rPr>
                          <m:t>𝑇</m:t>
                        </m:r>
                      </m:sup>
                    </m:sSup>
                    <m:r>
                      <a:rPr lang="en-US" altLang="zh-CN" sz="2800" b="1" i="1">
                        <a:latin typeface="Cambria Math" panose="02040503050406030204" pitchFamily="18" charset="0"/>
                      </a:rPr>
                      <m:t>𝑷</m:t>
                    </m:r>
                    <m:acc>
                      <m:accPr>
                        <m:chr m:val="̇"/>
                        <m:ctrlPr>
                          <a:rPr lang="zh-CN" altLang="zh-CN" sz="2800" i="1">
                            <a:latin typeface="Cambria Math" panose="02040503050406030204" pitchFamily="18" charset="0"/>
                          </a:rPr>
                        </m:ctrlPr>
                      </m:accPr>
                      <m:e>
                        <m:r>
                          <a:rPr lang="en-US" altLang="zh-CN" sz="2800" b="1" i="1">
                            <a:latin typeface="Cambria Math" panose="02040503050406030204" pitchFamily="18" charset="0"/>
                          </a:rPr>
                          <m:t>𝒙</m:t>
                        </m:r>
                      </m:e>
                    </m:acc>
                    <m:r>
                      <a:rPr lang="en-US" altLang="zh-CN" sz="2800" i="1">
                        <a:latin typeface="Cambria Math" panose="02040503050406030204" pitchFamily="18" charset="0"/>
                      </a:rPr>
                      <m:t>+</m:t>
                    </m:r>
                    <m:sSup>
                      <m:sSupPr>
                        <m:ctrlPr>
                          <a:rPr lang="zh-CN" altLang="zh-CN" sz="2800" i="1">
                            <a:latin typeface="Cambria Math" panose="02040503050406030204" pitchFamily="18" charset="0"/>
                          </a:rPr>
                        </m:ctrlPr>
                      </m:sSupPr>
                      <m:e>
                        <m:acc>
                          <m:accPr>
                            <m:chr m:val="̇"/>
                            <m:ctrlPr>
                              <a:rPr lang="zh-CN" altLang="zh-CN" sz="2800" i="1">
                                <a:latin typeface="Cambria Math" panose="02040503050406030204" pitchFamily="18" charset="0"/>
                              </a:rPr>
                            </m:ctrlPr>
                          </m:accPr>
                          <m:e>
                            <m:r>
                              <a:rPr lang="en-US" altLang="zh-CN" sz="2800" b="1" i="1">
                                <a:latin typeface="Cambria Math" panose="02040503050406030204" pitchFamily="18" charset="0"/>
                              </a:rPr>
                              <m:t>𝒙</m:t>
                            </m:r>
                          </m:e>
                        </m:acc>
                      </m:e>
                      <m:sup>
                        <m:r>
                          <a:rPr lang="en-US" altLang="zh-CN" sz="2800" i="1">
                            <a:latin typeface="Cambria Math" panose="02040503050406030204" pitchFamily="18" charset="0"/>
                          </a:rPr>
                          <m:t>𝑇</m:t>
                        </m:r>
                      </m:sup>
                    </m:sSup>
                    <m:r>
                      <a:rPr lang="en-US" altLang="zh-CN" sz="2800" b="1" i="1">
                        <a:latin typeface="Cambria Math" panose="02040503050406030204" pitchFamily="18" charset="0"/>
                      </a:rPr>
                      <m:t>𝑷𝒙</m:t>
                    </m:r>
                  </m:oMath>
                </a14:m>
                <a:br>
                  <a:rPr lang="zh-CN" altLang="zh-CN" sz="2800" dirty="0"/>
                </a:br>
                <a14:m>
                  <m:oMath xmlns:m="http://schemas.openxmlformats.org/officeDocument/2006/math">
                    <m:r>
                      <a:rPr lang="en-US" altLang="zh-CN" sz="2800" b="0" i="0" smtClean="0">
                        <a:latin typeface="Cambria Math" panose="02040503050406030204" pitchFamily="18" charset="0"/>
                      </a:rPr>
                      <m:t>           </m:t>
                    </m:r>
                    <m:r>
                      <a:rPr lang="en-US" altLang="zh-CN" sz="2800" i="1">
                        <a:latin typeface="Cambria Math" panose="02040503050406030204" pitchFamily="18" charset="0"/>
                      </a:rPr>
                      <m:t>≤−</m:t>
                    </m:r>
                    <m:d>
                      <m:dPr>
                        <m:ctrlPr>
                          <a:rPr lang="zh-CN" altLang="zh-CN" sz="2800" i="1">
                            <a:latin typeface="Cambria Math" panose="02040503050406030204" pitchFamily="18" charset="0"/>
                          </a:rPr>
                        </m:ctrlPr>
                      </m:dPr>
                      <m:e>
                        <m:sSub>
                          <m:sSubPr>
                            <m:ctrlPr>
                              <a:rPr lang="zh-CN" altLang="zh-CN" sz="2800" i="1" smtClean="0">
                                <a:latin typeface="Cambria Math" panose="02040503050406030204" pitchFamily="18" charset="0"/>
                              </a:rPr>
                            </m:ctrlPr>
                          </m:sSubPr>
                          <m:e>
                            <m:r>
                              <a:rPr lang="en-US" altLang="zh-CN" sz="2800" i="1">
                                <a:latin typeface="Cambria Math" panose="02040503050406030204" pitchFamily="18" charset="0"/>
                              </a:rPr>
                              <m:t>𝜆</m:t>
                            </m:r>
                          </m:e>
                          <m:sub>
                            <m:r>
                              <m:rPr>
                                <m:sty m:val="p"/>
                              </m:rPr>
                              <a:rPr lang="en-US" altLang="zh-CN" sz="2800" i="0">
                                <a:latin typeface="Cambria Math" panose="02040503050406030204" pitchFamily="18" charset="0"/>
                              </a:rPr>
                              <m:t>min</m:t>
                            </m:r>
                          </m:sub>
                        </m:sSub>
                        <m:d>
                          <m:dPr>
                            <m:ctrlPr>
                              <a:rPr lang="en-US" altLang="zh-CN" sz="2800" i="1" smtClean="0">
                                <a:latin typeface="Cambria Math" panose="02040503050406030204" pitchFamily="18" charset="0"/>
                              </a:rPr>
                            </m:ctrlPr>
                          </m:dPr>
                          <m:e>
                            <m:r>
                              <a:rPr lang="en-US" altLang="zh-CN" sz="2800" b="0" i="1" smtClean="0">
                                <a:latin typeface="Cambria Math" panose="02040503050406030204" pitchFamily="18" charset="0"/>
                              </a:rPr>
                              <m:t>𝑄</m:t>
                            </m:r>
                          </m:e>
                        </m:d>
                        <m:r>
                          <a:rPr lang="en-US" altLang="zh-CN" sz="2800" b="0" i="1" smtClean="0">
                            <a:latin typeface="Cambria Math" panose="02040503050406030204" pitchFamily="18" charset="0"/>
                          </a:rPr>
                          <m:t>−</m:t>
                        </m:r>
                        <m:d>
                          <m:dPr>
                            <m:begChr m:val="‖"/>
                            <m:endChr m:val="‖"/>
                            <m:ctrlPr>
                              <a:rPr lang="zh-CN" altLang="zh-CN" sz="2800" i="1">
                                <a:latin typeface="Cambria Math" panose="02040503050406030204" pitchFamily="18" charset="0"/>
                              </a:rPr>
                            </m:ctrlPr>
                          </m:dPr>
                          <m:e>
                            <m:r>
                              <a:rPr lang="en-US" altLang="zh-CN" sz="2800" b="1" i="1">
                                <a:latin typeface="Cambria Math" panose="02040503050406030204" pitchFamily="18" charset="0"/>
                              </a:rPr>
                              <m:t>𝑩</m:t>
                            </m:r>
                            <m:r>
                              <a:rPr lang="en-US" altLang="zh-CN" sz="2800" i="1">
                                <a:latin typeface="Cambria Math" panose="02040503050406030204" pitchFamily="18" charset="0"/>
                              </a:rPr>
                              <m:t>(</m:t>
                            </m:r>
                            <m:r>
                              <a:rPr lang="en-US" altLang="zh-CN" sz="2800" b="1" i="1">
                                <a:latin typeface="Cambria Math" panose="02040503050406030204" pitchFamily="18" charset="0"/>
                              </a:rPr>
                              <m:t>𝒙</m:t>
                            </m:r>
                            <m:r>
                              <a:rPr lang="en-US" altLang="zh-CN" sz="2800" i="1">
                                <a:latin typeface="Cambria Math" panose="02040503050406030204" pitchFamily="18" charset="0"/>
                              </a:rPr>
                              <m:t>)</m:t>
                            </m:r>
                          </m:e>
                        </m:d>
                        <m:d>
                          <m:dPr>
                            <m:begChr m:val="‖"/>
                            <m:endChr m:val="‖"/>
                            <m:ctrlPr>
                              <a:rPr lang="zh-CN" altLang="zh-CN" sz="2800" i="1">
                                <a:latin typeface="Cambria Math" panose="02040503050406030204" pitchFamily="18" charset="0"/>
                              </a:rPr>
                            </m:ctrlPr>
                          </m:dPr>
                          <m:e>
                            <m:r>
                              <a:rPr lang="en-US" altLang="zh-CN" sz="2800" b="1" i="1">
                                <a:latin typeface="Cambria Math" panose="02040503050406030204" pitchFamily="18" charset="0"/>
                              </a:rPr>
                              <m:t>𝑷</m:t>
                            </m:r>
                          </m:e>
                        </m:d>
                      </m:e>
                    </m:d>
                    <m:sSup>
                      <m:sSupPr>
                        <m:ctrlPr>
                          <a:rPr lang="zh-CN" altLang="zh-CN" sz="2800" i="1">
                            <a:latin typeface="Cambria Math" panose="02040503050406030204" pitchFamily="18" charset="0"/>
                          </a:rPr>
                        </m:ctrlPr>
                      </m:sSupPr>
                      <m:e>
                        <m:d>
                          <m:dPr>
                            <m:begChr m:val="‖"/>
                            <m:endChr m:val="‖"/>
                            <m:ctrlPr>
                              <a:rPr lang="zh-CN" altLang="zh-CN" sz="2800" i="1">
                                <a:latin typeface="Cambria Math" panose="02040503050406030204" pitchFamily="18" charset="0"/>
                              </a:rPr>
                            </m:ctrlPr>
                          </m:dPr>
                          <m:e>
                            <m:r>
                              <a:rPr lang="en-US" altLang="zh-CN" sz="2800" b="1" i="1">
                                <a:latin typeface="Cambria Math" panose="02040503050406030204" pitchFamily="18" charset="0"/>
                              </a:rPr>
                              <m:t>𝒙</m:t>
                            </m:r>
                          </m:e>
                        </m:d>
                      </m:e>
                      <m:sup>
                        <m:r>
                          <a:rPr lang="en-US" altLang="zh-CN" sz="2800" i="1">
                            <a:latin typeface="Cambria Math" panose="02040503050406030204" pitchFamily="18" charset="0"/>
                          </a:rPr>
                          <m:t>2</m:t>
                        </m:r>
                      </m:sup>
                    </m:sSup>
                  </m:oMath>
                </a14:m>
                <a:endParaRPr lang="en-US" altLang="zh-CN" sz="2800" b="1" dirty="0"/>
              </a:p>
              <a:p>
                <a:pPr>
                  <a:lnSpc>
                    <a:spcPct val="150000"/>
                  </a:lnSpc>
                </a:pPr>
                <a:r>
                  <a:rPr lang="zh-CN" altLang="en-US" sz="2800" b="1" dirty="0"/>
                  <a:t>在平衡点的某个邻域内，必有</a:t>
                </a:r>
                <a14:m>
                  <m:oMath xmlns:m="http://schemas.openxmlformats.org/officeDocument/2006/math">
                    <m:func>
                      <m:funcPr>
                        <m:ctrlPr>
                          <a:rPr lang="zh-CN" altLang="zh-CN" sz="2800" i="1">
                            <a:latin typeface="Cambria Math" panose="02040503050406030204" pitchFamily="18" charset="0"/>
                          </a:rPr>
                        </m:ctrlPr>
                      </m:funcPr>
                      <m:fName>
                        <m:sSub>
                          <m:sSubPr>
                            <m:ctrlPr>
                              <a:rPr lang="zh-CN" altLang="zh-CN" sz="2800" i="1">
                                <a:latin typeface="Cambria Math" panose="02040503050406030204" pitchFamily="18" charset="0"/>
                              </a:rPr>
                            </m:ctrlPr>
                          </m:sSubPr>
                          <m:e>
                            <m:r>
                              <m:rPr>
                                <m:sty m:val="p"/>
                              </m:rPr>
                              <a:rPr lang="en-US" altLang="zh-CN" sz="2800">
                                <a:latin typeface="Cambria Math" panose="02040503050406030204" pitchFamily="18" charset="0"/>
                              </a:rPr>
                              <m:t>lim</m:t>
                            </m:r>
                          </m:e>
                          <m:sub>
                            <m:r>
                              <a:rPr lang="en-US" altLang="zh-CN" sz="2800" b="1" i="1">
                                <a:latin typeface="Cambria Math" panose="02040503050406030204" pitchFamily="18" charset="0"/>
                              </a:rPr>
                              <m:t>𝒙</m:t>
                            </m:r>
                            <m:r>
                              <a:rPr lang="en-US" altLang="zh-CN" sz="2800" i="1">
                                <a:latin typeface="Cambria Math" panose="02040503050406030204" pitchFamily="18" charset="0"/>
                              </a:rPr>
                              <m:t>→0</m:t>
                            </m:r>
                          </m:sub>
                        </m:sSub>
                      </m:fName>
                      <m:e>
                        <m:r>
                          <a:rPr lang="en-US" altLang="zh-CN" sz="2800" b="1" i="1">
                            <a:latin typeface="Cambria Math" panose="02040503050406030204" pitchFamily="18" charset="0"/>
                          </a:rPr>
                          <m:t>𝑩</m:t>
                        </m:r>
                      </m:e>
                    </m:func>
                    <m:r>
                      <a:rPr lang="en-US" altLang="zh-CN" sz="2800" i="1">
                        <a:latin typeface="Cambria Math" panose="02040503050406030204" pitchFamily="18" charset="0"/>
                      </a:rPr>
                      <m:t>(</m:t>
                    </m:r>
                    <m:r>
                      <a:rPr lang="en-US" altLang="zh-CN" sz="2800" b="1" i="1">
                        <a:latin typeface="Cambria Math" panose="02040503050406030204" pitchFamily="18" charset="0"/>
                      </a:rPr>
                      <m:t>𝒙</m:t>
                    </m:r>
                    <m:r>
                      <a:rPr lang="en-US" altLang="zh-CN" sz="2800" i="1">
                        <a:latin typeface="Cambria Math" panose="02040503050406030204" pitchFamily="18" charset="0"/>
                      </a:rPr>
                      <m:t>)=0</m:t>
                    </m:r>
                  </m:oMath>
                </a14:m>
                <a:endParaRPr lang="en-US" altLang="zh-CN" sz="2800" b="1" dirty="0"/>
              </a:p>
              <a:p>
                <a:pPr>
                  <a:lnSpc>
                    <a:spcPct val="150000"/>
                  </a:lnSpc>
                </a:pPr>
                <a:r>
                  <a:rPr lang="zh-CN" altLang="en-US" sz="2800" b="1" dirty="0"/>
                  <a:t>总可以找到平衡点的一个邻域，使得</a:t>
                </a:r>
                <a:endParaRPr lang="en-US" altLang="zh-CN" sz="2800" b="1" dirty="0"/>
              </a:p>
              <a:p>
                <a:pPr marL="118872" indent="0">
                  <a:lnSpc>
                    <a:spcPct val="150000"/>
                  </a:lnSpc>
                  <a:buNone/>
                </a:pPr>
                <a14:m>
                  <m:oMathPara xmlns:m="http://schemas.openxmlformats.org/officeDocument/2006/math">
                    <m:oMathParaPr>
                      <m:jc m:val="centerGroup"/>
                    </m:oMathParaPr>
                    <m:oMath xmlns:m="http://schemas.openxmlformats.org/officeDocument/2006/math">
                      <m:sSub>
                        <m:sSubPr>
                          <m:ctrlPr>
                            <a:rPr lang="zh-CN" altLang="zh-CN" sz="2800" i="1">
                              <a:latin typeface="Cambria Math" panose="02040503050406030204" pitchFamily="18" charset="0"/>
                            </a:rPr>
                          </m:ctrlPr>
                        </m:sSubPr>
                        <m:e>
                          <m:r>
                            <a:rPr lang="en-US" altLang="zh-CN" sz="2800" i="1">
                              <a:latin typeface="Cambria Math" panose="02040503050406030204" pitchFamily="18" charset="0"/>
                            </a:rPr>
                            <m:t>𝜆</m:t>
                          </m:r>
                        </m:e>
                        <m:sub>
                          <m:r>
                            <m:rPr>
                              <m:sty m:val="p"/>
                            </m:rPr>
                            <a:rPr lang="en-US" altLang="zh-CN" sz="2800" i="0">
                              <a:latin typeface="Cambria Math" panose="02040503050406030204" pitchFamily="18" charset="0"/>
                            </a:rPr>
                            <m:t>min</m:t>
                          </m:r>
                        </m:sub>
                      </m:sSub>
                      <m:d>
                        <m:dPr>
                          <m:ctrlPr>
                            <a:rPr lang="en-US" altLang="zh-CN" sz="2800" i="1">
                              <a:latin typeface="Cambria Math" panose="02040503050406030204" pitchFamily="18" charset="0"/>
                            </a:rPr>
                          </m:ctrlPr>
                        </m:dPr>
                        <m:e>
                          <m:r>
                            <a:rPr lang="en-US" altLang="zh-CN" sz="2800" i="1">
                              <a:latin typeface="Cambria Math" panose="02040503050406030204" pitchFamily="18" charset="0"/>
                            </a:rPr>
                            <m:t>𝑄</m:t>
                          </m:r>
                        </m:e>
                      </m:d>
                      <m:r>
                        <a:rPr lang="en-US" altLang="zh-CN" sz="2800" i="1">
                          <a:latin typeface="Cambria Math" panose="02040503050406030204" pitchFamily="18" charset="0"/>
                        </a:rPr>
                        <m:t>−</m:t>
                      </m:r>
                      <m:d>
                        <m:dPr>
                          <m:begChr m:val="‖"/>
                          <m:endChr m:val="‖"/>
                          <m:ctrlPr>
                            <a:rPr lang="zh-CN" altLang="zh-CN" sz="2800" i="1">
                              <a:latin typeface="Cambria Math" panose="02040503050406030204" pitchFamily="18" charset="0"/>
                            </a:rPr>
                          </m:ctrlPr>
                        </m:dPr>
                        <m:e>
                          <m:r>
                            <a:rPr lang="en-US" altLang="zh-CN" sz="2800" b="1" i="1">
                              <a:latin typeface="Cambria Math" panose="02040503050406030204" pitchFamily="18" charset="0"/>
                            </a:rPr>
                            <m:t>𝑩</m:t>
                          </m:r>
                          <m:d>
                            <m:dPr>
                              <m:ctrlPr>
                                <a:rPr lang="en-US" altLang="zh-CN" sz="2800" b="1" i="1">
                                  <a:latin typeface="Cambria Math" panose="02040503050406030204" pitchFamily="18" charset="0"/>
                                </a:rPr>
                              </m:ctrlPr>
                            </m:dPr>
                            <m:e>
                              <m:r>
                                <a:rPr lang="en-US" altLang="zh-CN" sz="2800" b="1" i="1">
                                  <a:latin typeface="Cambria Math" panose="02040503050406030204" pitchFamily="18" charset="0"/>
                                </a:rPr>
                                <m:t>𝒙</m:t>
                              </m:r>
                            </m:e>
                          </m:d>
                        </m:e>
                      </m:d>
                      <m:d>
                        <m:dPr>
                          <m:begChr m:val="‖"/>
                          <m:endChr m:val="‖"/>
                          <m:ctrlPr>
                            <a:rPr lang="zh-CN" altLang="zh-CN" sz="2800" i="1">
                              <a:latin typeface="Cambria Math" panose="02040503050406030204" pitchFamily="18" charset="0"/>
                            </a:rPr>
                          </m:ctrlPr>
                        </m:dPr>
                        <m:e>
                          <m:r>
                            <a:rPr lang="en-US" altLang="zh-CN" sz="2800" b="1" i="1">
                              <a:latin typeface="Cambria Math" panose="02040503050406030204" pitchFamily="18" charset="0"/>
                            </a:rPr>
                            <m:t>𝑷</m:t>
                          </m:r>
                        </m:e>
                      </m:d>
                      <m:r>
                        <a:rPr lang="en-US" altLang="zh-CN" sz="2800" b="1" i="1" smtClean="0">
                          <a:latin typeface="Cambria Math" panose="02040503050406030204" pitchFamily="18" charset="0"/>
                        </a:rPr>
                        <m:t>&gt;</m:t>
                      </m:r>
                      <m:r>
                        <a:rPr lang="en-US" altLang="zh-CN" sz="2800" b="1" i="1" smtClean="0">
                          <a:latin typeface="Cambria Math" panose="02040503050406030204" pitchFamily="18" charset="0"/>
                        </a:rPr>
                        <m:t>𝟎</m:t>
                      </m:r>
                    </m:oMath>
                  </m:oMathPara>
                </a14:m>
                <a:endParaRPr lang="en-US" altLang="zh-CN" sz="2800" b="1" dirty="0"/>
              </a:p>
              <a:p>
                <a:pPr marL="118872" indent="0">
                  <a:lnSpc>
                    <a:spcPct val="110000"/>
                  </a:lnSpc>
                  <a:buNone/>
                </a:pPr>
                <a:r>
                  <a:rPr lang="zh-CN" altLang="en-US" sz="2800" b="1" dirty="0"/>
                  <a:t>从而，</a:t>
                </a:r>
                <a:endParaRPr lang="en-US" altLang="zh-CN" sz="2800" b="1" dirty="0"/>
              </a:p>
              <a:p>
                <a:pPr marL="118872" indent="0">
                  <a:lnSpc>
                    <a:spcPct val="150000"/>
                  </a:lnSpc>
                  <a:buNone/>
                </a:pPr>
                <a14:m>
                  <m:oMathPara xmlns:m="http://schemas.openxmlformats.org/officeDocument/2006/math">
                    <m:oMathParaPr>
                      <m:jc m:val="centerGroup"/>
                    </m:oMathParaPr>
                    <m:oMath xmlns:m="http://schemas.openxmlformats.org/officeDocument/2006/math">
                      <m:acc>
                        <m:accPr>
                          <m:chr m:val="̇"/>
                          <m:ctrlPr>
                            <a:rPr lang="zh-CN" altLang="zh-CN" sz="2800" i="1">
                              <a:latin typeface="Cambria Math" panose="02040503050406030204" pitchFamily="18" charset="0"/>
                            </a:rPr>
                          </m:ctrlPr>
                        </m:accPr>
                        <m:e>
                          <m:r>
                            <a:rPr lang="en-US" altLang="zh-CN" sz="2800" i="1">
                              <a:latin typeface="Cambria Math" panose="02040503050406030204" pitchFamily="18" charset="0"/>
                            </a:rPr>
                            <m:t>𝑉</m:t>
                          </m:r>
                        </m:e>
                      </m:acc>
                      <m:r>
                        <a:rPr lang="en-US" altLang="zh-CN" sz="2800" i="1">
                          <a:latin typeface="Cambria Math" panose="02040503050406030204" pitchFamily="18" charset="0"/>
                        </a:rPr>
                        <m:t>(</m:t>
                      </m:r>
                      <m:r>
                        <a:rPr lang="en-US" altLang="zh-CN" sz="2800" b="1" i="1">
                          <a:latin typeface="Cambria Math" panose="02040503050406030204" pitchFamily="18" charset="0"/>
                        </a:rPr>
                        <m:t>𝒙</m:t>
                      </m:r>
                      <m:r>
                        <a:rPr lang="en-US" altLang="zh-CN" sz="2800" i="1">
                          <a:latin typeface="Cambria Math" panose="02040503050406030204" pitchFamily="18" charset="0"/>
                        </a:rPr>
                        <m:t>)≤−</m:t>
                      </m:r>
                      <m:d>
                        <m:dPr>
                          <m:ctrlPr>
                            <a:rPr lang="zh-CN" altLang="zh-CN" sz="2800" i="1">
                              <a:latin typeface="Cambria Math" panose="02040503050406030204" pitchFamily="18" charset="0"/>
                            </a:rPr>
                          </m:ctrlPr>
                        </m:dPr>
                        <m:e>
                          <m:sSub>
                            <m:sSubPr>
                              <m:ctrlPr>
                                <a:rPr lang="zh-CN" altLang="zh-CN" sz="2800" i="1">
                                  <a:latin typeface="Cambria Math" panose="02040503050406030204" pitchFamily="18" charset="0"/>
                                </a:rPr>
                              </m:ctrlPr>
                            </m:sSubPr>
                            <m:e>
                              <m:r>
                                <a:rPr lang="en-US" altLang="zh-CN" sz="2800" i="1">
                                  <a:latin typeface="Cambria Math" panose="02040503050406030204" pitchFamily="18" charset="0"/>
                                </a:rPr>
                                <m:t>𝜆</m:t>
                              </m:r>
                            </m:e>
                            <m:sub>
                              <m:r>
                                <m:rPr>
                                  <m:sty m:val="p"/>
                                </m:rPr>
                                <a:rPr lang="en-US" altLang="zh-CN" sz="2800" i="0">
                                  <a:latin typeface="Cambria Math" panose="02040503050406030204" pitchFamily="18" charset="0"/>
                                </a:rPr>
                                <m:t>min</m:t>
                              </m:r>
                            </m:sub>
                          </m:sSub>
                          <m:d>
                            <m:dPr>
                              <m:ctrlPr>
                                <a:rPr lang="en-US" altLang="zh-CN" sz="2800" i="1">
                                  <a:latin typeface="Cambria Math" panose="02040503050406030204" pitchFamily="18" charset="0"/>
                                </a:rPr>
                              </m:ctrlPr>
                            </m:dPr>
                            <m:e>
                              <m:r>
                                <a:rPr lang="en-US" altLang="zh-CN" sz="2800" i="1">
                                  <a:latin typeface="Cambria Math" panose="02040503050406030204" pitchFamily="18" charset="0"/>
                                </a:rPr>
                                <m:t>𝑄</m:t>
                              </m:r>
                            </m:e>
                          </m:d>
                          <m:r>
                            <a:rPr lang="en-US" altLang="zh-CN" sz="2800" i="1">
                              <a:latin typeface="Cambria Math" panose="02040503050406030204" pitchFamily="18" charset="0"/>
                            </a:rPr>
                            <m:t>−</m:t>
                          </m:r>
                          <m:d>
                            <m:dPr>
                              <m:begChr m:val="‖"/>
                              <m:endChr m:val="‖"/>
                              <m:ctrlPr>
                                <a:rPr lang="zh-CN" altLang="zh-CN" sz="2800" i="1">
                                  <a:latin typeface="Cambria Math" panose="02040503050406030204" pitchFamily="18" charset="0"/>
                                </a:rPr>
                              </m:ctrlPr>
                            </m:dPr>
                            <m:e>
                              <m:r>
                                <a:rPr lang="en-US" altLang="zh-CN" sz="2800" b="1" i="1">
                                  <a:latin typeface="Cambria Math" panose="02040503050406030204" pitchFamily="18" charset="0"/>
                                </a:rPr>
                                <m:t>𝑩</m:t>
                              </m:r>
                              <m:r>
                                <a:rPr lang="en-US" altLang="zh-CN" sz="2800" i="1">
                                  <a:latin typeface="Cambria Math" panose="02040503050406030204" pitchFamily="18" charset="0"/>
                                </a:rPr>
                                <m:t>(</m:t>
                              </m:r>
                              <m:r>
                                <a:rPr lang="en-US" altLang="zh-CN" sz="2800" b="1" i="1">
                                  <a:latin typeface="Cambria Math" panose="02040503050406030204" pitchFamily="18" charset="0"/>
                                </a:rPr>
                                <m:t>𝒙</m:t>
                              </m:r>
                              <m:r>
                                <a:rPr lang="en-US" altLang="zh-CN" sz="2800" i="1">
                                  <a:latin typeface="Cambria Math" panose="02040503050406030204" pitchFamily="18" charset="0"/>
                                </a:rPr>
                                <m:t>)</m:t>
                              </m:r>
                            </m:e>
                          </m:d>
                          <m:d>
                            <m:dPr>
                              <m:begChr m:val="‖"/>
                              <m:endChr m:val="‖"/>
                              <m:ctrlPr>
                                <a:rPr lang="zh-CN" altLang="zh-CN" sz="2800" i="1">
                                  <a:latin typeface="Cambria Math" panose="02040503050406030204" pitchFamily="18" charset="0"/>
                                </a:rPr>
                              </m:ctrlPr>
                            </m:dPr>
                            <m:e>
                              <m:r>
                                <a:rPr lang="en-US" altLang="zh-CN" sz="2800" b="1" i="1">
                                  <a:latin typeface="Cambria Math" panose="02040503050406030204" pitchFamily="18" charset="0"/>
                                </a:rPr>
                                <m:t>𝑷</m:t>
                              </m:r>
                            </m:e>
                          </m:d>
                        </m:e>
                      </m:d>
                      <m:sSup>
                        <m:sSupPr>
                          <m:ctrlPr>
                            <a:rPr lang="zh-CN" altLang="zh-CN" sz="2400" i="1">
                              <a:latin typeface="Cambria Math" panose="02040503050406030204" pitchFamily="18" charset="0"/>
                            </a:rPr>
                          </m:ctrlPr>
                        </m:sSupPr>
                        <m:e>
                          <m:d>
                            <m:dPr>
                              <m:begChr m:val="‖"/>
                              <m:endChr m:val="‖"/>
                              <m:ctrlPr>
                                <a:rPr lang="zh-CN" altLang="zh-CN" sz="2400" i="1">
                                  <a:latin typeface="Cambria Math" panose="02040503050406030204" pitchFamily="18" charset="0"/>
                                </a:rPr>
                              </m:ctrlPr>
                            </m:dPr>
                            <m:e>
                              <m:r>
                                <a:rPr lang="en-US" altLang="zh-CN" sz="2400" b="1" i="1">
                                  <a:latin typeface="Cambria Math" panose="02040503050406030204" pitchFamily="18" charset="0"/>
                                </a:rPr>
                                <m:t>𝒙</m:t>
                              </m:r>
                            </m:e>
                          </m:d>
                        </m:e>
                        <m:sup>
                          <m:r>
                            <a:rPr lang="en-US" altLang="zh-CN" sz="2400" i="1">
                              <a:latin typeface="Cambria Math" panose="02040503050406030204" pitchFamily="18" charset="0"/>
                            </a:rPr>
                            <m:t>2</m:t>
                          </m:r>
                        </m:sup>
                      </m:sSup>
                      <m:r>
                        <a:rPr lang="en-US" altLang="zh-CN" sz="2400" i="1" smtClean="0">
                          <a:latin typeface="Cambria Math" panose="02040503050406030204" pitchFamily="18" charset="0"/>
                          <a:ea typeface="Cambria Math" panose="02040503050406030204" pitchFamily="18" charset="0"/>
                        </a:rPr>
                        <m:t>≤</m:t>
                      </m:r>
                      <m:r>
                        <a:rPr lang="en-US" altLang="zh-CN" sz="2400" b="0" i="1" smtClean="0">
                          <a:latin typeface="Cambria Math" panose="02040503050406030204" pitchFamily="18" charset="0"/>
                          <a:ea typeface="Cambria Math" panose="02040503050406030204" pitchFamily="18" charset="0"/>
                        </a:rPr>
                        <m:t>0</m:t>
                      </m:r>
                    </m:oMath>
                  </m:oMathPara>
                </a14:m>
                <a:endParaRPr lang="zh-CN" altLang="en-US" sz="2800" b="1" dirty="0"/>
              </a:p>
            </p:txBody>
          </p:sp>
        </mc:Choice>
        <mc:Fallback>
          <p:sp>
            <p:nvSpPr>
              <p:cNvPr id="3" name="内容占位符 2">
                <a:extLst>
                  <a:ext uri="{FF2B5EF4-FFF2-40B4-BE49-F238E27FC236}">
                    <a16:creationId xmlns:a16="http://schemas.microsoft.com/office/drawing/2014/main" id="{F3F7BB89-E468-D6F9-8830-8CD330EC32E5}"/>
                  </a:ext>
                </a:extLst>
              </p:cNvPr>
              <p:cNvSpPr>
                <a:spLocks noGrp="1" noRot="1" noChangeAspect="1" noMove="1" noResize="1" noEditPoints="1" noAdjustHandles="1" noChangeArrowheads="1" noChangeShapeType="1" noTextEdit="1"/>
              </p:cNvSpPr>
              <p:nvPr>
                <p:ph idx="1"/>
              </p:nvPr>
            </p:nvSpPr>
            <p:spPr>
              <a:xfrm>
                <a:off x="457200" y="1196752"/>
                <a:ext cx="8229600" cy="5505800"/>
              </a:xfrm>
              <a:blipFill>
                <a:blip r:embed="rId3"/>
                <a:stretch>
                  <a:fillRect l="-370"/>
                </a:stretch>
              </a:blipFill>
            </p:spPr>
            <p:txBody>
              <a:bodyPr/>
              <a:lstStyle/>
              <a:p>
                <a:r>
                  <a:rPr lang="zh-CN" altLang="en-US">
                    <a:noFill/>
                  </a:rPr>
                  <a:t> </a:t>
                </a:r>
              </a:p>
            </p:txBody>
          </p:sp>
        </mc:Fallback>
      </mc:AlternateContent>
      <p:sp>
        <p:nvSpPr>
          <p:cNvPr id="4" name="灯片编号占位符 3">
            <a:extLst>
              <a:ext uri="{FF2B5EF4-FFF2-40B4-BE49-F238E27FC236}">
                <a16:creationId xmlns:a16="http://schemas.microsoft.com/office/drawing/2014/main" id="{C7D82A6A-F85E-11FA-676C-248DF38303A5}"/>
              </a:ext>
            </a:extLst>
          </p:cNvPr>
          <p:cNvSpPr>
            <a:spLocks noGrp="1"/>
          </p:cNvSpPr>
          <p:nvPr>
            <p:ph type="sldNum" sz="quarter" idx="12"/>
          </p:nvPr>
        </p:nvSpPr>
        <p:spPr/>
        <p:txBody>
          <a:bodyPr/>
          <a:lstStyle/>
          <a:p>
            <a:fld id="{58C210BB-F110-452C-89E7-9EA0A8D47DCE}" type="slidenum">
              <a:rPr lang="zh-CN" altLang="en-US" smtClean="0"/>
              <a:pPr/>
              <a:t>71</a:t>
            </a:fld>
            <a:endParaRPr lang="zh-CN" altLang="en-US"/>
          </a:p>
        </p:txBody>
      </p:sp>
    </p:spTree>
    <p:extLst>
      <p:ext uri="{BB962C8B-B14F-4D97-AF65-F5344CB8AC3E}">
        <p14:creationId xmlns:p14="http://schemas.microsoft.com/office/powerpoint/2010/main" val="6906238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1000"/>
                                        <p:tgtEl>
                                          <p:spTgt spid="3">
                                            <p:txEl>
                                              <p:pRg st="1" end="1"/>
                                            </p:txEl>
                                          </p:spTgt>
                                        </p:tgtEl>
                                      </p:cBhvr>
                                    </p:animEffect>
                                    <p:anim calcmode="lin" valueType="num">
                                      <p:cBhvr>
                                        <p:cTn id="8"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3">
                                            <p:txEl>
                                              <p:pRg st="2" end="2"/>
                                            </p:txEl>
                                          </p:spTgt>
                                        </p:tgtEl>
                                        <p:attrNameLst>
                                          <p:attrName>style.visibility</p:attrName>
                                        </p:attrNameLst>
                                      </p:cBhvr>
                                      <p:to>
                                        <p:strVal val="visible"/>
                                      </p:to>
                                    </p:set>
                                    <p:animEffect transition="in" filter="fade">
                                      <p:cBhvr>
                                        <p:cTn id="14" dur="1000"/>
                                        <p:tgtEl>
                                          <p:spTgt spid="3">
                                            <p:txEl>
                                              <p:pRg st="2" end="2"/>
                                            </p:txEl>
                                          </p:spTgt>
                                        </p:tgtEl>
                                      </p:cBhvr>
                                    </p:animEffect>
                                    <p:anim calcmode="lin" valueType="num">
                                      <p:cBhvr>
                                        <p:cTn id="15"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animEffect transition="in" filter="fade">
                                      <p:cBhvr>
                                        <p:cTn id="21" dur="1000"/>
                                        <p:tgtEl>
                                          <p:spTgt spid="3">
                                            <p:txEl>
                                              <p:pRg st="3" end="3"/>
                                            </p:txEl>
                                          </p:spTgt>
                                        </p:tgtEl>
                                      </p:cBhvr>
                                    </p:animEffect>
                                    <p:anim calcmode="lin" valueType="num">
                                      <p:cBhvr>
                                        <p:cTn id="22"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3" end="3"/>
                                            </p:txEl>
                                          </p:spTgt>
                                        </p:tgtEl>
                                        <p:attrNameLst>
                                          <p:attrName>ppt_y</p:attrName>
                                        </p:attrNameLst>
                                      </p:cBhvr>
                                      <p:tavLst>
                                        <p:tav tm="0">
                                          <p:val>
                                            <p:strVal val="#ppt_y+.1"/>
                                          </p:val>
                                        </p:tav>
                                        <p:tav tm="100000">
                                          <p:val>
                                            <p:strVal val="#ppt_y"/>
                                          </p:val>
                                        </p:tav>
                                      </p:tavLst>
                                    </p:anim>
                                  </p:childTnLst>
                                </p:cTn>
                              </p:par>
                              <p:par>
                                <p:cTn id="24" presetID="42" presetClass="entr" presetSubtype="0" fill="hold" nodeType="withEffect">
                                  <p:stCondLst>
                                    <p:cond delay="0"/>
                                  </p:stCondLst>
                                  <p:childTnLst>
                                    <p:set>
                                      <p:cBhvr>
                                        <p:cTn id="25" dur="1" fill="hold">
                                          <p:stCondLst>
                                            <p:cond delay="0"/>
                                          </p:stCondLst>
                                        </p:cTn>
                                        <p:tgtEl>
                                          <p:spTgt spid="3">
                                            <p:txEl>
                                              <p:pRg st="4" end="4"/>
                                            </p:txEl>
                                          </p:spTgt>
                                        </p:tgtEl>
                                        <p:attrNameLst>
                                          <p:attrName>style.visibility</p:attrName>
                                        </p:attrNameLst>
                                      </p:cBhvr>
                                      <p:to>
                                        <p:strVal val="visible"/>
                                      </p:to>
                                    </p:set>
                                    <p:animEffect transition="in" filter="fade">
                                      <p:cBhvr>
                                        <p:cTn id="26" dur="1000"/>
                                        <p:tgtEl>
                                          <p:spTgt spid="3">
                                            <p:txEl>
                                              <p:pRg st="4" end="4"/>
                                            </p:txEl>
                                          </p:spTgt>
                                        </p:tgtEl>
                                      </p:cBhvr>
                                    </p:animEffect>
                                    <p:anim calcmode="lin" valueType="num">
                                      <p:cBhvr>
                                        <p:cTn id="27"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28" dur="1000" fill="hold"/>
                                        <p:tgtEl>
                                          <p:spTgt spid="3">
                                            <p:txEl>
                                              <p:pRg st="4" end="4"/>
                                            </p:txEl>
                                          </p:spTgt>
                                        </p:tgtEl>
                                        <p:attrNameLst>
                                          <p:attrName>ppt_y</p:attrName>
                                        </p:attrNameLst>
                                      </p:cBhvr>
                                      <p:tavLst>
                                        <p:tav tm="0">
                                          <p:val>
                                            <p:strVal val="#ppt_y+.1"/>
                                          </p:val>
                                        </p:tav>
                                        <p:tav tm="100000">
                                          <p:val>
                                            <p:strVal val="#ppt_y"/>
                                          </p:val>
                                        </p:tav>
                                      </p:tavLst>
                                    </p:anim>
                                  </p:childTnLst>
                                </p:cTn>
                              </p:par>
                              <p:par>
                                <p:cTn id="29" presetID="42" presetClass="entr" presetSubtype="0" fill="hold" nodeType="withEffect">
                                  <p:stCondLst>
                                    <p:cond delay="0"/>
                                  </p:stCondLst>
                                  <p:childTnLst>
                                    <p:set>
                                      <p:cBhvr>
                                        <p:cTn id="30" dur="1" fill="hold">
                                          <p:stCondLst>
                                            <p:cond delay="0"/>
                                          </p:stCondLst>
                                        </p:cTn>
                                        <p:tgtEl>
                                          <p:spTgt spid="3">
                                            <p:txEl>
                                              <p:pRg st="5" end="5"/>
                                            </p:txEl>
                                          </p:spTgt>
                                        </p:tgtEl>
                                        <p:attrNameLst>
                                          <p:attrName>style.visibility</p:attrName>
                                        </p:attrNameLst>
                                      </p:cBhvr>
                                      <p:to>
                                        <p:strVal val="visible"/>
                                      </p:to>
                                    </p:set>
                                    <p:animEffect transition="in" filter="fade">
                                      <p:cBhvr>
                                        <p:cTn id="31" dur="1000"/>
                                        <p:tgtEl>
                                          <p:spTgt spid="3">
                                            <p:txEl>
                                              <p:pRg st="5" end="5"/>
                                            </p:txEl>
                                          </p:spTgt>
                                        </p:tgtEl>
                                      </p:cBhvr>
                                    </p:animEffect>
                                    <p:anim calcmode="lin" valueType="num">
                                      <p:cBhvr>
                                        <p:cTn id="32"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33" dur="1000" fill="hold"/>
                                        <p:tgtEl>
                                          <p:spTgt spid="3">
                                            <p:txEl>
                                              <p:pRg st="5" end="5"/>
                                            </p:txEl>
                                          </p:spTgt>
                                        </p:tgtEl>
                                        <p:attrNameLst>
                                          <p:attrName>ppt_y</p:attrName>
                                        </p:attrNameLst>
                                      </p:cBhvr>
                                      <p:tavLst>
                                        <p:tav tm="0">
                                          <p:val>
                                            <p:strVal val="#ppt_y+.1"/>
                                          </p:val>
                                        </p:tav>
                                        <p:tav tm="100000">
                                          <p:val>
                                            <p:strVal val="#ppt_y"/>
                                          </p:val>
                                        </p:tav>
                                      </p:tavLst>
                                    </p:anim>
                                  </p:childTnLst>
                                </p:cTn>
                              </p:par>
                              <p:par>
                                <p:cTn id="34" presetID="42" presetClass="entr" presetSubtype="0" fill="hold" nodeType="withEffect">
                                  <p:stCondLst>
                                    <p:cond delay="0"/>
                                  </p:stCondLst>
                                  <p:childTnLst>
                                    <p:set>
                                      <p:cBhvr>
                                        <p:cTn id="35" dur="1" fill="hold">
                                          <p:stCondLst>
                                            <p:cond delay="0"/>
                                          </p:stCondLst>
                                        </p:cTn>
                                        <p:tgtEl>
                                          <p:spTgt spid="3">
                                            <p:txEl>
                                              <p:pRg st="6" end="6"/>
                                            </p:txEl>
                                          </p:spTgt>
                                        </p:tgtEl>
                                        <p:attrNameLst>
                                          <p:attrName>style.visibility</p:attrName>
                                        </p:attrNameLst>
                                      </p:cBhvr>
                                      <p:to>
                                        <p:strVal val="visible"/>
                                      </p:to>
                                    </p:set>
                                    <p:animEffect transition="in" filter="fade">
                                      <p:cBhvr>
                                        <p:cTn id="36" dur="1000"/>
                                        <p:tgtEl>
                                          <p:spTgt spid="3">
                                            <p:txEl>
                                              <p:pRg st="6" end="6"/>
                                            </p:txEl>
                                          </p:spTgt>
                                        </p:tgtEl>
                                      </p:cBhvr>
                                    </p:animEffect>
                                    <p:anim calcmode="lin" valueType="num">
                                      <p:cBhvr>
                                        <p:cTn id="37" dur="10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38" dur="1000" fill="hold"/>
                                        <p:tgtEl>
                                          <p:spTgt spid="3">
                                            <p:txEl>
                                              <p:pRg st="6" end="6"/>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5CBBD5A-6E58-00E3-89F4-3CB072FF9C4C}"/>
              </a:ext>
            </a:extLst>
          </p:cNvPr>
          <p:cNvSpPr>
            <a:spLocks noGrp="1"/>
          </p:cNvSpPr>
          <p:nvPr>
            <p:ph type="title"/>
          </p:nvPr>
        </p:nvSpPr>
        <p:spPr/>
        <p:txBody>
          <a:bodyPr>
            <a:normAutofit fontScale="90000"/>
          </a:bodyPr>
          <a:lstStyle/>
          <a:p>
            <a:r>
              <a:rPr lang="zh-CN" altLang="en-US" dirty="0"/>
              <a:t>第</a:t>
            </a:r>
            <a:r>
              <a:rPr lang="en-US" altLang="zh-CN" dirty="0"/>
              <a:t>3</a:t>
            </a:r>
            <a:r>
              <a:rPr lang="zh-CN" altLang="en-US" dirty="0"/>
              <a:t>讲第</a:t>
            </a:r>
            <a:r>
              <a:rPr lang="en-US" altLang="zh-CN" dirty="0"/>
              <a:t>2</a:t>
            </a:r>
            <a:r>
              <a:rPr lang="zh-CN" altLang="en-US" dirty="0"/>
              <a:t>题</a:t>
            </a:r>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4DA83817-64BF-59C9-8639-84F15A5B388A}"/>
                  </a:ext>
                </a:extLst>
              </p:cNvPr>
              <p:cNvSpPr>
                <a:spLocks noGrp="1"/>
              </p:cNvSpPr>
              <p:nvPr>
                <p:ph idx="1"/>
              </p:nvPr>
            </p:nvSpPr>
            <p:spPr>
              <a:xfrm>
                <a:off x="457200" y="1196752"/>
                <a:ext cx="8229600" cy="5505800"/>
              </a:xfrm>
            </p:spPr>
            <p:txBody>
              <a:bodyPr>
                <a:normAutofit/>
              </a:bodyPr>
              <a:lstStyle/>
              <a:p>
                <a:r>
                  <a:rPr lang="zh-CN" altLang="en-US" sz="2800" b="1" dirty="0"/>
                  <a:t>系统 </a:t>
                </a:r>
                <a14:m>
                  <m:oMath xmlns:m="http://schemas.openxmlformats.org/officeDocument/2006/math">
                    <m:acc>
                      <m:accPr>
                        <m:chr m:val="̇"/>
                        <m:ctrlPr>
                          <a:rPr lang="zh-CN" altLang="zh-CN" sz="2800" i="1">
                            <a:latin typeface="Cambria Math" panose="02040503050406030204" pitchFamily="18" charset="0"/>
                          </a:rPr>
                        </m:ctrlPr>
                      </m:accPr>
                      <m:e>
                        <m:r>
                          <a:rPr lang="en-US" altLang="zh-CN" sz="2800" b="1" i="1">
                            <a:latin typeface="Cambria Math" panose="02040503050406030204" pitchFamily="18" charset="0"/>
                          </a:rPr>
                          <m:t>𝒙</m:t>
                        </m:r>
                      </m:e>
                    </m:acc>
                    <m:r>
                      <a:rPr lang="en-US" altLang="zh-CN" sz="2800" i="1">
                        <a:latin typeface="Cambria Math" panose="02040503050406030204" pitchFamily="18" charset="0"/>
                      </a:rPr>
                      <m:t>=</m:t>
                    </m:r>
                    <m:r>
                      <a:rPr lang="en-US" altLang="zh-CN" sz="2800" b="1" i="1">
                        <a:latin typeface="Cambria Math" panose="02040503050406030204" pitchFamily="18" charset="0"/>
                      </a:rPr>
                      <m:t>𝒇</m:t>
                    </m:r>
                    <m:d>
                      <m:dPr>
                        <m:ctrlPr>
                          <a:rPr lang="en-US" altLang="zh-CN" sz="2800" b="1" i="1">
                            <a:latin typeface="Cambria Math" panose="02040503050406030204" pitchFamily="18" charset="0"/>
                          </a:rPr>
                        </m:ctrlPr>
                      </m:dPr>
                      <m:e>
                        <m:r>
                          <a:rPr lang="en-US" altLang="zh-CN" sz="2800" b="1" i="1">
                            <a:latin typeface="Cambria Math" panose="02040503050406030204" pitchFamily="18" charset="0"/>
                          </a:rPr>
                          <m:t>𝒙</m:t>
                        </m:r>
                      </m:e>
                    </m:d>
                  </m:oMath>
                </a14:m>
                <a:endParaRPr lang="en-US" altLang="zh-CN" sz="2800" b="1" dirty="0"/>
              </a:p>
              <a:p>
                <a:r>
                  <a:rPr lang="zh-CN" altLang="en-US" sz="2800" b="1" dirty="0"/>
                  <a:t>对</a:t>
                </a:r>
                <a:r>
                  <a:rPr lang="zh-CN" altLang="zh-CN" sz="2800" b="1" dirty="0"/>
                  <a:t>连续可微的正定函数</a:t>
                </a:r>
                <a:r>
                  <a:rPr lang="en-US" altLang="zh-CN" sz="2800" b="1" dirty="0"/>
                  <a:t> </a:t>
                </a:r>
                <a14:m>
                  <m:oMath xmlns:m="http://schemas.openxmlformats.org/officeDocument/2006/math">
                    <m:r>
                      <a:rPr lang="en-US" altLang="zh-CN" sz="2800" b="0" i="1">
                        <a:latin typeface="Cambria Math" panose="02040503050406030204" pitchFamily="18" charset="0"/>
                      </a:rPr>
                      <m:t>𝑉</m:t>
                    </m:r>
                    <m:r>
                      <a:rPr lang="en-US" altLang="zh-CN" sz="2800" b="1" i="1">
                        <a:latin typeface="Cambria Math" panose="02040503050406030204" pitchFamily="18" charset="0"/>
                      </a:rPr>
                      <m:t>(</m:t>
                    </m:r>
                    <m:r>
                      <a:rPr lang="en-US" altLang="zh-CN" sz="2800" b="1" i="1">
                        <a:latin typeface="Cambria Math" panose="02040503050406030204" pitchFamily="18" charset="0"/>
                      </a:rPr>
                      <m:t>𝒙</m:t>
                    </m:r>
                    <m:r>
                      <a:rPr lang="en-US" altLang="zh-CN" sz="2800" b="1" i="1">
                        <a:latin typeface="Cambria Math" panose="02040503050406030204" pitchFamily="18" charset="0"/>
                      </a:rPr>
                      <m:t>):</m:t>
                    </m:r>
                    <m:r>
                      <a:rPr lang="en-US" altLang="zh-CN" sz="2800" b="0" i="1">
                        <a:latin typeface="Cambria Math" panose="02040503050406030204" pitchFamily="18" charset="0"/>
                      </a:rPr>
                      <m:t>𝐵</m:t>
                    </m:r>
                    <m:r>
                      <a:rPr lang="en-US" altLang="zh-CN" sz="2800" b="0" i="1">
                        <a:latin typeface="Cambria Math" panose="02040503050406030204" pitchFamily="18" charset="0"/>
                      </a:rPr>
                      <m:t>→</m:t>
                    </m:r>
                    <m:r>
                      <a:rPr lang="en-US" altLang="zh-CN" sz="2800" b="0" i="1">
                        <a:latin typeface="Cambria Math" panose="02040503050406030204" pitchFamily="18" charset="0"/>
                      </a:rPr>
                      <m:t>ℝ</m:t>
                    </m:r>
                  </m:oMath>
                </a14:m>
                <a:r>
                  <a:rPr lang="zh-CN" altLang="zh-CN" sz="2800" b="1" dirty="0"/>
                  <a:t>和</a:t>
                </a:r>
                <a:br>
                  <a:rPr lang="en-US" altLang="zh-CN" sz="2800" b="1" dirty="0"/>
                </a:br>
                <a:r>
                  <a:rPr lang="en-US" altLang="zh-CN" sz="2800" b="1" dirty="0"/>
                  <a:t>    </a:t>
                </a:r>
                <a:r>
                  <a:rPr lang="zh-CN" altLang="zh-CN" sz="2800" b="1" dirty="0"/>
                  <a:t>常数</a:t>
                </a:r>
                <a:r>
                  <a:rPr lang="en-US" altLang="zh-CN" sz="2800" b="1" dirty="0"/>
                  <a:t> </a:t>
                </a:r>
                <a14:m>
                  <m:oMath xmlns:m="http://schemas.openxmlformats.org/officeDocument/2006/math">
                    <m:sSub>
                      <m:sSubPr>
                        <m:ctrlPr>
                          <a:rPr lang="zh-CN" altLang="zh-CN" sz="2800" i="1">
                            <a:latin typeface="Cambria Math" panose="02040503050406030204" pitchFamily="18" charset="0"/>
                          </a:rPr>
                        </m:ctrlPr>
                      </m:sSubPr>
                      <m:e>
                        <m:r>
                          <a:rPr lang="en-US" altLang="zh-CN" sz="2800" b="0" i="1">
                            <a:latin typeface="Cambria Math" panose="02040503050406030204" pitchFamily="18" charset="0"/>
                          </a:rPr>
                          <m:t>𝑐</m:t>
                        </m:r>
                      </m:e>
                      <m:sub>
                        <m:r>
                          <a:rPr lang="en-US" altLang="zh-CN" sz="2800" b="0" i="1">
                            <a:latin typeface="Cambria Math" panose="02040503050406030204" pitchFamily="18" charset="0"/>
                          </a:rPr>
                          <m:t>1</m:t>
                        </m:r>
                      </m:sub>
                    </m:sSub>
                    <m:r>
                      <a:rPr lang="en-US" altLang="zh-CN" sz="2800" b="0" i="1">
                        <a:latin typeface="Cambria Math" panose="02040503050406030204" pitchFamily="18" charset="0"/>
                      </a:rPr>
                      <m:t>,</m:t>
                    </m:r>
                    <m:sSub>
                      <m:sSubPr>
                        <m:ctrlPr>
                          <a:rPr lang="zh-CN" altLang="zh-CN" sz="2800" i="1">
                            <a:latin typeface="Cambria Math" panose="02040503050406030204" pitchFamily="18" charset="0"/>
                          </a:rPr>
                        </m:ctrlPr>
                      </m:sSubPr>
                      <m:e>
                        <m:r>
                          <a:rPr lang="en-US" altLang="zh-CN" sz="2800" b="0" i="1">
                            <a:latin typeface="Cambria Math" panose="02040503050406030204" pitchFamily="18" charset="0"/>
                          </a:rPr>
                          <m:t>𝑐</m:t>
                        </m:r>
                      </m:e>
                      <m:sub>
                        <m:r>
                          <a:rPr lang="en-US" altLang="zh-CN" sz="2800" b="0" i="1">
                            <a:latin typeface="Cambria Math" panose="02040503050406030204" pitchFamily="18" charset="0"/>
                          </a:rPr>
                          <m:t>2</m:t>
                        </m:r>
                      </m:sub>
                    </m:sSub>
                    <m:r>
                      <a:rPr lang="en-US" altLang="zh-CN" sz="2800" b="0" i="1">
                        <a:latin typeface="Cambria Math" panose="02040503050406030204" pitchFamily="18" charset="0"/>
                      </a:rPr>
                      <m:t>,</m:t>
                    </m:r>
                    <m:sSub>
                      <m:sSubPr>
                        <m:ctrlPr>
                          <a:rPr lang="zh-CN" altLang="zh-CN" sz="2800" i="1">
                            <a:latin typeface="Cambria Math" panose="02040503050406030204" pitchFamily="18" charset="0"/>
                          </a:rPr>
                        </m:ctrlPr>
                      </m:sSubPr>
                      <m:e>
                        <m:r>
                          <a:rPr lang="en-US" altLang="zh-CN" sz="2800" b="0" i="1">
                            <a:latin typeface="Cambria Math" panose="02040503050406030204" pitchFamily="18" charset="0"/>
                          </a:rPr>
                          <m:t>𝑐</m:t>
                        </m:r>
                      </m:e>
                      <m:sub>
                        <m:r>
                          <a:rPr lang="en-US" altLang="zh-CN" sz="2800" b="0" i="1">
                            <a:latin typeface="Cambria Math" panose="02040503050406030204" pitchFamily="18" charset="0"/>
                          </a:rPr>
                          <m:t>3</m:t>
                        </m:r>
                      </m:sub>
                    </m:sSub>
                    <m:r>
                      <a:rPr lang="en-US" altLang="zh-CN" sz="2800" b="0" i="1">
                        <a:latin typeface="Cambria Math" panose="02040503050406030204" pitchFamily="18" charset="0"/>
                      </a:rPr>
                      <m:t>&gt;0</m:t>
                    </m:r>
                  </m:oMath>
                </a14:m>
                <a:r>
                  <a:rPr lang="zh-CN" altLang="en-US" sz="2800" b="1" dirty="0"/>
                  <a:t>，有</a:t>
                </a:r>
                <a:br>
                  <a:rPr lang="en-US" altLang="zh-CN" sz="2800" b="1" dirty="0"/>
                </a:br>
                <a14:m>
                  <m:oMath xmlns:m="http://schemas.openxmlformats.org/officeDocument/2006/math">
                    <m:sSub>
                      <m:sSubPr>
                        <m:ctrlPr>
                          <a:rPr lang="zh-CN" altLang="zh-CN" sz="2800" i="1">
                            <a:latin typeface="Cambria Math" panose="02040503050406030204" pitchFamily="18" charset="0"/>
                          </a:rPr>
                        </m:ctrlPr>
                      </m:sSubPr>
                      <m:e>
                        <m:r>
                          <a:rPr lang="en-US" altLang="zh-CN" sz="2800" i="1">
                            <a:latin typeface="Cambria Math" panose="02040503050406030204" pitchFamily="18" charset="0"/>
                          </a:rPr>
                          <m:t>𝑐</m:t>
                        </m:r>
                      </m:e>
                      <m:sub>
                        <m:r>
                          <a:rPr lang="en-US" altLang="zh-CN" sz="2800" i="1">
                            <a:latin typeface="Cambria Math" panose="02040503050406030204" pitchFamily="18" charset="0"/>
                          </a:rPr>
                          <m:t>1</m:t>
                        </m:r>
                      </m:sub>
                    </m:sSub>
                    <m:sSup>
                      <m:sSupPr>
                        <m:ctrlPr>
                          <a:rPr lang="zh-CN" altLang="zh-CN" sz="2800" i="1">
                            <a:latin typeface="Cambria Math" panose="02040503050406030204" pitchFamily="18" charset="0"/>
                          </a:rPr>
                        </m:ctrlPr>
                      </m:sSupPr>
                      <m:e>
                        <m:d>
                          <m:dPr>
                            <m:begChr m:val="‖"/>
                            <m:endChr m:val="‖"/>
                            <m:ctrlPr>
                              <a:rPr lang="zh-CN" altLang="zh-CN" sz="2800" i="1">
                                <a:latin typeface="Cambria Math" panose="02040503050406030204" pitchFamily="18" charset="0"/>
                              </a:rPr>
                            </m:ctrlPr>
                          </m:dPr>
                          <m:e>
                            <m:r>
                              <a:rPr lang="en-US" altLang="zh-CN" sz="2800" b="1" i="1">
                                <a:latin typeface="Cambria Math" panose="02040503050406030204" pitchFamily="18" charset="0"/>
                              </a:rPr>
                              <m:t>𝒙</m:t>
                            </m:r>
                          </m:e>
                        </m:d>
                      </m:e>
                      <m:sup>
                        <m:r>
                          <a:rPr lang="en-US" altLang="zh-CN" sz="2800" i="1">
                            <a:latin typeface="Cambria Math" panose="02040503050406030204" pitchFamily="18" charset="0"/>
                          </a:rPr>
                          <m:t>2</m:t>
                        </m:r>
                      </m:sup>
                    </m:sSup>
                    <m:r>
                      <a:rPr lang="en-US" altLang="zh-CN" sz="2800" i="1">
                        <a:latin typeface="Cambria Math" panose="02040503050406030204" pitchFamily="18" charset="0"/>
                      </a:rPr>
                      <m:t>≤</m:t>
                    </m:r>
                    <m:r>
                      <a:rPr lang="en-US" altLang="zh-CN" sz="2800" i="1">
                        <a:latin typeface="Cambria Math" panose="02040503050406030204" pitchFamily="18" charset="0"/>
                      </a:rPr>
                      <m:t>𝑉</m:t>
                    </m:r>
                    <m:r>
                      <a:rPr lang="en-US" altLang="zh-CN" sz="2800" i="1">
                        <a:latin typeface="Cambria Math" panose="02040503050406030204" pitchFamily="18" charset="0"/>
                      </a:rPr>
                      <m:t>(</m:t>
                    </m:r>
                    <m:r>
                      <a:rPr lang="en-US" altLang="zh-CN" sz="2800" b="1" i="1">
                        <a:latin typeface="Cambria Math" panose="02040503050406030204" pitchFamily="18" charset="0"/>
                      </a:rPr>
                      <m:t>𝒙</m:t>
                    </m:r>
                    <m:r>
                      <a:rPr lang="en-US" altLang="zh-CN" sz="2800" i="1">
                        <a:latin typeface="Cambria Math" panose="02040503050406030204" pitchFamily="18" charset="0"/>
                      </a:rPr>
                      <m:t>)≤</m:t>
                    </m:r>
                    <m:sSub>
                      <m:sSubPr>
                        <m:ctrlPr>
                          <a:rPr lang="zh-CN" altLang="zh-CN" sz="2800" i="1">
                            <a:latin typeface="Cambria Math" panose="02040503050406030204" pitchFamily="18" charset="0"/>
                          </a:rPr>
                        </m:ctrlPr>
                      </m:sSubPr>
                      <m:e>
                        <m:r>
                          <a:rPr lang="en-US" altLang="zh-CN" sz="2800" i="1">
                            <a:latin typeface="Cambria Math" panose="02040503050406030204" pitchFamily="18" charset="0"/>
                          </a:rPr>
                          <m:t>𝑐</m:t>
                        </m:r>
                      </m:e>
                      <m:sub>
                        <m:r>
                          <a:rPr lang="en-US" altLang="zh-CN" sz="2800" i="1">
                            <a:latin typeface="Cambria Math" panose="02040503050406030204" pitchFamily="18" charset="0"/>
                          </a:rPr>
                          <m:t>2</m:t>
                        </m:r>
                      </m:sub>
                    </m:sSub>
                    <m:sSup>
                      <m:sSupPr>
                        <m:ctrlPr>
                          <a:rPr lang="zh-CN" altLang="zh-CN" sz="2800" i="1">
                            <a:latin typeface="Cambria Math" panose="02040503050406030204" pitchFamily="18" charset="0"/>
                          </a:rPr>
                        </m:ctrlPr>
                      </m:sSupPr>
                      <m:e>
                        <m:d>
                          <m:dPr>
                            <m:begChr m:val="‖"/>
                            <m:endChr m:val="‖"/>
                            <m:ctrlPr>
                              <a:rPr lang="zh-CN" altLang="zh-CN" sz="2800" i="1">
                                <a:latin typeface="Cambria Math" panose="02040503050406030204" pitchFamily="18" charset="0"/>
                              </a:rPr>
                            </m:ctrlPr>
                          </m:dPr>
                          <m:e>
                            <m:r>
                              <a:rPr lang="en-US" altLang="zh-CN" sz="2800" b="1" i="1">
                                <a:latin typeface="Cambria Math" panose="02040503050406030204" pitchFamily="18" charset="0"/>
                              </a:rPr>
                              <m:t>𝒙</m:t>
                            </m:r>
                          </m:e>
                        </m:d>
                      </m:e>
                      <m:sup>
                        <m:r>
                          <a:rPr lang="en-US" altLang="zh-CN" sz="2800" i="1">
                            <a:latin typeface="Cambria Math" panose="02040503050406030204" pitchFamily="18" charset="0"/>
                          </a:rPr>
                          <m:t>2</m:t>
                        </m:r>
                      </m:sup>
                    </m:sSup>
                    <m:r>
                      <a:rPr lang="en-US" altLang="zh-CN" sz="2800" i="1">
                        <a:latin typeface="Cambria Math" panose="02040503050406030204" pitchFamily="18" charset="0"/>
                      </a:rPr>
                      <m:t>,  </m:t>
                    </m:r>
                    <m:acc>
                      <m:accPr>
                        <m:chr m:val="̇"/>
                        <m:ctrlPr>
                          <a:rPr lang="zh-CN" altLang="zh-CN" sz="2800" i="1">
                            <a:latin typeface="Cambria Math" panose="02040503050406030204" pitchFamily="18" charset="0"/>
                          </a:rPr>
                        </m:ctrlPr>
                      </m:accPr>
                      <m:e>
                        <m:r>
                          <a:rPr lang="en-US" altLang="zh-CN" sz="2800" i="1">
                            <a:latin typeface="Cambria Math" panose="02040503050406030204" pitchFamily="18" charset="0"/>
                          </a:rPr>
                          <m:t>𝑉</m:t>
                        </m:r>
                      </m:e>
                    </m:acc>
                    <m:r>
                      <a:rPr lang="en-US" altLang="zh-CN" sz="2800" i="1">
                        <a:latin typeface="Cambria Math" panose="02040503050406030204" pitchFamily="18" charset="0"/>
                      </a:rPr>
                      <m:t>(</m:t>
                    </m:r>
                    <m:r>
                      <a:rPr lang="en-US" altLang="zh-CN" sz="2800" b="1" i="1">
                        <a:latin typeface="Cambria Math" panose="02040503050406030204" pitchFamily="18" charset="0"/>
                      </a:rPr>
                      <m:t>𝒙</m:t>
                    </m:r>
                    <m:r>
                      <a:rPr lang="en-US" altLang="zh-CN" sz="2800" i="1">
                        <a:latin typeface="Cambria Math" panose="02040503050406030204" pitchFamily="18" charset="0"/>
                      </a:rPr>
                      <m:t>)≤ −</m:t>
                    </m:r>
                    <m:sSub>
                      <m:sSubPr>
                        <m:ctrlPr>
                          <a:rPr lang="zh-CN" altLang="zh-CN" sz="2800" i="1">
                            <a:latin typeface="Cambria Math" panose="02040503050406030204" pitchFamily="18" charset="0"/>
                          </a:rPr>
                        </m:ctrlPr>
                      </m:sSubPr>
                      <m:e>
                        <m:r>
                          <a:rPr lang="en-US" altLang="zh-CN" sz="2800" i="1">
                            <a:latin typeface="Cambria Math" panose="02040503050406030204" pitchFamily="18" charset="0"/>
                          </a:rPr>
                          <m:t>𝑐</m:t>
                        </m:r>
                      </m:e>
                      <m:sub>
                        <m:r>
                          <a:rPr lang="en-US" altLang="zh-CN" sz="2800" i="1">
                            <a:latin typeface="Cambria Math" panose="02040503050406030204" pitchFamily="18" charset="0"/>
                          </a:rPr>
                          <m:t>3</m:t>
                        </m:r>
                      </m:sub>
                    </m:sSub>
                    <m:sSup>
                      <m:sSupPr>
                        <m:ctrlPr>
                          <a:rPr lang="zh-CN" altLang="zh-CN" sz="2800" i="1">
                            <a:latin typeface="Cambria Math" panose="02040503050406030204" pitchFamily="18" charset="0"/>
                          </a:rPr>
                        </m:ctrlPr>
                      </m:sSupPr>
                      <m:e>
                        <m:d>
                          <m:dPr>
                            <m:begChr m:val="‖"/>
                            <m:endChr m:val="‖"/>
                            <m:ctrlPr>
                              <a:rPr lang="zh-CN" altLang="zh-CN" sz="2800" i="1">
                                <a:latin typeface="Cambria Math" panose="02040503050406030204" pitchFamily="18" charset="0"/>
                              </a:rPr>
                            </m:ctrlPr>
                          </m:dPr>
                          <m:e>
                            <m:r>
                              <a:rPr lang="en-US" altLang="zh-CN" sz="2800" b="1" i="1">
                                <a:latin typeface="Cambria Math" panose="02040503050406030204" pitchFamily="18" charset="0"/>
                              </a:rPr>
                              <m:t>𝒙</m:t>
                            </m:r>
                          </m:e>
                        </m:d>
                      </m:e>
                      <m:sup>
                        <m:r>
                          <a:rPr lang="en-US" altLang="zh-CN" sz="2800" i="1">
                            <a:latin typeface="Cambria Math" panose="02040503050406030204" pitchFamily="18" charset="0"/>
                          </a:rPr>
                          <m:t>2</m:t>
                        </m:r>
                      </m:sup>
                    </m:sSup>
                  </m:oMath>
                </a14:m>
                <a:endParaRPr lang="en-US" altLang="zh-CN" sz="2800" b="1" dirty="0"/>
              </a:p>
              <a:p>
                <a:pPr>
                  <a:lnSpc>
                    <a:spcPct val="110000"/>
                  </a:lnSpc>
                </a:pPr>
                <a:r>
                  <a:rPr lang="zh-CN" altLang="en-US" sz="2800" b="1" dirty="0"/>
                  <a:t>证明</a:t>
                </a:r>
                <a:r>
                  <a:rPr lang="zh-CN" altLang="en-US" sz="2800" b="1" dirty="0">
                    <a:solidFill>
                      <a:srgbClr val="FFFF00"/>
                    </a:solidFill>
                  </a:rPr>
                  <a:t>局部指数稳定</a:t>
                </a:r>
                <a:r>
                  <a:rPr lang="zh-CN" altLang="en-US" sz="2800" b="1" dirty="0"/>
                  <a:t>（</a:t>
                </a:r>
                <a:r>
                  <a:rPr lang="zh-CN" altLang="zh-CN" sz="2800" dirty="0"/>
                  <a:t>证明指数稳定性定理</a:t>
                </a:r>
                <a:r>
                  <a:rPr lang="zh-CN" altLang="en-US" sz="2800" b="1" dirty="0"/>
                  <a:t>）</a:t>
                </a:r>
                <a:endParaRPr lang="en-US" altLang="zh-CN" sz="2800" b="1" dirty="0"/>
              </a:p>
              <a:p>
                <a:pPr>
                  <a:lnSpc>
                    <a:spcPct val="110000"/>
                  </a:lnSpc>
                </a:pPr>
                <a:r>
                  <a:rPr lang="zh-CN" altLang="en-US" sz="2800" b="1" dirty="0"/>
                  <a:t>需要：</a:t>
                </a:r>
                <a14:m>
                  <m:oMath xmlns:m="http://schemas.openxmlformats.org/officeDocument/2006/math">
                    <m:acc>
                      <m:accPr>
                        <m:chr m:val="̇"/>
                        <m:ctrlPr>
                          <a:rPr lang="zh-CN" altLang="zh-CN" sz="2800" i="1">
                            <a:latin typeface="Cambria Math" panose="02040503050406030204" pitchFamily="18" charset="0"/>
                          </a:rPr>
                        </m:ctrlPr>
                      </m:accPr>
                      <m:e>
                        <m:r>
                          <a:rPr lang="en-US" altLang="zh-CN" sz="2800" i="1">
                            <a:latin typeface="Cambria Math" panose="02040503050406030204" pitchFamily="18" charset="0"/>
                          </a:rPr>
                          <m:t>𝑉</m:t>
                        </m:r>
                      </m:e>
                    </m:acc>
                  </m:oMath>
                </a14:m>
                <a:r>
                  <a:rPr lang="zh-CN" altLang="en-US" sz="2800" b="1" dirty="0"/>
                  <a:t>和</a:t>
                </a:r>
                <a14:m>
                  <m:oMath xmlns:m="http://schemas.openxmlformats.org/officeDocument/2006/math">
                    <m:r>
                      <a:rPr lang="en-US" altLang="zh-CN" sz="2800" i="1">
                        <a:latin typeface="Cambria Math" panose="02040503050406030204" pitchFamily="18" charset="0"/>
                      </a:rPr>
                      <m:t>𝑉</m:t>
                    </m:r>
                  </m:oMath>
                </a14:m>
                <a:r>
                  <a:rPr lang="zh-CN" altLang="en-US" sz="2800" b="1" dirty="0"/>
                  <a:t>之间的关系</a:t>
                </a:r>
                <a:endParaRPr lang="en-US" altLang="zh-CN" sz="2800" b="1" dirty="0"/>
              </a:p>
              <a:p>
                <a:pPr>
                  <a:lnSpc>
                    <a:spcPct val="110000"/>
                  </a:lnSpc>
                </a:pPr>
                <a:r>
                  <a:rPr lang="zh-CN" altLang="en-US" sz="2800" b="1" dirty="0">
                    <a:solidFill>
                      <a:srgbClr val="FFFF00"/>
                    </a:solidFill>
                  </a:rPr>
                  <a:t>由</a:t>
                </a:r>
                <a:br>
                  <a:rPr lang="en-US" altLang="zh-CN" sz="2800" b="1" dirty="0">
                    <a:solidFill>
                      <a:srgbClr val="FFFF00"/>
                    </a:solidFill>
                  </a:rPr>
                </a:br>
                <a14:m>
                  <m:oMath xmlns:m="http://schemas.openxmlformats.org/officeDocument/2006/math">
                    <m:sSup>
                      <m:sSupPr>
                        <m:ctrlPr>
                          <a:rPr lang="zh-CN" altLang="zh-CN" sz="2800" i="1">
                            <a:latin typeface="Cambria Math" panose="02040503050406030204" pitchFamily="18" charset="0"/>
                          </a:rPr>
                        </m:ctrlPr>
                      </m:sSupPr>
                      <m:e>
                        <m:d>
                          <m:dPr>
                            <m:begChr m:val="‖"/>
                            <m:endChr m:val="‖"/>
                            <m:ctrlPr>
                              <a:rPr lang="zh-CN" altLang="zh-CN" sz="2800" i="1">
                                <a:latin typeface="Cambria Math" panose="02040503050406030204" pitchFamily="18" charset="0"/>
                              </a:rPr>
                            </m:ctrlPr>
                          </m:dPr>
                          <m:e>
                            <m:r>
                              <a:rPr lang="en-US" altLang="zh-CN" sz="2800" b="1" i="1">
                                <a:latin typeface="Cambria Math" panose="02040503050406030204" pitchFamily="18" charset="0"/>
                              </a:rPr>
                              <m:t>𝒙</m:t>
                            </m:r>
                          </m:e>
                        </m:d>
                      </m:e>
                      <m:sup>
                        <m:r>
                          <a:rPr lang="en-US" altLang="zh-CN" sz="2800" i="1">
                            <a:latin typeface="Cambria Math" panose="02040503050406030204" pitchFamily="18" charset="0"/>
                          </a:rPr>
                          <m:t>2</m:t>
                        </m:r>
                      </m:sup>
                    </m:sSup>
                    <m:r>
                      <a:rPr lang="en-US" altLang="zh-CN" sz="2800" i="1">
                        <a:latin typeface="Cambria Math" panose="02040503050406030204" pitchFamily="18" charset="0"/>
                      </a:rPr>
                      <m:t>≤</m:t>
                    </m:r>
                    <m:f>
                      <m:fPr>
                        <m:type m:val="lin"/>
                        <m:ctrlPr>
                          <a:rPr lang="en-US" altLang="zh-CN" sz="2800" i="1" smtClean="0">
                            <a:latin typeface="Cambria Math" panose="02040503050406030204" pitchFamily="18" charset="0"/>
                          </a:rPr>
                        </m:ctrlPr>
                      </m:fPr>
                      <m:num>
                        <m:r>
                          <a:rPr lang="en-US" altLang="zh-CN" sz="2800" i="1">
                            <a:latin typeface="Cambria Math" panose="02040503050406030204" pitchFamily="18" charset="0"/>
                          </a:rPr>
                          <m:t>𝑉</m:t>
                        </m:r>
                        <m:d>
                          <m:dPr>
                            <m:ctrlPr>
                              <a:rPr lang="en-US" altLang="zh-CN" sz="2800" i="1">
                                <a:latin typeface="Cambria Math" panose="02040503050406030204" pitchFamily="18" charset="0"/>
                              </a:rPr>
                            </m:ctrlPr>
                          </m:dPr>
                          <m:e>
                            <m:r>
                              <a:rPr lang="en-US" altLang="zh-CN" sz="2800" b="1" i="1">
                                <a:latin typeface="Cambria Math" panose="02040503050406030204" pitchFamily="18" charset="0"/>
                              </a:rPr>
                              <m:t>𝒙</m:t>
                            </m:r>
                          </m:e>
                        </m:d>
                      </m:num>
                      <m:den>
                        <m:sSub>
                          <m:sSubPr>
                            <m:ctrlPr>
                              <a:rPr lang="zh-CN" altLang="zh-CN" sz="2800" i="1">
                                <a:latin typeface="Cambria Math" panose="02040503050406030204" pitchFamily="18" charset="0"/>
                              </a:rPr>
                            </m:ctrlPr>
                          </m:sSubPr>
                          <m:e>
                            <m:r>
                              <a:rPr lang="en-US" altLang="zh-CN" sz="2800" i="1">
                                <a:latin typeface="Cambria Math" panose="02040503050406030204" pitchFamily="18" charset="0"/>
                              </a:rPr>
                              <m:t>𝑐</m:t>
                            </m:r>
                          </m:e>
                          <m:sub>
                            <m:r>
                              <a:rPr lang="en-US" altLang="zh-CN" sz="2800" i="1">
                                <a:latin typeface="Cambria Math" panose="02040503050406030204" pitchFamily="18" charset="0"/>
                              </a:rPr>
                              <m:t>1</m:t>
                            </m:r>
                          </m:sub>
                        </m:sSub>
                      </m:den>
                    </m:f>
                    <m:r>
                      <a:rPr lang="en-US" altLang="zh-CN" sz="2800" i="1" smtClean="0">
                        <a:latin typeface="Cambria Math" panose="02040503050406030204" pitchFamily="18" charset="0"/>
                        <a:ea typeface="Cambria Math" panose="02040503050406030204" pitchFamily="18" charset="0"/>
                      </a:rPr>
                      <m:t>⇒</m:t>
                    </m:r>
                    <m:r>
                      <a:rPr lang="en-US" altLang="zh-CN" sz="2800" b="0" i="1" smtClean="0">
                        <a:latin typeface="Cambria Math" panose="02040503050406030204" pitchFamily="18" charset="0"/>
                        <a:ea typeface="Cambria Math" panose="02040503050406030204" pitchFamily="18" charset="0"/>
                      </a:rPr>
                      <m:t>−</m:t>
                    </m:r>
                    <m:sSup>
                      <m:sSupPr>
                        <m:ctrlPr>
                          <a:rPr lang="zh-CN" altLang="zh-CN" sz="2800" i="1">
                            <a:latin typeface="Cambria Math" panose="02040503050406030204" pitchFamily="18" charset="0"/>
                          </a:rPr>
                        </m:ctrlPr>
                      </m:sSupPr>
                      <m:e>
                        <m:d>
                          <m:dPr>
                            <m:begChr m:val="‖"/>
                            <m:endChr m:val="‖"/>
                            <m:ctrlPr>
                              <a:rPr lang="zh-CN" altLang="zh-CN" sz="2800" i="1">
                                <a:latin typeface="Cambria Math" panose="02040503050406030204" pitchFamily="18" charset="0"/>
                              </a:rPr>
                            </m:ctrlPr>
                          </m:dPr>
                          <m:e>
                            <m:r>
                              <a:rPr lang="en-US" altLang="zh-CN" sz="2800" b="1" i="1">
                                <a:latin typeface="Cambria Math" panose="02040503050406030204" pitchFamily="18" charset="0"/>
                              </a:rPr>
                              <m:t>𝒙</m:t>
                            </m:r>
                          </m:e>
                        </m:d>
                      </m:e>
                      <m:sup>
                        <m:r>
                          <a:rPr lang="en-US" altLang="zh-CN" sz="2800" i="1">
                            <a:latin typeface="Cambria Math" panose="02040503050406030204" pitchFamily="18" charset="0"/>
                          </a:rPr>
                          <m:t>2</m:t>
                        </m:r>
                      </m:sup>
                    </m:sSup>
                    <m:r>
                      <a:rPr lang="en-US" altLang="zh-CN" sz="2800" i="1" smtClean="0">
                        <a:latin typeface="Cambria Math" panose="02040503050406030204" pitchFamily="18" charset="0"/>
                        <a:ea typeface="Cambria Math" panose="02040503050406030204" pitchFamily="18" charset="0"/>
                      </a:rPr>
                      <m:t>≥</m:t>
                    </m:r>
                    <m:r>
                      <a:rPr lang="en-US" altLang="zh-CN" sz="2800" b="0" i="1" smtClean="0">
                        <a:latin typeface="Cambria Math" panose="02040503050406030204" pitchFamily="18" charset="0"/>
                        <a:ea typeface="Cambria Math" panose="02040503050406030204" pitchFamily="18" charset="0"/>
                      </a:rPr>
                      <m:t>−</m:t>
                    </m:r>
                    <m:f>
                      <m:fPr>
                        <m:type m:val="lin"/>
                        <m:ctrlPr>
                          <a:rPr lang="en-US" altLang="zh-CN" sz="2800" i="1">
                            <a:latin typeface="Cambria Math" panose="02040503050406030204" pitchFamily="18" charset="0"/>
                          </a:rPr>
                        </m:ctrlPr>
                      </m:fPr>
                      <m:num>
                        <m:r>
                          <a:rPr lang="en-US" altLang="zh-CN" sz="2800" i="1">
                            <a:latin typeface="Cambria Math" panose="02040503050406030204" pitchFamily="18" charset="0"/>
                          </a:rPr>
                          <m:t>𝑉</m:t>
                        </m:r>
                        <m:d>
                          <m:dPr>
                            <m:ctrlPr>
                              <a:rPr lang="en-US" altLang="zh-CN" sz="2800" i="1">
                                <a:latin typeface="Cambria Math" panose="02040503050406030204" pitchFamily="18" charset="0"/>
                              </a:rPr>
                            </m:ctrlPr>
                          </m:dPr>
                          <m:e>
                            <m:r>
                              <a:rPr lang="en-US" altLang="zh-CN" sz="2800" b="1" i="1">
                                <a:latin typeface="Cambria Math" panose="02040503050406030204" pitchFamily="18" charset="0"/>
                              </a:rPr>
                              <m:t>𝒙</m:t>
                            </m:r>
                          </m:e>
                        </m:d>
                      </m:num>
                      <m:den>
                        <m:sSub>
                          <m:sSubPr>
                            <m:ctrlPr>
                              <a:rPr lang="zh-CN" altLang="zh-CN" sz="2800" i="1">
                                <a:latin typeface="Cambria Math" panose="02040503050406030204" pitchFamily="18" charset="0"/>
                              </a:rPr>
                            </m:ctrlPr>
                          </m:sSubPr>
                          <m:e>
                            <m:r>
                              <a:rPr lang="en-US" altLang="zh-CN" sz="2800" i="1">
                                <a:latin typeface="Cambria Math" panose="02040503050406030204" pitchFamily="18" charset="0"/>
                              </a:rPr>
                              <m:t>𝑐</m:t>
                            </m:r>
                          </m:e>
                          <m:sub>
                            <m:r>
                              <a:rPr lang="en-US" altLang="zh-CN" sz="2800" i="1">
                                <a:latin typeface="Cambria Math" panose="02040503050406030204" pitchFamily="18" charset="0"/>
                              </a:rPr>
                              <m:t>1</m:t>
                            </m:r>
                          </m:sub>
                        </m:sSub>
                      </m:den>
                    </m:f>
                  </m:oMath>
                </a14:m>
                <a:br>
                  <a:rPr lang="en-US" altLang="zh-CN" sz="2800" b="1" dirty="0"/>
                </a:br>
                <a14:m>
                  <m:oMath xmlns:m="http://schemas.openxmlformats.org/officeDocument/2006/math">
                    <m:sSup>
                      <m:sSupPr>
                        <m:ctrlPr>
                          <a:rPr lang="zh-CN" altLang="zh-CN" sz="2800" i="1">
                            <a:latin typeface="Cambria Math" panose="02040503050406030204" pitchFamily="18" charset="0"/>
                          </a:rPr>
                        </m:ctrlPr>
                      </m:sSupPr>
                      <m:e>
                        <m:d>
                          <m:dPr>
                            <m:begChr m:val="‖"/>
                            <m:endChr m:val="‖"/>
                            <m:ctrlPr>
                              <a:rPr lang="zh-CN" altLang="zh-CN" sz="2800" i="1">
                                <a:latin typeface="Cambria Math" panose="02040503050406030204" pitchFamily="18" charset="0"/>
                              </a:rPr>
                            </m:ctrlPr>
                          </m:dPr>
                          <m:e>
                            <m:r>
                              <a:rPr lang="en-US" altLang="zh-CN" sz="2800" b="1" i="1">
                                <a:latin typeface="Cambria Math" panose="02040503050406030204" pitchFamily="18" charset="0"/>
                              </a:rPr>
                              <m:t>𝒙</m:t>
                            </m:r>
                          </m:e>
                        </m:d>
                      </m:e>
                      <m:sup>
                        <m:r>
                          <a:rPr lang="en-US" altLang="zh-CN" sz="2800" i="1">
                            <a:latin typeface="Cambria Math" panose="02040503050406030204" pitchFamily="18" charset="0"/>
                          </a:rPr>
                          <m:t>2</m:t>
                        </m:r>
                      </m:sup>
                    </m:sSup>
                    <m:r>
                      <a:rPr lang="en-US" altLang="zh-CN" sz="2800" i="1">
                        <a:latin typeface="Cambria Math" panose="02040503050406030204" pitchFamily="18" charset="0"/>
                        <a:ea typeface="Cambria Math" panose="02040503050406030204" pitchFamily="18" charset="0"/>
                      </a:rPr>
                      <m:t>≥</m:t>
                    </m:r>
                    <m:f>
                      <m:fPr>
                        <m:type m:val="lin"/>
                        <m:ctrlPr>
                          <a:rPr lang="en-US" altLang="zh-CN" sz="2800" i="1">
                            <a:latin typeface="Cambria Math" panose="02040503050406030204" pitchFamily="18" charset="0"/>
                          </a:rPr>
                        </m:ctrlPr>
                      </m:fPr>
                      <m:num>
                        <m:r>
                          <a:rPr lang="en-US" altLang="zh-CN" sz="2800" i="1">
                            <a:latin typeface="Cambria Math" panose="02040503050406030204" pitchFamily="18" charset="0"/>
                          </a:rPr>
                          <m:t>𝑉</m:t>
                        </m:r>
                        <m:d>
                          <m:dPr>
                            <m:ctrlPr>
                              <a:rPr lang="en-US" altLang="zh-CN" sz="2800" i="1">
                                <a:latin typeface="Cambria Math" panose="02040503050406030204" pitchFamily="18" charset="0"/>
                              </a:rPr>
                            </m:ctrlPr>
                          </m:dPr>
                          <m:e>
                            <m:r>
                              <a:rPr lang="en-US" altLang="zh-CN" sz="2800" b="1" i="1">
                                <a:latin typeface="Cambria Math" panose="02040503050406030204" pitchFamily="18" charset="0"/>
                              </a:rPr>
                              <m:t>𝒙</m:t>
                            </m:r>
                          </m:e>
                        </m:d>
                      </m:num>
                      <m:den>
                        <m:sSub>
                          <m:sSubPr>
                            <m:ctrlPr>
                              <a:rPr lang="zh-CN" altLang="zh-CN" sz="2800" i="1">
                                <a:latin typeface="Cambria Math" panose="02040503050406030204" pitchFamily="18" charset="0"/>
                              </a:rPr>
                            </m:ctrlPr>
                          </m:sSubPr>
                          <m:e>
                            <m:r>
                              <a:rPr lang="en-US" altLang="zh-CN" sz="2800" i="1">
                                <a:latin typeface="Cambria Math" panose="02040503050406030204" pitchFamily="18" charset="0"/>
                              </a:rPr>
                              <m:t>𝑐</m:t>
                            </m:r>
                          </m:e>
                          <m:sub>
                            <m:r>
                              <a:rPr lang="en-US" altLang="zh-CN" sz="2800" b="0" i="1" smtClean="0">
                                <a:latin typeface="Cambria Math" panose="02040503050406030204" pitchFamily="18" charset="0"/>
                              </a:rPr>
                              <m:t>2</m:t>
                            </m:r>
                          </m:sub>
                        </m:sSub>
                      </m:den>
                    </m:f>
                    <m:r>
                      <a:rPr lang="en-US" altLang="zh-CN" sz="2800" i="1">
                        <a:latin typeface="Cambria Math" panose="02040503050406030204" pitchFamily="18" charset="0"/>
                        <a:ea typeface="Cambria Math" panose="02040503050406030204" pitchFamily="18" charset="0"/>
                      </a:rPr>
                      <m:t>⇒</m:t>
                    </m:r>
                    <m:r>
                      <a:rPr lang="en-US" altLang="zh-CN" sz="2800" i="1" smtClean="0">
                        <a:solidFill>
                          <a:srgbClr val="FFFF00"/>
                        </a:solidFill>
                        <a:latin typeface="Cambria Math" panose="02040503050406030204" pitchFamily="18" charset="0"/>
                        <a:ea typeface="Cambria Math" panose="02040503050406030204" pitchFamily="18" charset="0"/>
                      </a:rPr>
                      <m:t>−</m:t>
                    </m:r>
                    <m:sSup>
                      <m:sSupPr>
                        <m:ctrlPr>
                          <a:rPr lang="zh-CN" altLang="zh-CN" sz="2800" i="1">
                            <a:solidFill>
                              <a:srgbClr val="FFFF00"/>
                            </a:solidFill>
                            <a:latin typeface="Cambria Math" panose="02040503050406030204" pitchFamily="18" charset="0"/>
                          </a:rPr>
                        </m:ctrlPr>
                      </m:sSupPr>
                      <m:e>
                        <m:d>
                          <m:dPr>
                            <m:begChr m:val="‖"/>
                            <m:endChr m:val="‖"/>
                            <m:ctrlPr>
                              <a:rPr lang="zh-CN" altLang="zh-CN" sz="2800" i="1">
                                <a:solidFill>
                                  <a:srgbClr val="FFFF00"/>
                                </a:solidFill>
                                <a:latin typeface="Cambria Math" panose="02040503050406030204" pitchFamily="18" charset="0"/>
                              </a:rPr>
                            </m:ctrlPr>
                          </m:dPr>
                          <m:e>
                            <m:r>
                              <a:rPr lang="en-US" altLang="zh-CN" sz="2800" b="1" i="1">
                                <a:solidFill>
                                  <a:srgbClr val="FFFF00"/>
                                </a:solidFill>
                                <a:latin typeface="Cambria Math" panose="02040503050406030204" pitchFamily="18" charset="0"/>
                              </a:rPr>
                              <m:t>𝒙</m:t>
                            </m:r>
                          </m:e>
                        </m:d>
                      </m:e>
                      <m:sup>
                        <m:r>
                          <a:rPr lang="en-US" altLang="zh-CN" sz="2800" i="1">
                            <a:solidFill>
                              <a:srgbClr val="FFFF00"/>
                            </a:solidFill>
                            <a:latin typeface="Cambria Math" panose="02040503050406030204" pitchFamily="18" charset="0"/>
                          </a:rPr>
                          <m:t>2</m:t>
                        </m:r>
                      </m:sup>
                    </m:sSup>
                    <m:r>
                      <a:rPr lang="en-US" altLang="zh-CN" sz="2800" i="1">
                        <a:solidFill>
                          <a:srgbClr val="FFFF00"/>
                        </a:solidFill>
                        <a:latin typeface="Cambria Math" panose="02040503050406030204" pitchFamily="18" charset="0"/>
                      </a:rPr>
                      <m:t>≤</m:t>
                    </m:r>
                    <m:r>
                      <a:rPr lang="en-US" altLang="zh-CN" sz="2800" i="1">
                        <a:solidFill>
                          <a:srgbClr val="FFFF00"/>
                        </a:solidFill>
                        <a:latin typeface="Cambria Math" panose="02040503050406030204" pitchFamily="18" charset="0"/>
                        <a:ea typeface="Cambria Math" panose="02040503050406030204" pitchFamily="18" charset="0"/>
                      </a:rPr>
                      <m:t>−</m:t>
                    </m:r>
                    <m:f>
                      <m:fPr>
                        <m:type m:val="lin"/>
                        <m:ctrlPr>
                          <a:rPr lang="en-US" altLang="zh-CN" sz="2800" i="1">
                            <a:solidFill>
                              <a:srgbClr val="FFFF00"/>
                            </a:solidFill>
                            <a:latin typeface="Cambria Math" panose="02040503050406030204" pitchFamily="18" charset="0"/>
                          </a:rPr>
                        </m:ctrlPr>
                      </m:fPr>
                      <m:num>
                        <m:r>
                          <a:rPr lang="en-US" altLang="zh-CN" sz="2800" i="1">
                            <a:solidFill>
                              <a:srgbClr val="FFFF00"/>
                            </a:solidFill>
                            <a:latin typeface="Cambria Math" panose="02040503050406030204" pitchFamily="18" charset="0"/>
                          </a:rPr>
                          <m:t>𝑉</m:t>
                        </m:r>
                        <m:d>
                          <m:dPr>
                            <m:ctrlPr>
                              <a:rPr lang="en-US" altLang="zh-CN" sz="2800" i="1">
                                <a:solidFill>
                                  <a:srgbClr val="FFFF00"/>
                                </a:solidFill>
                                <a:latin typeface="Cambria Math" panose="02040503050406030204" pitchFamily="18" charset="0"/>
                              </a:rPr>
                            </m:ctrlPr>
                          </m:dPr>
                          <m:e>
                            <m:r>
                              <a:rPr lang="en-US" altLang="zh-CN" sz="2800" b="1" i="1">
                                <a:solidFill>
                                  <a:srgbClr val="FFFF00"/>
                                </a:solidFill>
                                <a:latin typeface="Cambria Math" panose="02040503050406030204" pitchFamily="18" charset="0"/>
                              </a:rPr>
                              <m:t>𝒙</m:t>
                            </m:r>
                          </m:e>
                        </m:d>
                      </m:num>
                      <m:den>
                        <m:sSub>
                          <m:sSubPr>
                            <m:ctrlPr>
                              <a:rPr lang="zh-CN" altLang="zh-CN" sz="2800" i="1">
                                <a:solidFill>
                                  <a:srgbClr val="FFFF00"/>
                                </a:solidFill>
                                <a:latin typeface="Cambria Math" panose="02040503050406030204" pitchFamily="18" charset="0"/>
                              </a:rPr>
                            </m:ctrlPr>
                          </m:sSubPr>
                          <m:e>
                            <m:r>
                              <a:rPr lang="en-US" altLang="zh-CN" sz="2800" i="1">
                                <a:solidFill>
                                  <a:srgbClr val="FFFF00"/>
                                </a:solidFill>
                                <a:latin typeface="Cambria Math" panose="02040503050406030204" pitchFamily="18" charset="0"/>
                              </a:rPr>
                              <m:t>𝑐</m:t>
                            </m:r>
                          </m:e>
                          <m:sub>
                            <m:r>
                              <a:rPr lang="en-US" altLang="zh-CN" sz="2800" i="1">
                                <a:solidFill>
                                  <a:srgbClr val="FFFF00"/>
                                </a:solidFill>
                                <a:latin typeface="Cambria Math" panose="02040503050406030204" pitchFamily="18" charset="0"/>
                              </a:rPr>
                              <m:t>2</m:t>
                            </m:r>
                          </m:sub>
                        </m:sSub>
                      </m:den>
                    </m:f>
                  </m:oMath>
                </a14:m>
                <a:endParaRPr lang="en-US" altLang="zh-CN" sz="2800" b="1" dirty="0"/>
              </a:p>
              <a:p>
                <a:pPr>
                  <a:lnSpc>
                    <a:spcPct val="110000"/>
                  </a:lnSpc>
                </a:pPr>
                <a:r>
                  <a:rPr lang="zh-CN" altLang="en-US" sz="2800" b="1" dirty="0"/>
                  <a:t>得</a:t>
                </a:r>
                <a:br>
                  <a:rPr lang="en-US" altLang="zh-CN" sz="2800" b="1" dirty="0"/>
                </a:br>
                <a14:m>
                  <m:oMath xmlns:m="http://schemas.openxmlformats.org/officeDocument/2006/math">
                    <m:acc>
                      <m:accPr>
                        <m:chr m:val="̇"/>
                        <m:ctrlPr>
                          <a:rPr lang="zh-CN" altLang="zh-CN" sz="2800" i="1" smtClean="0">
                            <a:solidFill>
                              <a:srgbClr val="FFFF00"/>
                            </a:solidFill>
                            <a:latin typeface="Cambria Math" panose="02040503050406030204" pitchFamily="18" charset="0"/>
                          </a:rPr>
                        </m:ctrlPr>
                      </m:accPr>
                      <m:e>
                        <m:r>
                          <a:rPr lang="en-US" altLang="zh-CN" sz="2800" i="1">
                            <a:solidFill>
                              <a:srgbClr val="FFFF00"/>
                            </a:solidFill>
                            <a:latin typeface="Cambria Math" panose="02040503050406030204" pitchFamily="18" charset="0"/>
                          </a:rPr>
                          <m:t>𝑉</m:t>
                        </m:r>
                      </m:e>
                    </m:acc>
                    <m:d>
                      <m:dPr>
                        <m:ctrlPr>
                          <a:rPr lang="en-US" altLang="zh-CN" sz="2800" i="1">
                            <a:solidFill>
                              <a:srgbClr val="FFFF00"/>
                            </a:solidFill>
                            <a:latin typeface="Cambria Math" panose="02040503050406030204" pitchFamily="18" charset="0"/>
                          </a:rPr>
                        </m:ctrlPr>
                      </m:dPr>
                      <m:e>
                        <m:r>
                          <a:rPr lang="en-US" altLang="zh-CN" sz="2800" b="1" i="1">
                            <a:solidFill>
                              <a:srgbClr val="FFFF00"/>
                            </a:solidFill>
                            <a:latin typeface="Cambria Math" panose="02040503050406030204" pitchFamily="18" charset="0"/>
                          </a:rPr>
                          <m:t>𝒙</m:t>
                        </m:r>
                      </m:e>
                    </m:d>
                    <m:r>
                      <a:rPr lang="en-US" altLang="zh-CN" sz="2800" i="1">
                        <a:latin typeface="Cambria Math" panose="02040503050406030204" pitchFamily="18" charset="0"/>
                      </a:rPr>
                      <m:t>≤ −</m:t>
                    </m:r>
                    <m:sSub>
                      <m:sSubPr>
                        <m:ctrlPr>
                          <a:rPr lang="zh-CN" altLang="zh-CN" sz="2800" i="1">
                            <a:latin typeface="Cambria Math" panose="02040503050406030204" pitchFamily="18" charset="0"/>
                          </a:rPr>
                        </m:ctrlPr>
                      </m:sSubPr>
                      <m:e>
                        <m:r>
                          <a:rPr lang="en-US" altLang="zh-CN" sz="2800" i="1">
                            <a:latin typeface="Cambria Math" panose="02040503050406030204" pitchFamily="18" charset="0"/>
                          </a:rPr>
                          <m:t>𝑐</m:t>
                        </m:r>
                      </m:e>
                      <m:sub>
                        <m:r>
                          <a:rPr lang="en-US" altLang="zh-CN" sz="2800" i="1">
                            <a:latin typeface="Cambria Math" panose="02040503050406030204" pitchFamily="18" charset="0"/>
                          </a:rPr>
                          <m:t>3</m:t>
                        </m:r>
                      </m:sub>
                    </m:sSub>
                    <m:sSup>
                      <m:sSupPr>
                        <m:ctrlPr>
                          <a:rPr lang="zh-CN" altLang="zh-CN" sz="2800" i="1">
                            <a:latin typeface="Cambria Math" panose="02040503050406030204" pitchFamily="18" charset="0"/>
                          </a:rPr>
                        </m:ctrlPr>
                      </m:sSupPr>
                      <m:e>
                        <m:d>
                          <m:dPr>
                            <m:begChr m:val="‖"/>
                            <m:endChr m:val="‖"/>
                            <m:ctrlPr>
                              <a:rPr lang="zh-CN" altLang="zh-CN" sz="2800" i="1">
                                <a:latin typeface="Cambria Math" panose="02040503050406030204" pitchFamily="18" charset="0"/>
                              </a:rPr>
                            </m:ctrlPr>
                          </m:dPr>
                          <m:e>
                            <m:r>
                              <a:rPr lang="en-US" altLang="zh-CN" sz="2800" b="1" i="1">
                                <a:latin typeface="Cambria Math" panose="02040503050406030204" pitchFamily="18" charset="0"/>
                              </a:rPr>
                              <m:t>𝒙</m:t>
                            </m:r>
                          </m:e>
                        </m:d>
                      </m:e>
                      <m:sup>
                        <m:r>
                          <a:rPr lang="en-US" altLang="zh-CN" sz="2800" i="1">
                            <a:latin typeface="Cambria Math" panose="02040503050406030204" pitchFamily="18" charset="0"/>
                          </a:rPr>
                          <m:t>2</m:t>
                        </m:r>
                      </m:sup>
                    </m:sSup>
                    <m:r>
                      <a:rPr lang="en-US" altLang="zh-CN" sz="2800" b="0" i="1" smtClean="0">
                        <a:latin typeface="Cambria Math" panose="02040503050406030204" pitchFamily="18" charset="0"/>
                      </a:rPr>
                      <m:t>=</m:t>
                    </m:r>
                    <m:r>
                      <a:rPr lang="en-US" altLang="zh-CN" sz="2800" i="1">
                        <a:solidFill>
                          <a:srgbClr val="FFFF00"/>
                        </a:solidFill>
                        <a:latin typeface="Cambria Math" panose="02040503050406030204" pitchFamily="18" charset="0"/>
                        <a:ea typeface="Cambria Math" panose="02040503050406030204" pitchFamily="18" charset="0"/>
                      </a:rPr>
                      <m:t>−</m:t>
                    </m:r>
                    <m:sSub>
                      <m:sSubPr>
                        <m:ctrlPr>
                          <a:rPr lang="zh-CN" altLang="zh-CN" sz="2800" i="1">
                            <a:latin typeface="Cambria Math" panose="02040503050406030204" pitchFamily="18" charset="0"/>
                          </a:rPr>
                        </m:ctrlPr>
                      </m:sSubPr>
                      <m:e>
                        <m:r>
                          <a:rPr lang="en-US" altLang="zh-CN" sz="2800" i="1">
                            <a:latin typeface="Cambria Math" panose="02040503050406030204" pitchFamily="18" charset="0"/>
                          </a:rPr>
                          <m:t>𝑐</m:t>
                        </m:r>
                      </m:e>
                      <m:sub>
                        <m:r>
                          <a:rPr lang="en-US" altLang="zh-CN" sz="2800" i="1">
                            <a:latin typeface="Cambria Math" panose="02040503050406030204" pitchFamily="18" charset="0"/>
                          </a:rPr>
                          <m:t>3</m:t>
                        </m:r>
                      </m:sub>
                    </m:sSub>
                    <m:sSup>
                      <m:sSupPr>
                        <m:ctrlPr>
                          <a:rPr lang="zh-CN" altLang="zh-CN" sz="2800" i="1">
                            <a:solidFill>
                              <a:srgbClr val="FFFF00"/>
                            </a:solidFill>
                            <a:latin typeface="Cambria Math" panose="02040503050406030204" pitchFamily="18" charset="0"/>
                          </a:rPr>
                        </m:ctrlPr>
                      </m:sSupPr>
                      <m:e>
                        <m:d>
                          <m:dPr>
                            <m:begChr m:val="‖"/>
                            <m:endChr m:val="‖"/>
                            <m:ctrlPr>
                              <a:rPr lang="zh-CN" altLang="zh-CN" sz="2800" i="1">
                                <a:solidFill>
                                  <a:srgbClr val="FFFF00"/>
                                </a:solidFill>
                                <a:latin typeface="Cambria Math" panose="02040503050406030204" pitchFamily="18" charset="0"/>
                              </a:rPr>
                            </m:ctrlPr>
                          </m:dPr>
                          <m:e>
                            <m:r>
                              <a:rPr lang="en-US" altLang="zh-CN" sz="2800" b="1" i="1">
                                <a:solidFill>
                                  <a:srgbClr val="FFFF00"/>
                                </a:solidFill>
                                <a:latin typeface="Cambria Math" panose="02040503050406030204" pitchFamily="18" charset="0"/>
                              </a:rPr>
                              <m:t>𝒙</m:t>
                            </m:r>
                          </m:e>
                        </m:d>
                      </m:e>
                      <m:sup>
                        <m:r>
                          <a:rPr lang="en-US" altLang="zh-CN" sz="2800" i="1">
                            <a:solidFill>
                              <a:srgbClr val="FFFF00"/>
                            </a:solidFill>
                            <a:latin typeface="Cambria Math" panose="02040503050406030204" pitchFamily="18" charset="0"/>
                          </a:rPr>
                          <m:t>2</m:t>
                        </m:r>
                      </m:sup>
                    </m:sSup>
                    <m:r>
                      <a:rPr lang="en-US" altLang="zh-CN" sz="2800" i="1" smtClean="0">
                        <a:solidFill>
                          <a:srgbClr val="FFFF00"/>
                        </a:solidFill>
                        <a:latin typeface="Cambria Math" panose="02040503050406030204" pitchFamily="18" charset="0"/>
                      </a:rPr>
                      <m:t>≤</m:t>
                    </m:r>
                    <m:r>
                      <a:rPr lang="en-US" altLang="zh-CN" sz="2800" i="1">
                        <a:solidFill>
                          <a:srgbClr val="FFFF00"/>
                        </a:solidFill>
                        <a:latin typeface="Cambria Math" panose="02040503050406030204" pitchFamily="18" charset="0"/>
                        <a:ea typeface="Cambria Math" panose="02040503050406030204" pitchFamily="18" charset="0"/>
                      </a:rPr>
                      <m:t>−</m:t>
                    </m:r>
                    <m:f>
                      <m:fPr>
                        <m:type m:val="lin"/>
                        <m:ctrlPr>
                          <a:rPr lang="en-US" altLang="zh-CN" sz="2800" i="1">
                            <a:solidFill>
                              <a:srgbClr val="FFFF00"/>
                            </a:solidFill>
                            <a:latin typeface="Cambria Math" panose="02040503050406030204" pitchFamily="18" charset="0"/>
                          </a:rPr>
                        </m:ctrlPr>
                      </m:fPr>
                      <m:num>
                        <m:sSub>
                          <m:sSubPr>
                            <m:ctrlPr>
                              <a:rPr lang="zh-CN" altLang="zh-CN" sz="2800" i="1">
                                <a:solidFill>
                                  <a:srgbClr val="FFFF00"/>
                                </a:solidFill>
                                <a:latin typeface="Cambria Math" panose="02040503050406030204" pitchFamily="18" charset="0"/>
                              </a:rPr>
                            </m:ctrlPr>
                          </m:sSubPr>
                          <m:e>
                            <m:r>
                              <a:rPr lang="en-US" altLang="zh-CN" sz="2800" i="1">
                                <a:solidFill>
                                  <a:srgbClr val="FFFF00"/>
                                </a:solidFill>
                                <a:latin typeface="Cambria Math" panose="02040503050406030204" pitchFamily="18" charset="0"/>
                              </a:rPr>
                              <m:t>𝑐</m:t>
                            </m:r>
                          </m:e>
                          <m:sub>
                            <m:r>
                              <a:rPr lang="en-US" altLang="zh-CN" sz="2800" i="1">
                                <a:solidFill>
                                  <a:srgbClr val="FFFF00"/>
                                </a:solidFill>
                                <a:latin typeface="Cambria Math" panose="02040503050406030204" pitchFamily="18" charset="0"/>
                              </a:rPr>
                              <m:t>3</m:t>
                            </m:r>
                          </m:sub>
                        </m:sSub>
                      </m:num>
                      <m:den>
                        <m:sSub>
                          <m:sSubPr>
                            <m:ctrlPr>
                              <a:rPr lang="zh-CN" altLang="zh-CN" sz="2800" i="1">
                                <a:solidFill>
                                  <a:srgbClr val="FFFF00"/>
                                </a:solidFill>
                                <a:latin typeface="Cambria Math" panose="02040503050406030204" pitchFamily="18" charset="0"/>
                              </a:rPr>
                            </m:ctrlPr>
                          </m:sSubPr>
                          <m:e>
                            <m:r>
                              <a:rPr lang="en-US" altLang="zh-CN" sz="2800" i="1">
                                <a:solidFill>
                                  <a:srgbClr val="FFFF00"/>
                                </a:solidFill>
                                <a:latin typeface="Cambria Math" panose="02040503050406030204" pitchFamily="18" charset="0"/>
                              </a:rPr>
                              <m:t>𝑐</m:t>
                            </m:r>
                          </m:e>
                          <m:sub>
                            <m:r>
                              <a:rPr lang="en-US" altLang="zh-CN" sz="2800" i="1">
                                <a:solidFill>
                                  <a:srgbClr val="FFFF00"/>
                                </a:solidFill>
                                <a:latin typeface="Cambria Math" panose="02040503050406030204" pitchFamily="18" charset="0"/>
                              </a:rPr>
                              <m:t>2</m:t>
                            </m:r>
                          </m:sub>
                        </m:sSub>
                      </m:den>
                    </m:f>
                    <m:r>
                      <a:rPr lang="en-US" altLang="zh-CN" sz="2800" i="1">
                        <a:solidFill>
                          <a:srgbClr val="FFFF00"/>
                        </a:solidFill>
                        <a:latin typeface="Cambria Math" panose="02040503050406030204" pitchFamily="18" charset="0"/>
                      </a:rPr>
                      <m:t>𝑉</m:t>
                    </m:r>
                    <m:d>
                      <m:dPr>
                        <m:ctrlPr>
                          <a:rPr lang="en-US" altLang="zh-CN" sz="2800" i="1">
                            <a:solidFill>
                              <a:srgbClr val="FFFF00"/>
                            </a:solidFill>
                            <a:latin typeface="Cambria Math" panose="02040503050406030204" pitchFamily="18" charset="0"/>
                          </a:rPr>
                        </m:ctrlPr>
                      </m:dPr>
                      <m:e>
                        <m:r>
                          <a:rPr lang="en-US" altLang="zh-CN" sz="2800" b="1" i="1">
                            <a:solidFill>
                              <a:srgbClr val="FFFF00"/>
                            </a:solidFill>
                            <a:latin typeface="Cambria Math" panose="02040503050406030204" pitchFamily="18" charset="0"/>
                          </a:rPr>
                          <m:t>𝒙</m:t>
                        </m:r>
                      </m:e>
                    </m:d>
                  </m:oMath>
                </a14:m>
                <a:br>
                  <a:rPr lang="en-US" altLang="zh-CN" sz="2800" b="1" dirty="0"/>
                </a:br>
                <a:endParaRPr lang="zh-CN" altLang="en-US" sz="2800" b="1" dirty="0"/>
              </a:p>
            </p:txBody>
          </p:sp>
        </mc:Choice>
        <mc:Fallback xmlns="">
          <p:sp>
            <p:nvSpPr>
              <p:cNvPr id="3" name="内容占位符 2">
                <a:extLst>
                  <a:ext uri="{FF2B5EF4-FFF2-40B4-BE49-F238E27FC236}">
                    <a16:creationId xmlns:a16="http://schemas.microsoft.com/office/drawing/2014/main" id="{4DA83817-64BF-59C9-8639-84F15A5B388A}"/>
                  </a:ext>
                </a:extLst>
              </p:cNvPr>
              <p:cNvSpPr>
                <a:spLocks noGrp="1" noRot="1" noChangeAspect="1" noMove="1" noResize="1" noEditPoints="1" noAdjustHandles="1" noChangeArrowheads="1" noChangeShapeType="1" noTextEdit="1"/>
              </p:cNvSpPr>
              <p:nvPr>
                <p:ph idx="1"/>
              </p:nvPr>
            </p:nvSpPr>
            <p:spPr>
              <a:xfrm>
                <a:off x="457200" y="1196752"/>
                <a:ext cx="8229600" cy="5505800"/>
              </a:xfrm>
              <a:blipFill>
                <a:blip r:embed="rId3"/>
                <a:stretch>
                  <a:fillRect t="-332"/>
                </a:stretch>
              </a:blipFill>
            </p:spPr>
            <p:txBody>
              <a:bodyPr/>
              <a:lstStyle/>
              <a:p>
                <a:r>
                  <a:rPr lang="zh-CN" altLang="en-US">
                    <a:noFill/>
                  </a:rPr>
                  <a:t> </a:t>
                </a:r>
              </a:p>
            </p:txBody>
          </p:sp>
        </mc:Fallback>
      </mc:AlternateContent>
      <p:sp>
        <p:nvSpPr>
          <p:cNvPr id="4" name="灯片编号占位符 3">
            <a:extLst>
              <a:ext uri="{FF2B5EF4-FFF2-40B4-BE49-F238E27FC236}">
                <a16:creationId xmlns:a16="http://schemas.microsoft.com/office/drawing/2014/main" id="{02C751D7-B17F-6E43-2AA7-B0A996B72AC1}"/>
              </a:ext>
            </a:extLst>
          </p:cNvPr>
          <p:cNvSpPr>
            <a:spLocks noGrp="1"/>
          </p:cNvSpPr>
          <p:nvPr>
            <p:ph type="sldNum" sz="quarter" idx="12"/>
          </p:nvPr>
        </p:nvSpPr>
        <p:spPr/>
        <p:txBody>
          <a:bodyPr/>
          <a:lstStyle/>
          <a:p>
            <a:fld id="{58C210BB-F110-452C-89E7-9EA0A8D47DCE}" type="slidenum">
              <a:rPr lang="zh-CN" altLang="en-US" smtClean="0"/>
              <a:pPr/>
              <a:t>72</a:t>
            </a:fld>
            <a:endParaRPr lang="zh-CN" altLang="en-US"/>
          </a:p>
        </p:txBody>
      </p:sp>
    </p:spTree>
    <p:extLst>
      <p:ext uri="{BB962C8B-B14F-4D97-AF65-F5344CB8AC3E}">
        <p14:creationId xmlns:p14="http://schemas.microsoft.com/office/powerpoint/2010/main" val="10080426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animEffect transition="in" filter="fade">
                                      <p:cBhvr>
                                        <p:cTn id="7" dur="1000"/>
                                        <p:tgtEl>
                                          <p:spTgt spid="3">
                                            <p:txEl>
                                              <p:pRg st="4" end="4"/>
                                            </p:txEl>
                                          </p:spTgt>
                                        </p:tgtEl>
                                      </p:cBhvr>
                                    </p:animEffect>
                                    <p:anim calcmode="lin" valueType="num">
                                      <p:cBhvr>
                                        <p:cTn id="8"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3">
                                            <p:txEl>
                                              <p:pRg st="5" end="5"/>
                                            </p:txEl>
                                          </p:spTgt>
                                        </p:tgtEl>
                                        <p:attrNameLst>
                                          <p:attrName>style.visibility</p:attrName>
                                        </p:attrNameLst>
                                      </p:cBhvr>
                                      <p:to>
                                        <p:strVal val="visible"/>
                                      </p:to>
                                    </p:set>
                                    <p:animEffect transition="in" filter="fade">
                                      <p:cBhvr>
                                        <p:cTn id="14" dur="1000"/>
                                        <p:tgtEl>
                                          <p:spTgt spid="3">
                                            <p:txEl>
                                              <p:pRg st="5" end="5"/>
                                            </p:txEl>
                                          </p:spTgt>
                                        </p:tgtEl>
                                      </p:cBhvr>
                                    </p:animEffect>
                                    <p:anim calcmode="lin" valueType="num">
                                      <p:cBhvr>
                                        <p:cTn id="15"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8225370-64B5-725F-7885-46701736B784}"/>
              </a:ext>
            </a:extLst>
          </p:cNvPr>
          <p:cNvSpPr>
            <a:spLocks noGrp="1"/>
          </p:cNvSpPr>
          <p:nvPr>
            <p:ph type="title"/>
          </p:nvPr>
        </p:nvSpPr>
        <p:spPr/>
        <p:txBody>
          <a:bodyPr>
            <a:normAutofit fontScale="90000"/>
          </a:bodyPr>
          <a:lstStyle/>
          <a:p>
            <a:r>
              <a:rPr lang="zh-CN" altLang="en-US" dirty="0"/>
              <a:t>第</a:t>
            </a:r>
            <a:r>
              <a:rPr lang="en-US" altLang="zh-CN" dirty="0"/>
              <a:t>3</a:t>
            </a:r>
            <a:r>
              <a:rPr lang="zh-CN" altLang="en-US" dirty="0"/>
              <a:t>讲第</a:t>
            </a:r>
            <a:r>
              <a:rPr lang="en-US" altLang="zh-CN" dirty="0"/>
              <a:t>2</a:t>
            </a:r>
            <a:r>
              <a:rPr lang="zh-CN" altLang="en-US" dirty="0"/>
              <a:t>题</a:t>
            </a:r>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9A21ACDD-C0BF-D546-BE0C-587FC1471358}"/>
                  </a:ext>
                </a:extLst>
              </p:cNvPr>
              <p:cNvSpPr>
                <a:spLocks noGrp="1"/>
              </p:cNvSpPr>
              <p:nvPr>
                <p:ph idx="1"/>
              </p:nvPr>
            </p:nvSpPr>
            <p:spPr>
              <a:xfrm>
                <a:off x="457200" y="1196752"/>
                <a:ext cx="8229600" cy="5280247"/>
              </a:xfrm>
            </p:spPr>
            <p:txBody>
              <a:bodyPr>
                <a:normAutofit/>
              </a:bodyPr>
              <a:lstStyle/>
              <a:p>
                <a14:m>
                  <m:oMath xmlns:m="http://schemas.openxmlformats.org/officeDocument/2006/math">
                    <m:sSub>
                      <m:sSubPr>
                        <m:ctrlPr>
                          <a:rPr lang="zh-CN" altLang="en-US" sz="2800" i="1" smtClean="0">
                            <a:solidFill>
                              <a:srgbClr val="FFFF00"/>
                            </a:solidFill>
                            <a:latin typeface="Cambria Math" panose="02040503050406030204" pitchFamily="18" charset="0"/>
                          </a:rPr>
                        </m:ctrlPr>
                      </m:sSubPr>
                      <m:e>
                        <m:r>
                          <a:rPr lang="zh-CN" altLang="en-US" sz="2800" i="1">
                            <a:solidFill>
                              <a:srgbClr val="FFFF00"/>
                            </a:solidFill>
                            <a:latin typeface="Cambria Math" panose="02040503050406030204" pitchFamily="18" charset="0"/>
                          </a:rPr>
                          <m:t>𝐿</m:t>
                        </m:r>
                      </m:e>
                      <m:sub>
                        <m:r>
                          <a:rPr lang="zh-CN" altLang="en-US" sz="2800" i="1">
                            <a:solidFill>
                              <a:srgbClr val="FFFF00"/>
                            </a:solidFill>
                            <a:latin typeface="Cambria Math" panose="02040503050406030204" pitchFamily="18" charset="0"/>
                          </a:rPr>
                          <m:t>2</m:t>
                        </m:r>
                      </m:sub>
                    </m:sSub>
                    <m:r>
                      <a:rPr lang="zh-CN" altLang="en-US" sz="2800" i="1" smtClean="0">
                        <a:solidFill>
                          <a:schemeClr val="bg1"/>
                        </a:solidFill>
                        <a:latin typeface="Cambria Math" panose="02040503050406030204" pitchFamily="18" charset="0"/>
                      </a:rPr>
                      <m:t>=</m:t>
                    </m:r>
                    <m:d>
                      <m:dPr>
                        <m:begChr m:val="{"/>
                        <m:endChr m:val="}"/>
                        <m:ctrlPr>
                          <a:rPr lang="zh-CN" altLang="en-US" sz="2800" b="1" i="1" smtClean="0">
                            <a:solidFill>
                              <a:schemeClr val="bg1"/>
                            </a:solidFill>
                            <a:latin typeface="Cambria Math" panose="02040503050406030204" pitchFamily="18" charset="0"/>
                          </a:rPr>
                        </m:ctrlPr>
                      </m:dPr>
                      <m:e>
                        <m:r>
                          <a:rPr lang="zh-CN" altLang="en-US" sz="2800" b="1" i="1">
                            <a:solidFill>
                              <a:schemeClr val="bg1"/>
                            </a:solidFill>
                            <a:latin typeface="Cambria Math" panose="02040503050406030204" pitchFamily="18" charset="0"/>
                          </a:rPr>
                          <m:t>𝒙</m:t>
                        </m:r>
                        <m:r>
                          <a:rPr lang="zh-CN" altLang="en-US" sz="2800" i="1">
                            <a:solidFill>
                              <a:schemeClr val="bg1"/>
                            </a:solidFill>
                            <a:latin typeface="Cambria Math" panose="02040503050406030204" pitchFamily="18" charset="0"/>
                          </a:rPr>
                          <m:t>∈</m:t>
                        </m:r>
                        <m:sSub>
                          <m:sSubPr>
                            <m:ctrlPr>
                              <a:rPr lang="zh-CN" altLang="en-US" sz="2800" i="1">
                                <a:solidFill>
                                  <a:schemeClr val="bg1"/>
                                </a:solidFill>
                                <a:latin typeface="Cambria Math" panose="02040503050406030204" pitchFamily="18" charset="0"/>
                              </a:rPr>
                            </m:ctrlPr>
                          </m:sSubPr>
                          <m:e>
                            <m:r>
                              <a:rPr lang="zh-CN" altLang="en-US" sz="2800" i="1">
                                <a:solidFill>
                                  <a:schemeClr val="bg1"/>
                                </a:solidFill>
                                <a:latin typeface="Cambria Math" panose="02040503050406030204" pitchFamily="18" charset="0"/>
                              </a:rPr>
                              <m:t>𝐵</m:t>
                            </m:r>
                          </m:e>
                          <m:sub>
                            <m:r>
                              <a:rPr lang="zh-CN" altLang="en-US" sz="2800" i="1">
                                <a:solidFill>
                                  <a:schemeClr val="bg1"/>
                                </a:solidFill>
                                <a:latin typeface="Cambria Math" panose="02040503050406030204" pitchFamily="18" charset="0"/>
                              </a:rPr>
                              <m:t>𝑟</m:t>
                            </m:r>
                          </m:sub>
                        </m:sSub>
                        <m:r>
                          <a:rPr lang="zh-CN" altLang="en-US" sz="2800" i="1">
                            <a:solidFill>
                              <a:schemeClr val="bg1"/>
                            </a:solidFill>
                            <a:latin typeface="Cambria Math" panose="02040503050406030204" pitchFamily="18" charset="0"/>
                          </a:rPr>
                          <m:t>:</m:t>
                        </m:r>
                        <m:sSub>
                          <m:sSubPr>
                            <m:ctrlPr>
                              <a:rPr lang="zh-CN" altLang="en-US" sz="2800" i="1">
                                <a:solidFill>
                                  <a:schemeClr val="bg1"/>
                                </a:solidFill>
                                <a:latin typeface="Cambria Math" panose="02040503050406030204" pitchFamily="18" charset="0"/>
                              </a:rPr>
                            </m:ctrlPr>
                          </m:sSubPr>
                          <m:e>
                            <m:r>
                              <a:rPr lang="zh-CN" altLang="en-US" sz="2800" i="1">
                                <a:solidFill>
                                  <a:schemeClr val="bg1"/>
                                </a:solidFill>
                                <a:latin typeface="Cambria Math" panose="02040503050406030204" pitchFamily="18" charset="0"/>
                              </a:rPr>
                              <m:t>𝑊</m:t>
                            </m:r>
                          </m:e>
                          <m:sub>
                            <m:r>
                              <a:rPr lang="zh-CN" altLang="en-US" sz="2800" i="1">
                                <a:solidFill>
                                  <a:schemeClr val="bg1"/>
                                </a:solidFill>
                                <a:latin typeface="Cambria Math" panose="02040503050406030204" pitchFamily="18" charset="0"/>
                              </a:rPr>
                              <m:t>2</m:t>
                            </m:r>
                          </m:sub>
                        </m:sSub>
                        <m:d>
                          <m:dPr>
                            <m:ctrlPr>
                              <a:rPr lang="zh-CN" altLang="en-US" sz="2800" i="1">
                                <a:solidFill>
                                  <a:schemeClr val="bg1"/>
                                </a:solidFill>
                                <a:latin typeface="Cambria Math" panose="02040503050406030204" pitchFamily="18" charset="0"/>
                              </a:rPr>
                            </m:ctrlPr>
                          </m:dPr>
                          <m:e>
                            <m:r>
                              <a:rPr lang="zh-CN" altLang="en-US" sz="2800" b="1" i="1">
                                <a:solidFill>
                                  <a:schemeClr val="bg1"/>
                                </a:solidFill>
                                <a:latin typeface="Cambria Math" panose="02040503050406030204" pitchFamily="18" charset="0"/>
                              </a:rPr>
                              <m:t>𝒙</m:t>
                            </m:r>
                          </m:e>
                        </m:d>
                        <m:r>
                          <a:rPr lang="en-US" altLang="zh-CN" sz="2800" b="0" i="1" smtClean="0">
                            <a:solidFill>
                              <a:schemeClr val="bg1"/>
                            </a:solidFill>
                            <a:latin typeface="Cambria Math" panose="02040503050406030204" pitchFamily="18" charset="0"/>
                          </a:rPr>
                          <m:t>=</m:t>
                        </m:r>
                        <m:sSub>
                          <m:sSubPr>
                            <m:ctrlPr>
                              <a:rPr lang="zh-CN" altLang="zh-CN" sz="2800" i="1">
                                <a:latin typeface="Cambria Math" panose="02040503050406030204" pitchFamily="18" charset="0"/>
                              </a:rPr>
                            </m:ctrlPr>
                          </m:sSubPr>
                          <m:e>
                            <m:r>
                              <a:rPr lang="en-US" altLang="zh-CN" sz="2800" i="1">
                                <a:latin typeface="Cambria Math" panose="02040503050406030204" pitchFamily="18" charset="0"/>
                              </a:rPr>
                              <m:t>𝑐</m:t>
                            </m:r>
                          </m:e>
                          <m:sub>
                            <m:r>
                              <a:rPr lang="en-US" altLang="zh-CN" sz="2800" i="1">
                                <a:latin typeface="Cambria Math" panose="02040503050406030204" pitchFamily="18" charset="0"/>
                              </a:rPr>
                              <m:t>2</m:t>
                            </m:r>
                          </m:sub>
                        </m:sSub>
                        <m:sSup>
                          <m:sSupPr>
                            <m:ctrlPr>
                              <a:rPr lang="zh-CN" altLang="zh-CN" sz="2800" i="1">
                                <a:latin typeface="Cambria Math" panose="02040503050406030204" pitchFamily="18" charset="0"/>
                              </a:rPr>
                            </m:ctrlPr>
                          </m:sSupPr>
                          <m:e>
                            <m:d>
                              <m:dPr>
                                <m:begChr m:val="‖"/>
                                <m:endChr m:val="‖"/>
                                <m:ctrlPr>
                                  <a:rPr lang="zh-CN" altLang="zh-CN" sz="2800" i="1">
                                    <a:latin typeface="Cambria Math" panose="02040503050406030204" pitchFamily="18" charset="0"/>
                                  </a:rPr>
                                </m:ctrlPr>
                              </m:dPr>
                              <m:e>
                                <m:r>
                                  <a:rPr lang="en-US" altLang="zh-CN" sz="2800" b="1" i="1">
                                    <a:latin typeface="Cambria Math" panose="02040503050406030204" pitchFamily="18" charset="0"/>
                                  </a:rPr>
                                  <m:t>𝒙</m:t>
                                </m:r>
                              </m:e>
                            </m:d>
                          </m:e>
                          <m:sup>
                            <m:r>
                              <a:rPr lang="en-US" altLang="zh-CN" sz="2800" i="1">
                                <a:latin typeface="Cambria Math" panose="02040503050406030204" pitchFamily="18" charset="0"/>
                              </a:rPr>
                              <m:t>2</m:t>
                            </m:r>
                          </m:sup>
                        </m:sSup>
                        <m:r>
                          <a:rPr lang="zh-CN" altLang="en-US" sz="2800" i="1">
                            <a:solidFill>
                              <a:schemeClr val="bg1"/>
                            </a:solidFill>
                            <a:latin typeface="Cambria Math" panose="02040503050406030204" pitchFamily="18" charset="0"/>
                          </a:rPr>
                          <m:t>≤</m:t>
                        </m:r>
                        <m:r>
                          <a:rPr lang="zh-CN" altLang="en-US" sz="2800" i="1">
                            <a:solidFill>
                              <a:schemeClr val="bg1"/>
                            </a:solidFill>
                            <a:latin typeface="Cambria Math" panose="02040503050406030204" pitchFamily="18" charset="0"/>
                          </a:rPr>
                          <m:t>𝑐</m:t>
                        </m:r>
                      </m:e>
                    </m:d>
                  </m:oMath>
                </a14:m>
                <a:br>
                  <a:rPr lang="en-US" altLang="zh-CN" sz="2800" i="1" dirty="0">
                    <a:solidFill>
                      <a:schemeClr val="bg1"/>
                    </a:solidFill>
                    <a:latin typeface="Cambria Math" panose="02040503050406030204" pitchFamily="18" charset="0"/>
                  </a:rPr>
                </a:br>
                <a14:m>
                  <m:oMath xmlns:m="http://schemas.openxmlformats.org/officeDocument/2006/math">
                    <m:r>
                      <a:rPr lang="zh-CN" altLang="en-US" sz="2800" i="1">
                        <a:solidFill>
                          <a:srgbClr val="FFFF00"/>
                        </a:solidFill>
                        <a:latin typeface="Cambria Math" panose="02040503050406030204" pitchFamily="18" charset="0"/>
                      </a:rPr>
                      <m:t>⊂</m:t>
                    </m:r>
                    <m:sSub>
                      <m:sSubPr>
                        <m:ctrlPr>
                          <a:rPr lang="zh-CN" altLang="en-US" sz="2800" i="1">
                            <a:solidFill>
                              <a:srgbClr val="FFFF00"/>
                            </a:solidFill>
                            <a:latin typeface="Cambria Math" panose="02040503050406030204" pitchFamily="18" charset="0"/>
                          </a:rPr>
                        </m:ctrlPr>
                      </m:sSubPr>
                      <m:e>
                        <m:r>
                          <a:rPr lang="zh-CN" altLang="en-US" sz="2800" i="1">
                            <a:solidFill>
                              <a:srgbClr val="FFFF00"/>
                            </a:solidFill>
                            <a:latin typeface="Cambria Math" panose="02040503050406030204" pitchFamily="18" charset="0"/>
                          </a:rPr>
                          <m:t>𝐿</m:t>
                        </m:r>
                      </m:e>
                      <m:sub>
                        <m:r>
                          <a:rPr lang="zh-CN" altLang="en-US" sz="2800" i="1">
                            <a:solidFill>
                              <a:srgbClr val="FFFF00"/>
                            </a:solidFill>
                            <a:latin typeface="Cambria Math" panose="02040503050406030204" pitchFamily="18" charset="0"/>
                          </a:rPr>
                          <m:t>1</m:t>
                        </m:r>
                      </m:sub>
                    </m:sSub>
                    <m:r>
                      <a:rPr lang="zh-CN" altLang="en-US" sz="2800" i="1" smtClean="0">
                        <a:solidFill>
                          <a:schemeClr val="bg1"/>
                        </a:solidFill>
                        <a:latin typeface="Cambria Math" panose="02040503050406030204" pitchFamily="18" charset="0"/>
                      </a:rPr>
                      <m:t>=</m:t>
                    </m:r>
                    <m:d>
                      <m:dPr>
                        <m:begChr m:val="{"/>
                        <m:endChr m:val="}"/>
                        <m:ctrlPr>
                          <a:rPr lang="zh-CN" altLang="en-US" sz="2800" i="1">
                            <a:solidFill>
                              <a:schemeClr val="bg1"/>
                            </a:solidFill>
                            <a:latin typeface="Cambria Math" panose="02040503050406030204" pitchFamily="18" charset="0"/>
                          </a:rPr>
                        </m:ctrlPr>
                      </m:dPr>
                      <m:e>
                        <m:r>
                          <a:rPr lang="zh-CN" altLang="en-US" sz="2800" b="1" i="1">
                            <a:solidFill>
                              <a:schemeClr val="bg1"/>
                            </a:solidFill>
                            <a:latin typeface="Cambria Math" panose="02040503050406030204" pitchFamily="18" charset="0"/>
                          </a:rPr>
                          <m:t>𝒙</m:t>
                        </m:r>
                        <m:r>
                          <a:rPr lang="zh-CN" altLang="en-US" sz="2800" i="1">
                            <a:solidFill>
                              <a:schemeClr val="bg1"/>
                            </a:solidFill>
                            <a:latin typeface="Cambria Math" panose="02040503050406030204" pitchFamily="18" charset="0"/>
                          </a:rPr>
                          <m:t>∈</m:t>
                        </m:r>
                        <m:sSub>
                          <m:sSubPr>
                            <m:ctrlPr>
                              <a:rPr lang="zh-CN" altLang="en-US" sz="2800" i="1">
                                <a:solidFill>
                                  <a:schemeClr val="bg1"/>
                                </a:solidFill>
                                <a:latin typeface="Cambria Math" panose="02040503050406030204" pitchFamily="18" charset="0"/>
                              </a:rPr>
                            </m:ctrlPr>
                          </m:sSubPr>
                          <m:e>
                            <m:r>
                              <a:rPr lang="zh-CN" altLang="en-US" sz="2800" i="1">
                                <a:solidFill>
                                  <a:schemeClr val="bg1"/>
                                </a:solidFill>
                                <a:latin typeface="Cambria Math" panose="02040503050406030204" pitchFamily="18" charset="0"/>
                              </a:rPr>
                              <m:t>𝐵</m:t>
                            </m:r>
                          </m:e>
                          <m:sub>
                            <m:r>
                              <a:rPr lang="zh-CN" altLang="en-US" sz="2800" i="1">
                                <a:solidFill>
                                  <a:schemeClr val="bg1"/>
                                </a:solidFill>
                                <a:latin typeface="Cambria Math" panose="02040503050406030204" pitchFamily="18" charset="0"/>
                              </a:rPr>
                              <m:t>𝑟</m:t>
                            </m:r>
                          </m:sub>
                        </m:sSub>
                        <m:r>
                          <a:rPr lang="zh-CN" altLang="en-US" sz="2800" i="1">
                            <a:solidFill>
                              <a:schemeClr val="bg1"/>
                            </a:solidFill>
                            <a:latin typeface="Cambria Math" panose="02040503050406030204" pitchFamily="18" charset="0"/>
                          </a:rPr>
                          <m:t>:</m:t>
                        </m:r>
                        <m:sSub>
                          <m:sSubPr>
                            <m:ctrlPr>
                              <a:rPr lang="zh-CN" altLang="en-US" sz="2800" i="1">
                                <a:solidFill>
                                  <a:schemeClr val="bg1"/>
                                </a:solidFill>
                                <a:latin typeface="Cambria Math" panose="02040503050406030204" pitchFamily="18" charset="0"/>
                              </a:rPr>
                            </m:ctrlPr>
                          </m:sSubPr>
                          <m:e>
                            <m:r>
                              <a:rPr lang="zh-CN" altLang="en-US" sz="2800" i="1">
                                <a:solidFill>
                                  <a:schemeClr val="bg1"/>
                                </a:solidFill>
                                <a:latin typeface="Cambria Math" panose="02040503050406030204" pitchFamily="18" charset="0"/>
                              </a:rPr>
                              <m:t>𝑊</m:t>
                            </m:r>
                          </m:e>
                          <m:sub>
                            <m:r>
                              <a:rPr lang="zh-CN" altLang="en-US" sz="2800" i="1">
                                <a:solidFill>
                                  <a:schemeClr val="bg1"/>
                                </a:solidFill>
                                <a:latin typeface="Cambria Math" panose="02040503050406030204" pitchFamily="18" charset="0"/>
                              </a:rPr>
                              <m:t>1</m:t>
                            </m:r>
                          </m:sub>
                        </m:sSub>
                        <m:d>
                          <m:dPr>
                            <m:ctrlPr>
                              <a:rPr lang="zh-CN" altLang="en-US" sz="2800" i="1">
                                <a:solidFill>
                                  <a:schemeClr val="bg1"/>
                                </a:solidFill>
                                <a:latin typeface="Cambria Math" panose="02040503050406030204" pitchFamily="18" charset="0"/>
                              </a:rPr>
                            </m:ctrlPr>
                          </m:dPr>
                          <m:e>
                            <m:r>
                              <a:rPr lang="zh-CN" altLang="en-US" sz="2800" b="1" i="1">
                                <a:solidFill>
                                  <a:schemeClr val="bg1"/>
                                </a:solidFill>
                                <a:latin typeface="Cambria Math" panose="02040503050406030204" pitchFamily="18" charset="0"/>
                              </a:rPr>
                              <m:t>𝒙</m:t>
                            </m:r>
                          </m:e>
                        </m:d>
                        <m:r>
                          <a:rPr lang="en-US" altLang="zh-CN" sz="2800" b="1" i="1" smtClean="0">
                            <a:solidFill>
                              <a:schemeClr val="bg1"/>
                            </a:solidFill>
                            <a:latin typeface="Cambria Math" panose="02040503050406030204" pitchFamily="18" charset="0"/>
                          </a:rPr>
                          <m:t>=</m:t>
                        </m:r>
                        <m:sSub>
                          <m:sSubPr>
                            <m:ctrlPr>
                              <a:rPr lang="zh-CN" altLang="zh-CN" sz="2800" i="1">
                                <a:latin typeface="Cambria Math" panose="02040503050406030204" pitchFamily="18" charset="0"/>
                              </a:rPr>
                            </m:ctrlPr>
                          </m:sSubPr>
                          <m:e>
                            <m:r>
                              <a:rPr lang="en-US" altLang="zh-CN" sz="2800" i="1">
                                <a:latin typeface="Cambria Math" panose="02040503050406030204" pitchFamily="18" charset="0"/>
                              </a:rPr>
                              <m:t>𝑐</m:t>
                            </m:r>
                          </m:e>
                          <m:sub>
                            <m:r>
                              <a:rPr lang="en-US" altLang="zh-CN" sz="2800" i="1">
                                <a:latin typeface="Cambria Math" panose="02040503050406030204" pitchFamily="18" charset="0"/>
                              </a:rPr>
                              <m:t>1</m:t>
                            </m:r>
                          </m:sub>
                        </m:sSub>
                        <m:sSup>
                          <m:sSupPr>
                            <m:ctrlPr>
                              <a:rPr lang="zh-CN" altLang="zh-CN" sz="2800" i="1">
                                <a:latin typeface="Cambria Math" panose="02040503050406030204" pitchFamily="18" charset="0"/>
                              </a:rPr>
                            </m:ctrlPr>
                          </m:sSupPr>
                          <m:e>
                            <m:d>
                              <m:dPr>
                                <m:begChr m:val="‖"/>
                                <m:endChr m:val="‖"/>
                                <m:ctrlPr>
                                  <a:rPr lang="zh-CN" altLang="zh-CN" sz="2800" i="1">
                                    <a:latin typeface="Cambria Math" panose="02040503050406030204" pitchFamily="18" charset="0"/>
                                  </a:rPr>
                                </m:ctrlPr>
                              </m:dPr>
                              <m:e>
                                <m:r>
                                  <a:rPr lang="en-US" altLang="zh-CN" sz="2800" b="1" i="1">
                                    <a:latin typeface="Cambria Math" panose="02040503050406030204" pitchFamily="18" charset="0"/>
                                  </a:rPr>
                                  <m:t>𝒙</m:t>
                                </m:r>
                              </m:e>
                            </m:d>
                          </m:e>
                          <m:sup>
                            <m:r>
                              <a:rPr lang="en-US" altLang="zh-CN" sz="2800" i="1">
                                <a:latin typeface="Cambria Math" panose="02040503050406030204" pitchFamily="18" charset="0"/>
                              </a:rPr>
                              <m:t>2</m:t>
                            </m:r>
                          </m:sup>
                        </m:sSup>
                        <m:r>
                          <a:rPr lang="zh-CN" altLang="en-US" sz="2800" i="1">
                            <a:solidFill>
                              <a:schemeClr val="bg1"/>
                            </a:solidFill>
                            <a:latin typeface="Cambria Math" panose="02040503050406030204" pitchFamily="18" charset="0"/>
                          </a:rPr>
                          <m:t>≤</m:t>
                        </m:r>
                        <m:r>
                          <a:rPr lang="zh-CN" altLang="en-US" sz="2800" i="1">
                            <a:solidFill>
                              <a:schemeClr val="bg1"/>
                            </a:solidFill>
                            <a:latin typeface="Cambria Math" panose="02040503050406030204" pitchFamily="18" charset="0"/>
                          </a:rPr>
                          <m:t>𝑐</m:t>
                        </m:r>
                      </m:e>
                    </m:d>
                  </m:oMath>
                </a14:m>
                <a:br>
                  <a:rPr lang="en-US" altLang="zh-CN" sz="2800" i="1" dirty="0">
                    <a:solidFill>
                      <a:schemeClr val="bg1"/>
                    </a:solidFill>
                    <a:latin typeface="Cambria Math" panose="02040503050406030204" pitchFamily="18" charset="0"/>
                  </a:rPr>
                </a:br>
                <a14:m>
                  <m:oMath xmlns:m="http://schemas.openxmlformats.org/officeDocument/2006/math">
                    <m:r>
                      <a:rPr lang="zh-CN" altLang="en-US" sz="2800" i="1" smtClean="0">
                        <a:solidFill>
                          <a:srgbClr val="FFFF00"/>
                        </a:solidFill>
                        <a:latin typeface="Cambria Math" panose="02040503050406030204" pitchFamily="18" charset="0"/>
                      </a:rPr>
                      <m:t>⊂</m:t>
                    </m:r>
                    <m:sSub>
                      <m:sSubPr>
                        <m:ctrlPr>
                          <a:rPr lang="zh-CN" altLang="en-US" sz="2800" i="1" smtClean="0">
                            <a:solidFill>
                              <a:srgbClr val="FFFF00"/>
                            </a:solidFill>
                            <a:latin typeface="Cambria Math" panose="02040503050406030204" pitchFamily="18" charset="0"/>
                          </a:rPr>
                        </m:ctrlPr>
                      </m:sSubPr>
                      <m:e>
                        <m:r>
                          <a:rPr lang="zh-CN" altLang="en-US" sz="2800" i="1">
                            <a:solidFill>
                              <a:srgbClr val="FFFF00"/>
                            </a:solidFill>
                            <a:latin typeface="Cambria Math" panose="02040503050406030204" pitchFamily="18" charset="0"/>
                          </a:rPr>
                          <m:t>𝐵</m:t>
                        </m:r>
                      </m:e>
                      <m:sub>
                        <m:r>
                          <a:rPr lang="zh-CN" altLang="en-US" sz="2800" i="1">
                            <a:solidFill>
                              <a:srgbClr val="FFFF00"/>
                            </a:solidFill>
                            <a:latin typeface="Cambria Math" panose="02040503050406030204" pitchFamily="18" charset="0"/>
                          </a:rPr>
                          <m:t>𝑟</m:t>
                        </m:r>
                      </m:sub>
                    </m:sSub>
                    <m:r>
                      <a:rPr lang="zh-CN" altLang="en-US" sz="2800" i="1" smtClean="0">
                        <a:solidFill>
                          <a:schemeClr val="bg1"/>
                        </a:solidFill>
                        <a:latin typeface="Cambria Math" panose="02040503050406030204" pitchFamily="18" charset="0"/>
                      </a:rPr>
                      <m:t>=</m:t>
                    </m:r>
                    <m:d>
                      <m:dPr>
                        <m:begChr m:val="{"/>
                        <m:endChr m:val="}"/>
                        <m:ctrlPr>
                          <a:rPr lang="en-US" altLang="zh-CN" sz="2800" i="1" smtClean="0">
                            <a:solidFill>
                              <a:schemeClr val="bg1"/>
                            </a:solidFill>
                            <a:latin typeface="Cambria Math" panose="02040503050406030204" pitchFamily="18" charset="0"/>
                          </a:rPr>
                        </m:ctrlPr>
                      </m:dPr>
                      <m:e>
                        <m:r>
                          <a:rPr lang="zh-CN" altLang="en-US" sz="2800" b="1" i="1">
                            <a:latin typeface="Cambria Math" panose="02040503050406030204" pitchFamily="18" charset="0"/>
                          </a:rPr>
                          <m:t>𝒙</m:t>
                        </m:r>
                        <m:r>
                          <a:rPr lang="zh-CN" altLang="en-US" sz="2800" i="1">
                            <a:latin typeface="Cambria Math" panose="02040503050406030204" pitchFamily="18" charset="0"/>
                          </a:rPr>
                          <m:t>∈</m:t>
                        </m:r>
                        <m:r>
                          <a:rPr lang="zh-CN" altLang="en-US" sz="2800" i="1">
                            <a:latin typeface="Cambria Math" panose="02040503050406030204" pitchFamily="18" charset="0"/>
                          </a:rPr>
                          <m:t>𝐷</m:t>
                        </m:r>
                        <m:r>
                          <a:rPr lang="zh-CN" altLang="en-US" sz="2800" i="1">
                            <a:latin typeface="Cambria Math" panose="02040503050406030204" pitchFamily="18" charset="0"/>
                          </a:rPr>
                          <m:t>:</m:t>
                        </m:r>
                        <m:d>
                          <m:dPr>
                            <m:begChr m:val="‖"/>
                            <m:endChr m:val="‖"/>
                            <m:ctrlPr>
                              <a:rPr lang="zh-CN" altLang="en-US" sz="2800" i="1">
                                <a:latin typeface="Cambria Math" panose="02040503050406030204" pitchFamily="18" charset="0"/>
                              </a:rPr>
                            </m:ctrlPr>
                          </m:dPr>
                          <m:e>
                            <m:r>
                              <a:rPr lang="zh-CN" altLang="en-US" sz="2800" b="1" i="1">
                                <a:latin typeface="Cambria Math" panose="02040503050406030204" pitchFamily="18" charset="0"/>
                              </a:rPr>
                              <m:t>𝒙</m:t>
                            </m:r>
                          </m:e>
                        </m:d>
                        <m:r>
                          <a:rPr lang="zh-CN" altLang="en-US" sz="2800" i="1">
                            <a:latin typeface="Cambria Math" panose="02040503050406030204" pitchFamily="18" charset="0"/>
                          </a:rPr>
                          <m:t>≤</m:t>
                        </m:r>
                        <m:r>
                          <a:rPr lang="zh-CN" altLang="en-US" sz="2800" i="1">
                            <a:latin typeface="Cambria Math" panose="02040503050406030204" pitchFamily="18" charset="0"/>
                          </a:rPr>
                          <m:t>𝑟</m:t>
                        </m:r>
                      </m:e>
                    </m:d>
                    <m:r>
                      <a:rPr lang="zh-CN" altLang="en-US" sz="2800" i="1" smtClean="0">
                        <a:solidFill>
                          <a:srgbClr val="FFFF00"/>
                        </a:solidFill>
                        <a:latin typeface="Cambria Math" panose="02040503050406030204" pitchFamily="18" charset="0"/>
                      </a:rPr>
                      <m:t>⊂</m:t>
                    </m:r>
                    <m:r>
                      <a:rPr lang="zh-CN" altLang="en-US" sz="2800" i="1" smtClean="0">
                        <a:solidFill>
                          <a:srgbClr val="FFFF00"/>
                        </a:solidFill>
                        <a:latin typeface="Cambria Math" panose="02040503050406030204" pitchFamily="18" charset="0"/>
                      </a:rPr>
                      <m:t>𝐷</m:t>
                    </m:r>
                  </m:oMath>
                </a14:m>
                <a:endParaRPr lang="en-US" altLang="zh-CN" sz="2800" dirty="0"/>
              </a:p>
              <a:p>
                <a:endParaRPr lang="en-US" altLang="zh-CN" sz="2800" b="1" dirty="0"/>
              </a:p>
              <a:p>
                <a:r>
                  <a:rPr lang="zh-CN" altLang="en-US" sz="2800" b="1" dirty="0"/>
                  <a:t>满足 </a:t>
                </a:r>
                <a14:m>
                  <m:oMath xmlns:m="http://schemas.openxmlformats.org/officeDocument/2006/math">
                    <m:d>
                      <m:dPr>
                        <m:begChr m:val="{"/>
                        <m:endChr m:val="}"/>
                        <m:ctrlPr>
                          <a:rPr lang="en-US" altLang="zh-CN" sz="2800" i="1" smtClean="0">
                            <a:solidFill>
                              <a:schemeClr val="bg1"/>
                            </a:solidFill>
                            <a:latin typeface="Cambria Math" panose="02040503050406030204" pitchFamily="18" charset="0"/>
                          </a:rPr>
                        </m:ctrlPr>
                      </m:dPr>
                      <m:e>
                        <m:sSub>
                          <m:sSubPr>
                            <m:ctrlPr>
                              <a:rPr lang="zh-CN" altLang="zh-CN" sz="2800" i="1">
                                <a:latin typeface="Cambria Math" panose="02040503050406030204" pitchFamily="18" charset="0"/>
                              </a:rPr>
                            </m:ctrlPr>
                          </m:sSubPr>
                          <m:e>
                            <m:r>
                              <a:rPr lang="en-US" altLang="zh-CN" sz="2800" i="1">
                                <a:latin typeface="Cambria Math" panose="02040503050406030204" pitchFamily="18" charset="0"/>
                              </a:rPr>
                              <m:t>𝑐</m:t>
                            </m:r>
                          </m:e>
                          <m:sub>
                            <m:r>
                              <a:rPr lang="en-US" altLang="zh-CN" sz="2800" i="1">
                                <a:latin typeface="Cambria Math" panose="02040503050406030204" pitchFamily="18" charset="0"/>
                              </a:rPr>
                              <m:t>2</m:t>
                            </m:r>
                          </m:sub>
                        </m:sSub>
                        <m:sSup>
                          <m:sSupPr>
                            <m:ctrlPr>
                              <a:rPr lang="zh-CN" altLang="zh-CN" sz="2800" i="1">
                                <a:latin typeface="Cambria Math" panose="02040503050406030204" pitchFamily="18" charset="0"/>
                              </a:rPr>
                            </m:ctrlPr>
                          </m:sSupPr>
                          <m:e>
                            <m:d>
                              <m:dPr>
                                <m:begChr m:val="‖"/>
                                <m:endChr m:val="‖"/>
                                <m:ctrlPr>
                                  <a:rPr lang="zh-CN" altLang="zh-CN" sz="2800" i="1">
                                    <a:latin typeface="Cambria Math" panose="02040503050406030204" pitchFamily="18" charset="0"/>
                                  </a:rPr>
                                </m:ctrlPr>
                              </m:dPr>
                              <m:e>
                                <m:r>
                                  <a:rPr lang="en-US" altLang="zh-CN" sz="2800" b="1" i="1">
                                    <a:latin typeface="Cambria Math" panose="02040503050406030204" pitchFamily="18" charset="0"/>
                                  </a:rPr>
                                  <m:t>𝒙</m:t>
                                </m:r>
                              </m:e>
                            </m:d>
                          </m:e>
                          <m:sup>
                            <m:r>
                              <a:rPr lang="en-US" altLang="zh-CN" sz="2800" i="1">
                                <a:latin typeface="Cambria Math" panose="02040503050406030204" pitchFamily="18" charset="0"/>
                              </a:rPr>
                              <m:t>2</m:t>
                            </m:r>
                          </m:sup>
                        </m:sSup>
                        <m:r>
                          <a:rPr lang="zh-CN" altLang="en-US" sz="2800" i="1">
                            <a:latin typeface="Cambria Math" panose="02040503050406030204" pitchFamily="18" charset="0"/>
                          </a:rPr>
                          <m:t>≤</m:t>
                        </m:r>
                        <m:r>
                          <a:rPr lang="zh-CN" altLang="en-US" sz="2800" i="1">
                            <a:latin typeface="Cambria Math" panose="02040503050406030204" pitchFamily="18" charset="0"/>
                          </a:rPr>
                          <m:t>𝑐</m:t>
                        </m:r>
                      </m:e>
                    </m:d>
                  </m:oMath>
                </a14:m>
                <a:r>
                  <a:rPr lang="zh-CN" altLang="en-US" sz="2800" b="1" dirty="0"/>
                  <a:t>的解</a:t>
                </a:r>
                <a:br>
                  <a:rPr lang="en-US" altLang="zh-CN" sz="2800" b="1" dirty="0"/>
                </a:br>
                <a:r>
                  <a:rPr lang="zh-CN" altLang="en-US" sz="2800" b="1" dirty="0"/>
                  <a:t>都有界。</a:t>
                </a:r>
                <a:endParaRPr lang="en-US" altLang="zh-CN" sz="2800" b="1" dirty="0"/>
              </a:p>
              <a:p>
                <a:pPr>
                  <a:lnSpc>
                    <a:spcPct val="130000"/>
                  </a:lnSpc>
                </a:pPr>
                <a:r>
                  <a:rPr lang="zh-CN" altLang="en-US" sz="2800" b="1" dirty="0"/>
                  <a:t>当 </a:t>
                </a:r>
                <a14:m>
                  <m:oMath xmlns:m="http://schemas.openxmlformats.org/officeDocument/2006/math">
                    <m:r>
                      <a:rPr lang="en-US" altLang="zh-CN" sz="2800" i="1" smtClean="0">
                        <a:latin typeface="Cambria Math" panose="02040503050406030204" pitchFamily="18" charset="0"/>
                      </a:rPr>
                      <m:t>𝑉</m:t>
                    </m:r>
                    <m:r>
                      <a:rPr lang="en-US" altLang="zh-CN" sz="2800" i="1" smtClean="0">
                        <a:latin typeface="Cambria Math" panose="02040503050406030204" pitchFamily="18" charset="0"/>
                      </a:rPr>
                      <m:t>(</m:t>
                    </m:r>
                    <m:r>
                      <a:rPr lang="en-US" altLang="zh-CN" sz="2800" b="1" i="1">
                        <a:latin typeface="Cambria Math" panose="02040503050406030204" pitchFamily="18" charset="0"/>
                      </a:rPr>
                      <m:t>𝒙</m:t>
                    </m:r>
                    <m:r>
                      <a:rPr lang="en-US" altLang="zh-CN" sz="2800" i="1">
                        <a:latin typeface="Cambria Math" panose="02040503050406030204" pitchFamily="18" charset="0"/>
                      </a:rPr>
                      <m:t>)≤</m:t>
                    </m:r>
                    <m:sSub>
                      <m:sSubPr>
                        <m:ctrlPr>
                          <a:rPr lang="zh-CN" altLang="zh-CN" sz="2800" i="1">
                            <a:latin typeface="Cambria Math" panose="02040503050406030204" pitchFamily="18" charset="0"/>
                          </a:rPr>
                        </m:ctrlPr>
                      </m:sSubPr>
                      <m:e>
                        <m:r>
                          <a:rPr lang="en-US" altLang="zh-CN" sz="2800" i="1">
                            <a:latin typeface="Cambria Math" panose="02040503050406030204" pitchFamily="18" charset="0"/>
                          </a:rPr>
                          <m:t>𝑐</m:t>
                        </m:r>
                      </m:e>
                      <m:sub>
                        <m:r>
                          <a:rPr lang="en-US" altLang="zh-CN" sz="2800" i="1">
                            <a:latin typeface="Cambria Math" panose="02040503050406030204" pitchFamily="18" charset="0"/>
                          </a:rPr>
                          <m:t>2</m:t>
                        </m:r>
                      </m:sub>
                    </m:sSub>
                    <m:sSup>
                      <m:sSupPr>
                        <m:ctrlPr>
                          <a:rPr lang="zh-CN" altLang="zh-CN" sz="2800" i="1">
                            <a:latin typeface="Cambria Math" panose="02040503050406030204" pitchFamily="18" charset="0"/>
                          </a:rPr>
                        </m:ctrlPr>
                      </m:sSupPr>
                      <m:e>
                        <m:d>
                          <m:dPr>
                            <m:begChr m:val="‖"/>
                            <m:endChr m:val="‖"/>
                            <m:ctrlPr>
                              <a:rPr lang="zh-CN" altLang="zh-CN" sz="2800" i="1">
                                <a:latin typeface="Cambria Math" panose="02040503050406030204" pitchFamily="18" charset="0"/>
                              </a:rPr>
                            </m:ctrlPr>
                          </m:dPr>
                          <m:e>
                            <m:r>
                              <a:rPr lang="en-US" altLang="zh-CN" sz="2800" b="1" i="1">
                                <a:latin typeface="Cambria Math" panose="02040503050406030204" pitchFamily="18" charset="0"/>
                              </a:rPr>
                              <m:t>𝒙</m:t>
                            </m:r>
                          </m:e>
                        </m:d>
                      </m:e>
                      <m:sup>
                        <m:r>
                          <a:rPr lang="en-US" altLang="zh-CN" sz="2800" i="1">
                            <a:latin typeface="Cambria Math" panose="02040503050406030204" pitchFamily="18" charset="0"/>
                          </a:rPr>
                          <m:t>2</m:t>
                        </m:r>
                      </m:sup>
                    </m:sSup>
                  </m:oMath>
                </a14:m>
                <a:r>
                  <a:rPr lang="zh-CN" altLang="en-US" sz="2800" b="1" dirty="0"/>
                  <a:t>，且</a:t>
                </a:r>
                <a:br>
                  <a:rPr lang="en-US" altLang="zh-CN" sz="2800" b="1" dirty="0"/>
                </a:br>
                <a14:m>
                  <m:oMath xmlns:m="http://schemas.openxmlformats.org/officeDocument/2006/math">
                    <m:acc>
                      <m:accPr>
                        <m:chr m:val="̇"/>
                        <m:ctrlPr>
                          <a:rPr lang="zh-CN" altLang="zh-CN" sz="2800" i="1">
                            <a:latin typeface="Cambria Math" panose="02040503050406030204" pitchFamily="18" charset="0"/>
                          </a:rPr>
                        </m:ctrlPr>
                      </m:accPr>
                      <m:e>
                        <m:r>
                          <a:rPr lang="en-US" altLang="zh-CN" sz="2800" i="1">
                            <a:latin typeface="Cambria Math" panose="02040503050406030204" pitchFamily="18" charset="0"/>
                          </a:rPr>
                          <m:t>𝑉</m:t>
                        </m:r>
                      </m:e>
                    </m:acc>
                    <m:r>
                      <a:rPr lang="en-US" altLang="zh-CN" sz="2800" i="1">
                        <a:latin typeface="Cambria Math" panose="02040503050406030204" pitchFamily="18" charset="0"/>
                      </a:rPr>
                      <m:t>(</m:t>
                    </m:r>
                    <m:r>
                      <a:rPr lang="en-US" altLang="zh-CN" sz="2800" b="1" i="1">
                        <a:latin typeface="Cambria Math" panose="02040503050406030204" pitchFamily="18" charset="0"/>
                      </a:rPr>
                      <m:t>𝒙</m:t>
                    </m:r>
                    <m:r>
                      <a:rPr lang="en-US" altLang="zh-CN" sz="2800" i="1">
                        <a:latin typeface="Cambria Math" panose="02040503050406030204" pitchFamily="18" charset="0"/>
                      </a:rPr>
                      <m:t>)≤ −</m:t>
                    </m:r>
                    <m:sSub>
                      <m:sSubPr>
                        <m:ctrlPr>
                          <a:rPr lang="zh-CN" altLang="zh-CN" sz="2800" i="1">
                            <a:latin typeface="Cambria Math" panose="02040503050406030204" pitchFamily="18" charset="0"/>
                          </a:rPr>
                        </m:ctrlPr>
                      </m:sSubPr>
                      <m:e>
                        <m:r>
                          <a:rPr lang="en-US" altLang="zh-CN" sz="2800" i="1">
                            <a:latin typeface="Cambria Math" panose="02040503050406030204" pitchFamily="18" charset="0"/>
                          </a:rPr>
                          <m:t>𝑐</m:t>
                        </m:r>
                      </m:e>
                      <m:sub>
                        <m:r>
                          <a:rPr lang="en-US" altLang="zh-CN" sz="2800" i="1">
                            <a:latin typeface="Cambria Math" panose="02040503050406030204" pitchFamily="18" charset="0"/>
                          </a:rPr>
                          <m:t>3</m:t>
                        </m:r>
                      </m:sub>
                    </m:sSub>
                    <m:sSup>
                      <m:sSupPr>
                        <m:ctrlPr>
                          <a:rPr lang="zh-CN" altLang="zh-CN" sz="2800" i="1">
                            <a:latin typeface="Cambria Math" panose="02040503050406030204" pitchFamily="18" charset="0"/>
                          </a:rPr>
                        </m:ctrlPr>
                      </m:sSupPr>
                      <m:e>
                        <m:d>
                          <m:dPr>
                            <m:begChr m:val="‖"/>
                            <m:endChr m:val="‖"/>
                            <m:ctrlPr>
                              <a:rPr lang="zh-CN" altLang="zh-CN" sz="2800" i="1">
                                <a:latin typeface="Cambria Math" panose="02040503050406030204" pitchFamily="18" charset="0"/>
                              </a:rPr>
                            </m:ctrlPr>
                          </m:dPr>
                          <m:e>
                            <m:r>
                              <a:rPr lang="en-US" altLang="zh-CN" sz="2800" b="1" i="1">
                                <a:latin typeface="Cambria Math" panose="02040503050406030204" pitchFamily="18" charset="0"/>
                              </a:rPr>
                              <m:t>𝒙</m:t>
                            </m:r>
                          </m:e>
                        </m:d>
                      </m:e>
                      <m:sup>
                        <m:r>
                          <a:rPr lang="en-US" altLang="zh-CN" sz="2800" i="1">
                            <a:latin typeface="Cambria Math" panose="02040503050406030204" pitchFamily="18" charset="0"/>
                          </a:rPr>
                          <m:t>2</m:t>
                        </m:r>
                      </m:sup>
                    </m:sSup>
                  </m:oMath>
                </a14:m>
                <a:r>
                  <a:rPr lang="zh-CN" altLang="en-US" sz="2800" b="1" dirty="0"/>
                  <a:t> 时，</a:t>
                </a:r>
                <a:br>
                  <a:rPr lang="en-US" altLang="zh-CN" sz="2800" b="1" dirty="0"/>
                </a:br>
                <a:r>
                  <a:rPr lang="zh-CN" altLang="en-US" sz="2800" b="1" dirty="0"/>
                  <a:t>有</a:t>
                </a:r>
                <a:br>
                  <a:rPr lang="en-US" altLang="zh-CN" sz="2800" b="1" dirty="0"/>
                </a:br>
                <a:r>
                  <a:rPr lang="en-US" altLang="zh-CN" sz="2800" b="1" dirty="0"/>
                  <a:t> </a:t>
                </a:r>
                <a14:m>
                  <m:oMath xmlns:m="http://schemas.openxmlformats.org/officeDocument/2006/math">
                    <m:acc>
                      <m:accPr>
                        <m:chr m:val="̇"/>
                        <m:ctrlPr>
                          <a:rPr lang="zh-CN" altLang="zh-CN" sz="2800" i="1">
                            <a:solidFill>
                              <a:srgbClr val="FFFF00"/>
                            </a:solidFill>
                            <a:latin typeface="Cambria Math" panose="02040503050406030204" pitchFamily="18" charset="0"/>
                          </a:rPr>
                        </m:ctrlPr>
                      </m:accPr>
                      <m:e>
                        <m:r>
                          <a:rPr lang="en-US" altLang="zh-CN" sz="2800" i="1">
                            <a:solidFill>
                              <a:srgbClr val="FFFF00"/>
                            </a:solidFill>
                            <a:latin typeface="Cambria Math" panose="02040503050406030204" pitchFamily="18" charset="0"/>
                          </a:rPr>
                          <m:t>𝑉</m:t>
                        </m:r>
                      </m:e>
                    </m:acc>
                    <m:r>
                      <a:rPr lang="en-US" altLang="zh-CN" sz="2800" i="1">
                        <a:solidFill>
                          <a:srgbClr val="FFFF00"/>
                        </a:solidFill>
                        <a:latin typeface="Cambria Math" panose="02040503050406030204" pitchFamily="18" charset="0"/>
                      </a:rPr>
                      <m:t>(</m:t>
                    </m:r>
                    <m:r>
                      <a:rPr lang="en-US" altLang="zh-CN" sz="2800" b="1" i="1">
                        <a:solidFill>
                          <a:srgbClr val="FFFF00"/>
                        </a:solidFill>
                        <a:latin typeface="Cambria Math" panose="02040503050406030204" pitchFamily="18" charset="0"/>
                      </a:rPr>
                      <m:t>𝒙</m:t>
                    </m:r>
                    <m:r>
                      <a:rPr lang="en-US" altLang="zh-CN" sz="2800" i="1">
                        <a:solidFill>
                          <a:srgbClr val="FFFF00"/>
                        </a:solidFill>
                        <a:latin typeface="Cambria Math" panose="02040503050406030204" pitchFamily="18" charset="0"/>
                      </a:rPr>
                      <m:t>)</m:t>
                    </m:r>
                    <m:r>
                      <a:rPr lang="en-US" altLang="zh-CN" sz="2800" i="1" smtClean="0">
                        <a:latin typeface="Cambria Math" panose="02040503050406030204" pitchFamily="18" charset="0"/>
                      </a:rPr>
                      <m:t> </m:t>
                    </m:r>
                    <m:r>
                      <a:rPr lang="en-US" altLang="zh-CN" sz="2800" i="1">
                        <a:solidFill>
                          <a:srgbClr val="FFFF00"/>
                        </a:solidFill>
                        <a:latin typeface="Cambria Math" panose="02040503050406030204" pitchFamily="18" charset="0"/>
                      </a:rPr>
                      <m:t>≤</m:t>
                    </m:r>
                    <m:r>
                      <a:rPr lang="en-US" altLang="zh-CN" sz="2800" i="1">
                        <a:solidFill>
                          <a:srgbClr val="FFFF00"/>
                        </a:solidFill>
                        <a:latin typeface="Cambria Math" panose="02040503050406030204" pitchFamily="18" charset="0"/>
                        <a:ea typeface="Cambria Math" panose="02040503050406030204" pitchFamily="18" charset="0"/>
                      </a:rPr>
                      <m:t>−</m:t>
                    </m:r>
                    <m:f>
                      <m:fPr>
                        <m:ctrlPr>
                          <a:rPr lang="en-US" altLang="zh-CN" sz="2800" i="1" smtClean="0">
                            <a:solidFill>
                              <a:srgbClr val="FFFF00"/>
                            </a:solidFill>
                            <a:latin typeface="Cambria Math" panose="02040503050406030204" pitchFamily="18" charset="0"/>
                          </a:rPr>
                        </m:ctrlPr>
                      </m:fPr>
                      <m:num>
                        <m:sSub>
                          <m:sSubPr>
                            <m:ctrlPr>
                              <a:rPr lang="zh-CN" altLang="zh-CN" sz="2800" i="1">
                                <a:solidFill>
                                  <a:srgbClr val="FFFF00"/>
                                </a:solidFill>
                                <a:latin typeface="Cambria Math" panose="02040503050406030204" pitchFamily="18" charset="0"/>
                              </a:rPr>
                            </m:ctrlPr>
                          </m:sSubPr>
                          <m:e>
                            <m:r>
                              <a:rPr lang="en-US" altLang="zh-CN" sz="2800" i="1">
                                <a:solidFill>
                                  <a:srgbClr val="FFFF00"/>
                                </a:solidFill>
                                <a:latin typeface="Cambria Math" panose="02040503050406030204" pitchFamily="18" charset="0"/>
                              </a:rPr>
                              <m:t>𝑐</m:t>
                            </m:r>
                          </m:e>
                          <m:sub>
                            <m:r>
                              <a:rPr lang="en-US" altLang="zh-CN" sz="2800" i="1">
                                <a:solidFill>
                                  <a:srgbClr val="FFFF00"/>
                                </a:solidFill>
                                <a:latin typeface="Cambria Math" panose="02040503050406030204" pitchFamily="18" charset="0"/>
                              </a:rPr>
                              <m:t>3</m:t>
                            </m:r>
                          </m:sub>
                        </m:sSub>
                      </m:num>
                      <m:den>
                        <m:sSub>
                          <m:sSubPr>
                            <m:ctrlPr>
                              <a:rPr lang="zh-CN" altLang="zh-CN" sz="2800" i="1">
                                <a:solidFill>
                                  <a:srgbClr val="FFFF00"/>
                                </a:solidFill>
                                <a:latin typeface="Cambria Math" panose="02040503050406030204" pitchFamily="18" charset="0"/>
                              </a:rPr>
                            </m:ctrlPr>
                          </m:sSubPr>
                          <m:e>
                            <m:r>
                              <a:rPr lang="en-US" altLang="zh-CN" sz="2800" i="1">
                                <a:solidFill>
                                  <a:srgbClr val="FFFF00"/>
                                </a:solidFill>
                                <a:latin typeface="Cambria Math" panose="02040503050406030204" pitchFamily="18" charset="0"/>
                              </a:rPr>
                              <m:t>𝑐</m:t>
                            </m:r>
                          </m:e>
                          <m:sub>
                            <m:r>
                              <a:rPr lang="en-US" altLang="zh-CN" sz="2800" i="1">
                                <a:solidFill>
                                  <a:srgbClr val="FFFF00"/>
                                </a:solidFill>
                                <a:latin typeface="Cambria Math" panose="02040503050406030204" pitchFamily="18" charset="0"/>
                              </a:rPr>
                              <m:t>2</m:t>
                            </m:r>
                          </m:sub>
                        </m:sSub>
                      </m:den>
                    </m:f>
                    <m:r>
                      <a:rPr lang="en-US" altLang="zh-CN" sz="2800" i="1">
                        <a:solidFill>
                          <a:srgbClr val="FFFF00"/>
                        </a:solidFill>
                        <a:latin typeface="Cambria Math" panose="02040503050406030204" pitchFamily="18" charset="0"/>
                      </a:rPr>
                      <m:t>𝑉</m:t>
                    </m:r>
                    <m:d>
                      <m:dPr>
                        <m:ctrlPr>
                          <a:rPr lang="en-US" altLang="zh-CN" sz="2800" i="1">
                            <a:solidFill>
                              <a:srgbClr val="FFFF00"/>
                            </a:solidFill>
                            <a:latin typeface="Cambria Math" panose="02040503050406030204" pitchFamily="18" charset="0"/>
                          </a:rPr>
                        </m:ctrlPr>
                      </m:dPr>
                      <m:e>
                        <m:r>
                          <a:rPr lang="en-US" altLang="zh-CN" sz="2800" b="1" i="1">
                            <a:solidFill>
                              <a:srgbClr val="FFFF00"/>
                            </a:solidFill>
                            <a:latin typeface="Cambria Math" panose="02040503050406030204" pitchFamily="18" charset="0"/>
                          </a:rPr>
                          <m:t>𝒙</m:t>
                        </m:r>
                      </m:e>
                    </m:d>
                  </m:oMath>
                </a14:m>
                <a:endParaRPr lang="zh-CN" altLang="en-US" sz="2800" b="1" dirty="0"/>
              </a:p>
            </p:txBody>
          </p:sp>
        </mc:Choice>
        <mc:Fallback xmlns="">
          <p:sp>
            <p:nvSpPr>
              <p:cNvPr id="3" name="内容占位符 2">
                <a:extLst>
                  <a:ext uri="{FF2B5EF4-FFF2-40B4-BE49-F238E27FC236}">
                    <a16:creationId xmlns:a16="http://schemas.microsoft.com/office/drawing/2014/main" id="{9A21ACDD-C0BF-D546-BE0C-587FC1471358}"/>
                  </a:ext>
                </a:extLst>
              </p:cNvPr>
              <p:cNvSpPr>
                <a:spLocks noGrp="1" noRot="1" noChangeAspect="1" noMove="1" noResize="1" noEditPoints="1" noAdjustHandles="1" noChangeArrowheads="1" noChangeShapeType="1" noTextEdit="1"/>
              </p:cNvSpPr>
              <p:nvPr>
                <p:ph idx="1"/>
              </p:nvPr>
            </p:nvSpPr>
            <p:spPr>
              <a:xfrm>
                <a:off x="457200" y="1196752"/>
                <a:ext cx="8229600" cy="5280247"/>
              </a:xfrm>
              <a:blipFill>
                <a:blip r:embed="rId3"/>
                <a:stretch>
                  <a:fillRect/>
                </a:stretch>
              </a:blipFill>
            </p:spPr>
            <p:txBody>
              <a:bodyPr/>
              <a:lstStyle/>
              <a:p>
                <a:r>
                  <a:rPr lang="zh-CN" altLang="en-US">
                    <a:noFill/>
                  </a:rPr>
                  <a:t> </a:t>
                </a:r>
              </a:p>
            </p:txBody>
          </p:sp>
        </mc:Fallback>
      </mc:AlternateContent>
      <p:sp>
        <p:nvSpPr>
          <p:cNvPr id="4" name="灯片编号占位符 3">
            <a:extLst>
              <a:ext uri="{FF2B5EF4-FFF2-40B4-BE49-F238E27FC236}">
                <a16:creationId xmlns:a16="http://schemas.microsoft.com/office/drawing/2014/main" id="{90B2FBEE-0991-E608-E4C7-AC4B0C71A07E}"/>
              </a:ext>
            </a:extLst>
          </p:cNvPr>
          <p:cNvSpPr>
            <a:spLocks noGrp="1"/>
          </p:cNvSpPr>
          <p:nvPr>
            <p:ph type="sldNum" sz="quarter" idx="12"/>
          </p:nvPr>
        </p:nvSpPr>
        <p:spPr/>
        <p:txBody>
          <a:bodyPr/>
          <a:lstStyle/>
          <a:p>
            <a:fld id="{58C210BB-F110-452C-89E7-9EA0A8D47DCE}" type="slidenum">
              <a:rPr lang="zh-CN" altLang="en-US" smtClean="0"/>
              <a:pPr/>
              <a:t>73</a:t>
            </a:fld>
            <a:endParaRPr lang="zh-CN" altLang="en-US"/>
          </a:p>
        </p:txBody>
      </p:sp>
      <p:pic>
        <p:nvPicPr>
          <p:cNvPr id="5" name="图片 4" descr="卡通人物">
            <a:extLst>
              <a:ext uri="{FF2B5EF4-FFF2-40B4-BE49-F238E27FC236}">
                <a16:creationId xmlns:a16="http://schemas.microsoft.com/office/drawing/2014/main" id="{3F13089A-B271-2326-81AA-E9A831F0DD4D}"/>
              </a:ext>
            </a:extLst>
          </p:cNvPr>
          <p:cNvPicPr>
            <a:picLocks noChangeAspect="1"/>
          </p:cNvPicPr>
          <p:nvPr/>
        </p:nvPicPr>
        <p:blipFill rotWithShape="1">
          <a:blip r:embed="rId4">
            <a:extLst>
              <a:ext uri="{28A0092B-C50C-407E-A947-70E740481C1C}">
                <a14:useLocalDpi xmlns:a14="http://schemas.microsoft.com/office/drawing/2010/main" val="0"/>
              </a:ext>
            </a:extLst>
          </a:blip>
          <a:srcRect l="2269" r="1404"/>
          <a:stretch/>
        </p:blipFill>
        <p:spPr>
          <a:xfrm>
            <a:off x="4644008" y="2733459"/>
            <a:ext cx="4366260" cy="3647869"/>
          </a:xfrm>
          <a:prstGeom prst="rect">
            <a:avLst/>
          </a:prstGeom>
        </p:spPr>
      </p:pic>
    </p:spTree>
    <p:extLst>
      <p:ext uri="{BB962C8B-B14F-4D97-AF65-F5344CB8AC3E}">
        <p14:creationId xmlns:p14="http://schemas.microsoft.com/office/powerpoint/2010/main" val="398053285"/>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5CBBD5A-6E58-00E3-89F4-3CB072FF9C4C}"/>
              </a:ext>
            </a:extLst>
          </p:cNvPr>
          <p:cNvSpPr>
            <a:spLocks noGrp="1"/>
          </p:cNvSpPr>
          <p:nvPr>
            <p:ph type="title"/>
          </p:nvPr>
        </p:nvSpPr>
        <p:spPr/>
        <p:txBody>
          <a:bodyPr>
            <a:normAutofit fontScale="90000"/>
          </a:bodyPr>
          <a:lstStyle/>
          <a:p>
            <a:r>
              <a:rPr lang="zh-CN" altLang="en-US" dirty="0"/>
              <a:t>第</a:t>
            </a:r>
            <a:r>
              <a:rPr lang="en-US" altLang="zh-CN" dirty="0"/>
              <a:t>3</a:t>
            </a:r>
            <a:r>
              <a:rPr lang="zh-CN" altLang="en-US" dirty="0"/>
              <a:t>讲第</a:t>
            </a:r>
            <a:r>
              <a:rPr lang="en-US" altLang="zh-CN" dirty="0"/>
              <a:t>2</a:t>
            </a:r>
            <a:r>
              <a:rPr lang="zh-CN" altLang="en-US" dirty="0"/>
              <a:t>题</a:t>
            </a:r>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4DA83817-64BF-59C9-8639-84F15A5B388A}"/>
                  </a:ext>
                </a:extLst>
              </p:cNvPr>
              <p:cNvSpPr>
                <a:spLocks noGrp="1"/>
              </p:cNvSpPr>
              <p:nvPr>
                <p:ph idx="1"/>
              </p:nvPr>
            </p:nvSpPr>
            <p:spPr>
              <a:xfrm>
                <a:off x="457200" y="1196752"/>
                <a:ext cx="8229600" cy="5505800"/>
              </a:xfrm>
            </p:spPr>
            <p:txBody>
              <a:bodyPr>
                <a:normAutofit/>
              </a:bodyPr>
              <a:lstStyle/>
              <a:p>
                <a:r>
                  <a:rPr lang="zh-CN" altLang="en-US" sz="2800" b="1" dirty="0">
                    <a:solidFill>
                      <a:srgbClr val="FFFF00"/>
                    </a:solidFill>
                  </a:rPr>
                  <a:t>比较引理</a:t>
                </a:r>
                <a:r>
                  <a:rPr lang="zh-CN" altLang="en-US" sz="2800" b="1" dirty="0"/>
                  <a:t>：在 </a:t>
                </a:r>
                <a14:m>
                  <m:oMath xmlns:m="http://schemas.openxmlformats.org/officeDocument/2006/math">
                    <m:r>
                      <a:rPr lang="en-US" altLang="zh-CN" sz="2800" i="1">
                        <a:solidFill>
                          <a:schemeClr val="bg2"/>
                        </a:solidFill>
                        <a:latin typeface="Cambria Math" panose="02040503050406030204" pitchFamily="18" charset="0"/>
                      </a:rPr>
                      <m:t>𝑡</m:t>
                    </m:r>
                    <m:r>
                      <a:rPr lang="zh-CN" altLang="en-US" sz="2800" i="1">
                        <a:solidFill>
                          <a:schemeClr val="bg2"/>
                        </a:solidFill>
                        <a:latin typeface="Cambria Math" panose="02040503050406030204" pitchFamily="18" charset="0"/>
                      </a:rPr>
                      <m:t>∈[</m:t>
                    </m:r>
                    <m:sSub>
                      <m:sSubPr>
                        <m:ctrlPr>
                          <a:rPr lang="zh-CN" altLang="en-US" sz="2800" i="1">
                            <a:solidFill>
                              <a:schemeClr val="bg2"/>
                            </a:solidFill>
                            <a:latin typeface="Cambria Math" panose="02040503050406030204" pitchFamily="18" charset="0"/>
                          </a:rPr>
                        </m:ctrlPr>
                      </m:sSubPr>
                      <m:e>
                        <m:r>
                          <a:rPr lang="zh-CN" altLang="en-US" sz="2800" i="1">
                            <a:solidFill>
                              <a:schemeClr val="bg2"/>
                            </a:solidFill>
                            <a:latin typeface="Cambria Math" panose="02040503050406030204" pitchFamily="18" charset="0"/>
                          </a:rPr>
                          <m:t>𝑡</m:t>
                        </m:r>
                      </m:e>
                      <m:sub>
                        <m:r>
                          <a:rPr lang="zh-CN" altLang="en-US" sz="2800" i="1">
                            <a:solidFill>
                              <a:schemeClr val="bg2"/>
                            </a:solidFill>
                            <a:latin typeface="Cambria Math" panose="02040503050406030204" pitchFamily="18" charset="0"/>
                          </a:rPr>
                          <m:t>0</m:t>
                        </m:r>
                      </m:sub>
                    </m:sSub>
                    <m:r>
                      <a:rPr lang="zh-CN" altLang="en-US" sz="2800" i="1">
                        <a:solidFill>
                          <a:schemeClr val="bg2"/>
                        </a:solidFill>
                        <a:latin typeface="Cambria Math" panose="02040503050406030204" pitchFamily="18" charset="0"/>
                      </a:rPr>
                      <m:t>,</m:t>
                    </m:r>
                    <m:r>
                      <a:rPr lang="zh-CN" altLang="en-US" sz="2800" i="1">
                        <a:solidFill>
                          <a:schemeClr val="bg2"/>
                        </a:solidFill>
                        <a:latin typeface="Cambria Math" panose="02040503050406030204" pitchFamily="18" charset="0"/>
                      </a:rPr>
                      <m:t>𝑇</m:t>
                    </m:r>
                    <m:r>
                      <a:rPr lang="zh-CN" altLang="en-US" sz="2800" i="1">
                        <a:solidFill>
                          <a:schemeClr val="bg2"/>
                        </a:solidFill>
                        <a:latin typeface="Cambria Math" panose="02040503050406030204" pitchFamily="18" charset="0"/>
                      </a:rPr>
                      <m:t>)</m:t>
                    </m:r>
                  </m:oMath>
                </a14:m>
                <a:r>
                  <a:rPr lang="zh-CN" altLang="en-US" sz="2800" b="1" dirty="0"/>
                  <a:t> 上，具有连续速度场</a:t>
                </a:r>
                <a14:m>
                  <m:oMath xmlns:m="http://schemas.openxmlformats.org/officeDocument/2006/math">
                    <m:r>
                      <a:rPr lang="zh-CN" altLang="en-US" sz="2800" i="1">
                        <a:solidFill>
                          <a:schemeClr val="bg2"/>
                        </a:solidFill>
                        <a:latin typeface="Cambria Math" panose="02040503050406030204" pitchFamily="18" charset="0"/>
                      </a:rPr>
                      <m:t>𝑓</m:t>
                    </m:r>
                    <m:r>
                      <a:rPr lang="zh-CN" altLang="en-US" sz="2800" i="1">
                        <a:solidFill>
                          <a:schemeClr val="bg2"/>
                        </a:solidFill>
                        <a:latin typeface="Cambria Math" panose="02040503050406030204" pitchFamily="18" charset="0"/>
                      </a:rPr>
                      <m:t>(</m:t>
                    </m:r>
                    <m:r>
                      <a:rPr lang="zh-CN" altLang="en-US" sz="2800" i="1">
                        <a:solidFill>
                          <a:schemeClr val="bg2"/>
                        </a:solidFill>
                        <a:latin typeface="Cambria Math" panose="02040503050406030204" pitchFamily="18" charset="0"/>
                      </a:rPr>
                      <m:t>𝑦</m:t>
                    </m:r>
                    <m:r>
                      <a:rPr lang="zh-CN" altLang="en-US" sz="2800" i="1">
                        <a:solidFill>
                          <a:schemeClr val="bg2"/>
                        </a:solidFill>
                        <a:latin typeface="Cambria Math" panose="02040503050406030204" pitchFamily="18" charset="0"/>
                      </a:rPr>
                      <m:t>,</m:t>
                    </m:r>
                    <m:r>
                      <a:rPr lang="zh-CN" altLang="en-US" sz="2800" i="1">
                        <a:solidFill>
                          <a:schemeClr val="bg2"/>
                        </a:solidFill>
                        <a:latin typeface="Cambria Math" panose="02040503050406030204" pitchFamily="18" charset="0"/>
                      </a:rPr>
                      <m:t>𝑡</m:t>
                    </m:r>
                    <m:r>
                      <a:rPr lang="zh-CN" altLang="en-US" sz="2800" i="1">
                        <a:solidFill>
                          <a:schemeClr val="bg2"/>
                        </a:solidFill>
                        <a:latin typeface="Cambria Math" panose="02040503050406030204" pitchFamily="18" charset="0"/>
                      </a:rPr>
                      <m:t>)</m:t>
                    </m:r>
                  </m:oMath>
                </a14:m>
                <a:r>
                  <a:rPr lang="zh-CN" altLang="en-US" sz="2800" b="1" dirty="0"/>
                  <a:t> 的系统</a:t>
                </a:r>
                <a:br>
                  <a:rPr lang="en-US" altLang="zh-CN" sz="2800" b="1" dirty="0"/>
                </a:br>
                <a14:m>
                  <m:oMath xmlns:m="http://schemas.openxmlformats.org/officeDocument/2006/math">
                    <m:acc>
                      <m:accPr>
                        <m:chr m:val="̇"/>
                        <m:ctrlPr>
                          <a:rPr lang="zh-CN" altLang="en-US" sz="2800" i="1">
                            <a:solidFill>
                              <a:schemeClr val="bg2"/>
                            </a:solidFill>
                            <a:latin typeface="Cambria Math" panose="02040503050406030204" pitchFamily="18" charset="0"/>
                          </a:rPr>
                        </m:ctrlPr>
                      </m:accPr>
                      <m:e>
                        <m:r>
                          <a:rPr lang="zh-CN" altLang="en-US" sz="2800" i="1">
                            <a:solidFill>
                              <a:schemeClr val="bg2"/>
                            </a:solidFill>
                            <a:latin typeface="Cambria Math" panose="02040503050406030204" pitchFamily="18" charset="0"/>
                          </a:rPr>
                          <m:t>𝑦</m:t>
                        </m:r>
                      </m:e>
                    </m:acc>
                    <m:r>
                      <a:rPr lang="zh-CN" altLang="en-US" sz="2800" i="1">
                        <a:solidFill>
                          <a:schemeClr val="bg2"/>
                        </a:solidFill>
                        <a:latin typeface="Cambria Math" panose="02040503050406030204" pitchFamily="18" charset="0"/>
                      </a:rPr>
                      <m:t>=</m:t>
                    </m:r>
                    <m:r>
                      <a:rPr lang="zh-CN" altLang="en-US" sz="2800" i="1">
                        <a:solidFill>
                          <a:schemeClr val="bg2"/>
                        </a:solidFill>
                        <a:latin typeface="Cambria Math" panose="02040503050406030204" pitchFamily="18" charset="0"/>
                      </a:rPr>
                      <m:t>𝑓</m:t>
                    </m:r>
                    <m:d>
                      <m:dPr>
                        <m:ctrlPr>
                          <a:rPr lang="zh-CN" altLang="en-US" sz="2800" i="1">
                            <a:solidFill>
                              <a:schemeClr val="bg2"/>
                            </a:solidFill>
                            <a:latin typeface="Cambria Math" panose="02040503050406030204" pitchFamily="18" charset="0"/>
                          </a:rPr>
                        </m:ctrlPr>
                      </m:dPr>
                      <m:e>
                        <m:r>
                          <a:rPr lang="zh-CN" altLang="en-US" sz="2800" i="1">
                            <a:solidFill>
                              <a:schemeClr val="bg2"/>
                            </a:solidFill>
                            <a:latin typeface="Cambria Math" panose="02040503050406030204" pitchFamily="18" charset="0"/>
                          </a:rPr>
                          <m:t>𝑦</m:t>
                        </m:r>
                        <m:d>
                          <m:dPr>
                            <m:ctrlPr>
                              <a:rPr lang="en-US" altLang="zh-CN" sz="2800" i="1">
                                <a:solidFill>
                                  <a:schemeClr val="bg2"/>
                                </a:solidFill>
                                <a:latin typeface="Cambria Math" panose="02040503050406030204" pitchFamily="18" charset="0"/>
                              </a:rPr>
                            </m:ctrlPr>
                          </m:dPr>
                          <m:e>
                            <m:r>
                              <a:rPr lang="en-US" altLang="zh-CN" sz="2800" i="1">
                                <a:solidFill>
                                  <a:schemeClr val="bg2"/>
                                </a:solidFill>
                                <a:latin typeface="Cambria Math" panose="02040503050406030204" pitchFamily="18" charset="0"/>
                              </a:rPr>
                              <m:t>𝑡</m:t>
                            </m:r>
                          </m:e>
                        </m:d>
                        <m:r>
                          <a:rPr lang="en-US" altLang="zh-CN" sz="2800" i="1">
                            <a:solidFill>
                              <a:schemeClr val="bg2"/>
                            </a:solidFill>
                            <a:latin typeface="Cambria Math" panose="02040503050406030204" pitchFamily="18" charset="0"/>
                          </a:rPr>
                          <m:t>,</m:t>
                        </m:r>
                        <m:r>
                          <a:rPr lang="zh-CN" altLang="en-US" sz="2800" i="1">
                            <a:solidFill>
                              <a:schemeClr val="bg2"/>
                            </a:solidFill>
                            <a:latin typeface="Cambria Math" panose="02040503050406030204" pitchFamily="18" charset="0"/>
                          </a:rPr>
                          <m:t>𝑡</m:t>
                        </m:r>
                      </m:e>
                    </m:d>
                    <m:r>
                      <a:rPr lang="zh-CN" altLang="en-US" sz="2800" i="1">
                        <a:solidFill>
                          <a:schemeClr val="bg2"/>
                        </a:solidFill>
                        <a:latin typeface="Cambria Math" panose="02040503050406030204" pitchFamily="18" charset="0"/>
                      </a:rPr>
                      <m:t>,​​​​​​​​​​</m:t>
                    </m:r>
                    <m:r>
                      <a:rPr lang="en-US" altLang="zh-CN" sz="2800" b="0" i="1" smtClean="0">
                        <a:solidFill>
                          <a:schemeClr val="bg2"/>
                        </a:solidFill>
                        <a:latin typeface="Cambria Math" panose="02040503050406030204" pitchFamily="18" charset="0"/>
                      </a:rPr>
                      <m:t>   </m:t>
                    </m:r>
                    <m:r>
                      <a:rPr lang="zh-CN" altLang="en-US" sz="2800" i="1">
                        <a:solidFill>
                          <a:schemeClr val="bg2"/>
                        </a:solidFill>
                        <a:latin typeface="Cambria Math" panose="02040503050406030204" pitchFamily="18" charset="0"/>
                      </a:rPr>
                      <m:t>𝑦</m:t>
                    </m:r>
                    <m:d>
                      <m:dPr>
                        <m:ctrlPr>
                          <a:rPr lang="zh-CN" altLang="en-US" sz="2800" i="1">
                            <a:solidFill>
                              <a:schemeClr val="bg2"/>
                            </a:solidFill>
                            <a:latin typeface="Cambria Math" panose="02040503050406030204" pitchFamily="18" charset="0"/>
                          </a:rPr>
                        </m:ctrlPr>
                      </m:dPr>
                      <m:e>
                        <m:sSub>
                          <m:sSubPr>
                            <m:ctrlPr>
                              <a:rPr lang="zh-CN" altLang="en-US" sz="2800" i="1">
                                <a:solidFill>
                                  <a:schemeClr val="bg2"/>
                                </a:solidFill>
                                <a:latin typeface="Cambria Math" panose="02040503050406030204" pitchFamily="18" charset="0"/>
                              </a:rPr>
                            </m:ctrlPr>
                          </m:sSubPr>
                          <m:e>
                            <m:r>
                              <a:rPr lang="zh-CN" altLang="en-US" sz="2800" i="1">
                                <a:solidFill>
                                  <a:schemeClr val="bg2"/>
                                </a:solidFill>
                                <a:latin typeface="Cambria Math" panose="02040503050406030204" pitchFamily="18" charset="0"/>
                              </a:rPr>
                              <m:t>𝑡</m:t>
                            </m:r>
                          </m:e>
                          <m:sub>
                            <m:r>
                              <a:rPr lang="zh-CN" altLang="en-US" sz="2800" i="1">
                                <a:solidFill>
                                  <a:schemeClr val="bg2"/>
                                </a:solidFill>
                                <a:latin typeface="Cambria Math" panose="02040503050406030204" pitchFamily="18" charset="0"/>
                              </a:rPr>
                              <m:t>0</m:t>
                            </m:r>
                          </m:sub>
                        </m:sSub>
                      </m:e>
                    </m:d>
                    <m:r>
                      <a:rPr lang="zh-CN" altLang="en-US" sz="2800" i="1">
                        <a:solidFill>
                          <a:schemeClr val="bg2"/>
                        </a:solidFill>
                        <a:latin typeface="Cambria Math" panose="02040503050406030204" pitchFamily="18" charset="0"/>
                      </a:rPr>
                      <m:t>=</m:t>
                    </m:r>
                    <m:sSub>
                      <m:sSubPr>
                        <m:ctrlPr>
                          <a:rPr lang="zh-CN" altLang="en-US" sz="2800" i="1">
                            <a:solidFill>
                              <a:schemeClr val="bg2"/>
                            </a:solidFill>
                            <a:latin typeface="Cambria Math" panose="02040503050406030204" pitchFamily="18" charset="0"/>
                          </a:rPr>
                        </m:ctrlPr>
                      </m:sSubPr>
                      <m:e>
                        <m:r>
                          <a:rPr lang="zh-CN" altLang="en-US" sz="2800" i="1">
                            <a:solidFill>
                              <a:schemeClr val="bg2"/>
                            </a:solidFill>
                            <a:latin typeface="Cambria Math" panose="02040503050406030204" pitchFamily="18" charset="0"/>
                          </a:rPr>
                          <m:t>𝑦</m:t>
                        </m:r>
                      </m:e>
                      <m:sub>
                        <m:r>
                          <a:rPr lang="zh-CN" altLang="en-US" sz="2800" i="1">
                            <a:solidFill>
                              <a:schemeClr val="bg2"/>
                            </a:solidFill>
                            <a:latin typeface="Cambria Math" panose="02040503050406030204" pitchFamily="18" charset="0"/>
                          </a:rPr>
                          <m:t>0</m:t>
                        </m:r>
                      </m:sub>
                    </m:sSub>
                  </m:oMath>
                </a14:m>
                <a:br>
                  <a:rPr lang="en-US" altLang="zh-CN" sz="2800" b="1" dirty="0"/>
                </a:br>
                <a:r>
                  <a:rPr lang="zh-CN" altLang="en-US" sz="2800" b="1" dirty="0"/>
                  <a:t>有解，连续函数 </a:t>
                </a:r>
                <a14:m>
                  <m:oMath xmlns:m="http://schemas.openxmlformats.org/officeDocument/2006/math">
                    <m:r>
                      <a:rPr lang="zh-CN" altLang="en-US" sz="2800" i="1">
                        <a:solidFill>
                          <a:schemeClr val="bg2"/>
                        </a:solidFill>
                        <a:latin typeface="Cambria Math" panose="02040503050406030204" pitchFamily="18" charset="0"/>
                      </a:rPr>
                      <m:t>𝑥</m:t>
                    </m:r>
                    <m:r>
                      <a:rPr lang="zh-CN" altLang="en-US" sz="2800" i="1">
                        <a:solidFill>
                          <a:schemeClr val="bg2"/>
                        </a:solidFill>
                        <a:latin typeface="Cambria Math" panose="02040503050406030204" pitchFamily="18" charset="0"/>
                      </a:rPr>
                      <m:t>(</m:t>
                    </m:r>
                    <m:r>
                      <a:rPr lang="zh-CN" altLang="en-US" sz="2800" i="1">
                        <a:solidFill>
                          <a:schemeClr val="bg2"/>
                        </a:solidFill>
                        <a:latin typeface="Cambria Math" panose="02040503050406030204" pitchFamily="18" charset="0"/>
                      </a:rPr>
                      <m:t>𝑡</m:t>
                    </m:r>
                    <m:r>
                      <a:rPr lang="zh-CN" altLang="en-US" sz="2800" i="1">
                        <a:solidFill>
                          <a:schemeClr val="bg2"/>
                        </a:solidFill>
                        <a:latin typeface="Cambria Math" panose="02040503050406030204" pitchFamily="18" charset="0"/>
                      </a:rPr>
                      <m:t>)</m:t>
                    </m:r>
                  </m:oMath>
                </a14:m>
                <a:r>
                  <a:rPr lang="zh-CN" altLang="en-US" sz="2800" b="1" dirty="0"/>
                  <a:t> 满足</a:t>
                </a:r>
                <a:br>
                  <a:rPr lang="en-US" altLang="zh-CN" sz="2800" b="1" dirty="0"/>
                </a:br>
                <a14:m>
                  <m:oMath xmlns:m="http://schemas.openxmlformats.org/officeDocument/2006/math">
                    <m:sSup>
                      <m:sSupPr>
                        <m:ctrlPr>
                          <a:rPr lang="zh-CN" altLang="en-US" sz="2800" i="1">
                            <a:solidFill>
                              <a:schemeClr val="bg2"/>
                            </a:solidFill>
                            <a:latin typeface="Cambria Math" panose="02040503050406030204" pitchFamily="18" charset="0"/>
                          </a:rPr>
                        </m:ctrlPr>
                      </m:sSupPr>
                      <m:e>
                        <m:r>
                          <a:rPr lang="zh-CN" altLang="en-US" sz="2800" i="1">
                            <a:solidFill>
                              <a:schemeClr val="bg2"/>
                            </a:solidFill>
                            <a:latin typeface="Cambria Math" panose="02040503050406030204" pitchFamily="18" charset="0"/>
                          </a:rPr>
                          <m:t>𝐷</m:t>
                        </m:r>
                      </m:e>
                      <m:sup>
                        <m:r>
                          <a:rPr lang="zh-CN" altLang="en-US" sz="2800" i="1">
                            <a:solidFill>
                              <a:schemeClr val="bg2"/>
                            </a:solidFill>
                            <a:latin typeface="Cambria Math" panose="02040503050406030204" pitchFamily="18" charset="0"/>
                          </a:rPr>
                          <m:t>+</m:t>
                        </m:r>
                      </m:sup>
                    </m:sSup>
                    <m:r>
                      <a:rPr lang="zh-CN" altLang="en-US" sz="2800" i="1">
                        <a:solidFill>
                          <a:schemeClr val="bg2"/>
                        </a:solidFill>
                        <a:latin typeface="Cambria Math" panose="02040503050406030204" pitchFamily="18" charset="0"/>
                      </a:rPr>
                      <m:t>𝑥</m:t>
                    </m:r>
                    <m:d>
                      <m:dPr>
                        <m:ctrlPr>
                          <a:rPr lang="zh-CN" altLang="en-US" sz="2800" i="1">
                            <a:solidFill>
                              <a:schemeClr val="bg2"/>
                            </a:solidFill>
                            <a:latin typeface="Cambria Math" panose="02040503050406030204" pitchFamily="18" charset="0"/>
                          </a:rPr>
                        </m:ctrlPr>
                      </m:dPr>
                      <m:e>
                        <m:r>
                          <a:rPr lang="zh-CN" altLang="en-US" sz="2800" i="1">
                            <a:solidFill>
                              <a:schemeClr val="bg2"/>
                            </a:solidFill>
                            <a:latin typeface="Cambria Math" panose="02040503050406030204" pitchFamily="18" charset="0"/>
                          </a:rPr>
                          <m:t>𝑡</m:t>
                        </m:r>
                      </m:e>
                    </m:d>
                    <m:r>
                      <a:rPr lang="zh-CN" altLang="en-US" sz="2800" i="1">
                        <a:solidFill>
                          <a:schemeClr val="bg2"/>
                        </a:solidFill>
                        <a:latin typeface="Cambria Math" panose="02040503050406030204" pitchFamily="18" charset="0"/>
                      </a:rPr>
                      <m:t>≤</m:t>
                    </m:r>
                    <m:r>
                      <a:rPr lang="zh-CN" altLang="en-US" sz="2800" i="1">
                        <a:solidFill>
                          <a:schemeClr val="bg2"/>
                        </a:solidFill>
                        <a:latin typeface="Cambria Math" panose="02040503050406030204" pitchFamily="18" charset="0"/>
                      </a:rPr>
                      <m:t>𝑓</m:t>
                    </m:r>
                    <m:d>
                      <m:dPr>
                        <m:ctrlPr>
                          <a:rPr lang="zh-CN" altLang="en-US" sz="2800" i="1">
                            <a:solidFill>
                              <a:schemeClr val="bg2"/>
                            </a:solidFill>
                            <a:latin typeface="Cambria Math" panose="02040503050406030204" pitchFamily="18" charset="0"/>
                          </a:rPr>
                        </m:ctrlPr>
                      </m:dPr>
                      <m:e>
                        <m:r>
                          <a:rPr lang="zh-CN" altLang="en-US" sz="2800" i="1">
                            <a:solidFill>
                              <a:schemeClr val="bg2"/>
                            </a:solidFill>
                            <a:latin typeface="Cambria Math" panose="02040503050406030204" pitchFamily="18" charset="0"/>
                          </a:rPr>
                          <m:t>𝑥</m:t>
                        </m:r>
                        <m:d>
                          <m:dPr>
                            <m:ctrlPr>
                              <a:rPr lang="zh-CN" altLang="en-US" sz="2800" i="1">
                                <a:solidFill>
                                  <a:schemeClr val="bg2"/>
                                </a:solidFill>
                                <a:latin typeface="Cambria Math" panose="02040503050406030204" pitchFamily="18" charset="0"/>
                              </a:rPr>
                            </m:ctrlPr>
                          </m:dPr>
                          <m:e>
                            <m:r>
                              <a:rPr lang="zh-CN" altLang="en-US" sz="2800" i="1">
                                <a:solidFill>
                                  <a:schemeClr val="bg2"/>
                                </a:solidFill>
                                <a:latin typeface="Cambria Math" panose="02040503050406030204" pitchFamily="18" charset="0"/>
                              </a:rPr>
                              <m:t>𝑡</m:t>
                            </m:r>
                          </m:e>
                        </m:d>
                        <m:r>
                          <a:rPr lang="zh-CN" altLang="en-US" sz="2800" i="1">
                            <a:solidFill>
                              <a:schemeClr val="bg2"/>
                            </a:solidFill>
                            <a:latin typeface="Cambria Math" panose="02040503050406030204" pitchFamily="18" charset="0"/>
                          </a:rPr>
                          <m:t>,</m:t>
                        </m:r>
                        <m:r>
                          <a:rPr lang="zh-CN" altLang="en-US" sz="2800" i="1">
                            <a:solidFill>
                              <a:schemeClr val="bg2"/>
                            </a:solidFill>
                            <a:latin typeface="Cambria Math" panose="02040503050406030204" pitchFamily="18" charset="0"/>
                          </a:rPr>
                          <m:t>𝑡</m:t>
                        </m:r>
                      </m:e>
                    </m:d>
                    <m:r>
                      <a:rPr lang="zh-CN" altLang="en-US" sz="2800" i="1">
                        <a:solidFill>
                          <a:schemeClr val="bg2"/>
                        </a:solidFill>
                        <a:latin typeface="Cambria Math" panose="02040503050406030204" pitchFamily="18" charset="0"/>
                      </a:rPr>
                      <m:t>,  </m:t>
                    </m:r>
                    <m:r>
                      <a:rPr lang="zh-CN" altLang="en-US" sz="2800" i="1">
                        <a:solidFill>
                          <a:schemeClr val="bg2"/>
                        </a:solidFill>
                        <a:latin typeface="Cambria Math" panose="02040503050406030204" pitchFamily="18" charset="0"/>
                      </a:rPr>
                      <m:t>𝑥</m:t>
                    </m:r>
                    <m:d>
                      <m:dPr>
                        <m:ctrlPr>
                          <a:rPr lang="zh-CN" altLang="en-US" sz="2800" i="1">
                            <a:solidFill>
                              <a:schemeClr val="bg2"/>
                            </a:solidFill>
                            <a:latin typeface="Cambria Math" panose="02040503050406030204" pitchFamily="18" charset="0"/>
                          </a:rPr>
                        </m:ctrlPr>
                      </m:dPr>
                      <m:e>
                        <m:sSub>
                          <m:sSubPr>
                            <m:ctrlPr>
                              <a:rPr lang="zh-CN" altLang="en-US" sz="2800" i="1">
                                <a:solidFill>
                                  <a:schemeClr val="bg2"/>
                                </a:solidFill>
                                <a:latin typeface="Cambria Math" panose="02040503050406030204" pitchFamily="18" charset="0"/>
                              </a:rPr>
                            </m:ctrlPr>
                          </m:sSubPr>
                          <m:e>
                            <m:r>
                              <a:rPr lang="zh-CN" altLang="en-US" sz="2800" i="1">
                                <a:solidFill>
                                  <a:schemeClr val="bg2"/>
                                </a:solidFill>
                                <a:latin typeface="Cambria Math" panose="02040503050406030204" pitchFamily="18" charset="0"/>
                              </a:rPr>
                              <m:t>𝑡</m:t>
                            </m:r>
                          </m:e>
                          <m:sub>
                            <m:r>
                              <a:rPr lang="zh-CN" altLang="en-US" sz="2800" i="1">
                                <a:solidFill>
                                  <a:schemeClr val="bg2"/>
                                </a:solidFill>
                                <a:latin typeface="Cambria Math" panose="02040503050406030204" pitchFamily="18" charset="0"/>
                              </a:rPr>
                              <m:t>0</m:t>
                            </m:r>
                          </m:sub>
                        </m:sSub>
                      </m:e>
                    </m:d>
                    <m:r>
                      <a:rPr lang="zh-CN" altLang="en-US" sz="2800" i="1">
                        <a:solidFill>
                          <a:schemeClr val="bg2"/>
                        </a:solidFill>
                        <a:latin typeface="Cambria Math" panose="02040503050406030204" pitchFamily="18" charset="0"/>
                      </a:rPr>
                      <m:t>≤</m:t>
                    </m:r>
                    <m:r>
                      <a:rPr lang="zh-CN" altLang="en-US" sz="2800" i="1">
                        <a:solidFill>
                          <a:schemeClr val="bg2"/>
                        </a:solidFill>
                        <a:latin typeface="Cambria Math" panose="02040503050406030204" pitchFamily="18" charset="0"/>
                      </a:rPr>
                      <m:t>𝑦</m:t>
                    </m:r>
                    <m:d>
                      <m:dPr>
                        <m:ctrlPr>
                          <a:rPr lang="zh-CN" altLang="en-US" sz="2800" i="1">
                            <a:solidFill>
                              <a:schemeClr val="bg2"/>
                            </a:solidFill>
                            <a:latin typeface="Cambria Math" panose="02040503050406030204" pitchFamily="18" charset="0"/>
                          </a:rPr>
                        </m:ctrlPr>
                      </m:dPr>
                      <m:e>
                        <m:sSub>
                          <m:sSubPr>
                            <m:ctrlPr>
                              <a:rPr lang="zh-CN" altLang="en-US" sz="2800" i="1">
                                <a:solidFill>
                                  <a:schemeClr val="bg2"/>
                                </a:solidFill>
                                <a:latin typeface="Cambria Math" panose="02040503050406030204" pitchFamily="18" charset="0"/>
                              </a:rPr>
                            </m:ctrlPr>
                          </m:sSubPr>
                          <m:e>
                            <m:r>
                              <a:rPr lang="zh-CN" altLang="en-US" sz="2800" i="1">
                                <a:solidFill>
                                  <a:schemeClr val="bg2"/>
                                </a:solidFill>
                                <a:latin typeface="Cambria Math" panose="02040503050406030204" pitchFamily="18" charset="0"/>
                              </a:rPr>
                              <m:t>𝑡</m:t>
                            </m:r>
                          </m:e>
                          <m:sub>
                            <m:r>
                              <a:rPr lang="zh-CN" altLang="en-US" sz="2800" i="1">
                                <a:solidFill>
                                  <a:schemeClr val="bg2"/>
                                </a:solidFill>
                                <a:latin typeface="Cambria Math" panose="02040503050406030204" pitchFamily="18" charset="0"/>
                              </a:rPr>
                              <m:t>0</m:t>
                            </m:r>
                          </m:sub>
                        </m:sSub>
                      </m:e>
                    </m:d>
                  </m:oMath>
                </a14:m>
                <a:br>
                  <a:rPr lang="en-US" altLang="zh-CN" sz="2800" b="1" dirty="0"/>
                </a:br>
                <a:r>
                  <a:rPr lang="zh-CN" altLang="en-US" sz="2800" b="1" dirty="0"/>
                  <a:t>则：                   </a:t>
                </a:r>
                <a14:m>
                  <m:oMath xmlns:m="http://schemas.openxmlformats.org/officeDocument/2006/math">
                    <m:r>
                      <a:rPr lang="zh-CN" altLang="en-US" sz="2800" i="1">
                        <a:solidFill>
                          <a:schemeClr val="bg2"/>
                        </a:solidFill>
                        <a:latin typeface="Cambria Math" panose="02040503050406030204" pitchFamily="18" charset="0"/>
                      </a:rPr>
                      <m:t>𝑥</m:t>
                    </m:r>
                    <m:r>
                      <a:rPr lang="zh-CN" altLang="en-US" sz="2800" i="1">
                        <a:solidFill>
                          <a:schemeClr val="bg2"/>
                        </a:solidFill>
                        <a:latin typeface="Cambria Math" panose="02040503050406030204" pitchFamily="18" charset="0"/>
                      </a:rPr>
                      <m:t>(</m:t>
                    </m:r>
                    <m:r>
                      <a:rPr lang="zh-CN" altLang="en-US" sz="2800" i="1">
                        <a:solidFill>
                          <a:schemeClr val="bg2"/>
                        </a:solidFill>
                        <a:latin typeface="Cambria Math" panose="02040503050406030204" pitchFamily="18" charset="0"/>
                      </a:rPr>
                      <m:t>𝑡</m:t>
                    </m:r>
                    <m:r>
                      <a:rPr lang="zh-CN" altLang="en-US" sz="2800" i="1">
                        <a:solidFill>
                          <a:schemeClr val="bg2"/>
                        </a:solidFill>
                        <a:latin typeface="Cambria Math" panose="02040503050406030204" pitchFamily="18" charset="0"/>
                      </a:rPr>
                      <m:t>)≤</m:t>
                    </m:r>
                    <m:r>
                      <a:rPr lang="zh-CN" altLang="en-US" sz="2800" i="1">
                        <a:solidFill>
                          <a:schemeClr val="bg2"/>
                        </a:solidFill>
                        <a:latin typeface="Cambria Math" panose="02040503050406030204" pitchFamily="18" charset="0"/>
                      </a:rPr>
                      <m:t>𝑦</m:t>
                    </m:r>
                    <m:r>
                      <a:rPr lang="zh-CN" altLang="en-US" sz="2800" i="1">
                        <a:solidFill>
                          <a:schemeClr val="bg2"/>
                        </a:solidFill>
                        <a:latin typeface="Cambria Math" panose="02040503050406030204" pitchFamily="18" charset="0"/>
                      </a:rPr>
                      <m:t>(</m:t>
                    </m:r>
                    <m:r>
                      <a:rPr lang="zh-CN" altLang="en-US" sz="2800" i="1">
                        <a:solidFill>
                          <a:schemeClr val="bg2"/>
                        </a:solidFill>
                        <a:latin typeface="Cambria Math" panose="02040503050406030204" pitchFamily="18" charset="0"/>
                      </a:rPr>
                      <m:t>𝑡</m:t>
                    </m:r>
                    <m:r>
                      <a:rPr lang="zh-CN" altLang="en-US" sz="2800" i="1">
                        <a:solidFill>
                          <a:schemeClr val="bg2"/>
                        </a:solidFill>
                        <a:latin typeface="Cambria Math" panose="02040503050406030204" pitchFamily="18" charset="0"/>
                      </a:rPr>
                      <m:t>)</m:t>
                    </m:r>
                  </m:oMath>
                </a14:m>
                <a:r>
                  <a:rPr lang="zh-CN" altLang="en-US" sz="2800" b="1" dirty="0"/>
                  <a:t>。</a:t>
                </a:r>
                <a:endParaRPr lang="en-US" altLang="zh-CN" sz="2800" b="1" dirty="0"/>
              </a:p>
              <a:p>
                <a:r>
                  <a:rPr lang="zh-CN" altLang="en-US" sz="2800" b="1" dirty="0"/>
                  <a:t>由此，对     </a:t>
                </a:r>
                <a14:m>
                  <m:oMath xmlns:m="http://schemas.openxmlformats.org/officeDocument/2006/math">
                    <m:acc>
                      <m:accPr>
                        <m:chr m:val="̇"/>
                        <m:ctrlPr>
                          <a:rPr lang="zh-CN" altLang="zh-CN" sz="2800" i="1" smtClean="0">
                            <a:solidFill>
                              <a:schemeClr val="bg1"/>
                            </a:solidFill>
                            <a:latin typeface="Cambria Math" panose="02040503050406030204" pitchFamily="18" charset="0"/>
                          </a:rPr>
                        </m:ctrlPr>
                      </m:accPr>
                      <m:e>
                        <m:r>
                          <a:rPr lang="en-US" altLang="zh-CN" sz="2800" i="1">
                            <a:solidFill>
                              <a:schemeClr val="bg1"/>
                            </a:solidFill>
                            <a:latin typeface="Cambria Math" panose="02040503050406030204" pitchFamily="18" charset="0"/>
                          </a:rPr>
                          <m:t>𝑉</m:t>
                        </m:r>
                      </m:e>
                    </m:acc>
                    <m:d>
                      <m:dPr>
                        <m:ctrlPr>
                          <a:rPr lang="en-US" altLang="zh-CN" sz="2800" i="1">
                            <a:solidFill>
                              <a:schemeClr val="bg1"/>
                            </a:solidFill>
                            <a:latin typeface="Cambria Math" panose="02040503050406030204" pitchFamily="18" charset="0"/>
                          </a:rPr>
                        </m:ctrlPr>
                      </m:dPr>
                      <m:e>
                        <m:r>
                          <a:rPr lang="en-US" altLang="zh-CN" sz="2800" b="1" i="1">
                            <a:solidFill>
                              <a:schemeClr val="bg1"/>
                            </a:solidFill>
                            <a:latin typeface="Cambria Math" panose="02040503050406030204" pitchFamily="18" charset="0"/>
                          </a:rPr>
                          <m:t>𝒙</m:t>
                        </m:r>
                      </m:e>
                    </m:d>
                    <m:r>
                      <a:rPr lang="en-US" altLang="zh-CN" sz="2800" i="1" smtClean="0">
                        <a:solidFill>
                          <a:schemeClr val="bg1"/>
                        </a:solidFill>
                        <a:latin typeface="Cambria Math" panose="02040503050406030204" pitchFamily="18" charset="0"/>
                      </a:rPr>
                      <m:t>≤</m:t>
                    </m:r>
                    <m:r>
                      <a:rPr lang="en-US" altLang="zh-CN" sz="2800" i="1">
                        <a:solidFill>
                          <a:schemeClr val="bg1"/>
                        </a:solidFill>
                        <a:latin typeface="Cambria Math" panose="02040503050406030204" pitchFamily="18" charset="0"/>
                        <a:ea typeface="Cambria Math" panose="02040503050406030204" pitchFamily="18" charset="0"/>
                      </a:rPr>
                      <m:t>−</m:t>
                    </m:r>
                    <m:f>
                      <m:fPr>
                        <m:type m:val="lin"/>
                        <m:ctrlPr>
                          <a:rPr lang="en-US" altLang="zh-CN" sz="2800" i="1">
                            <a:solidFill>
                              <a:schemeClr val="bg1"/>
                            </a:solidFill>
                            <a:latin typeface="Cambria Math" panose="02040503050406030204" pitchFamily="18" charset="0"/>
                          </a:rPr>
                        </m:ctrlPr>
                      </m:fPr>
                      <m:num>
                        <m:sSub>
                          <m:sSubPr>
                            <m:ctrlPr>
                              <a:rPr lang="zh-CN" altLang="zh-CN" sz="2800" i="1">
                                <a:solidFill>
                                  <a:schemeClr val="bg1"/>
                                </a:solidFill>
                                <a:latin typeface="Cambria Math" panose="02040503050406030204" pitchFamily="18" charset="0"/>
                              </a:rPr>
                            </m:ctrlPr>
                          </m:sSubPr>
                          <m:e>
                            <m:r>
                              <a:rPr lang="en-US" altLang="zh-CN" sz="2800" i="1">
                                <a:solidFill>
                                  <a:schemeClr val="bg1"/>
                                </a:solidFill>
                                <a:latin typeface="Cambria Math" panose="02040503050406030204" pitchFamily="18" charset="0"/>
                              </a:rPr>
                              <m:t>𝑐</m:t>
                            </m:r>
                          </m:e>
                          <m:sub>
                            <m:r>
                              <a:rPr lang="en-US" altLang="zh-CN" sz="2800" i="1">
                                <a:solidFill>
                                  <a:schemeClr val="bg1"/>
                                </a:solidFill>
                                <a:latin typeface="Cambria Math" panose="02040503050406030204" pitchFamily="18" charset="0"/>
                              </a:rPr>
                              <m:t>3</m:t>
                            </m:r>
                          </m:sub>
                        </m:sSub>
                      </m:num>
                      <m:den>
                        <m:sSub>
                          <m:sSubPr>
                            <m:ctrlPr>
                              <a:rPr lang="zh-CN" altLang="zh-CN" sz="2800" i="1">
                                <a:solidFill>
                                  <a:schemeClr val="bg1"/>
                                </a:solidFill>
                                <a:latin typeface="Cambria Math" panose="02040503050406030204" pitchFamily="18" charset="0"/>
                              </a:rPr>
                            </m:ctrlPr>
                          </m:sSubPr>
                          <m:e>
                            <m:r>
                              <a:rPr lang="en-US" altLang="zh-CN" sz="2800" i="1">
                                <a:solidFill>
                                  <a:schemeClr val="bg1"/>
                                </a:solidFill>
                                <a:latin typeface="Cambria Math" panose="02040503050406030204" pitchFamily="18" charset="0"/>
                              </a:rPr>
                              <m:t>𝑐</m:t>
                            </m:r>
                          </m:e>
                          <m:sub>
                            <m:r>
                              <a:rPr lang="en-US" altLang="zh-CN" sz="2800" i="1">
                                <a:solidFill>
                                  <a:schemeClr val="bg1"/>
                                </a:solidFill>
                                <a:latin typeface="Cambria Math" panose="02040503050406030204" pitchFamily="18" charset="0"/>
                              </a:rPr>
                              <m:t>2</m:t>
                            </m:r>
                          </m:sub>
                        </m:sSub>
                      </m:den>
                    </m:f>
                    <m:r>
                      <a:rPr lang="en-US" altLang="zh-CN" sz="2800" i="1">
                        <a:solidFill>
                          <a:schemeClr val="bg1"/>
                        </a:solidFill>
                        <a:latin typeface="Cambria Math" panose="02040503050406030204" pitchFamily="18" charset="0"/>
                      </a:rPr>
                      <m:t>𝑉</m:t>
                    </m:r>
                    <m:d>
                      <m:dPr>
                        <m:ctrlPr>
                          <a:rPr lang="en-US" altLang="zh-CN" sz="2800" i="1">
                            <a:solidFill>
                              <a:schemeClr val="bg1"/>
                            </a:solidFill>
                            <a:latin typeface="Cambria Math" panose="02040503050406030204" pitchFamily="18" charset="0"/>
                          </a:rPr>
                        </m:ctrlPr>
                      </m:dPr>
                      <m:e>
                        <m:r>
                          <a:rPr lang="en-US" altLang="zh-CN" sz="2800" b="1" i="1">
                            <a:solidFill>
                              <a:schemeClr val="bg1"/>
                            </a:solidFill>
                            <a:latin typeface="Cambria Math" panose="02040503050406030204" pitchFamily="18" charset="0"/>
                          </a:rPr>
                          <m:t>𝒙</m:t>
                        </m:r>
                      </m:e>
                    </m:d>
                  </m:oMath>
                </a14:m>
                <a:br>
                  <a:rPr lang="en-US" altLang="zh-CN" sz="2800" b="1" dirty="0"/>
                </a:br>
                <a:r>
                  <a:rPr lang="zh-CN" altLang="en-US" sz="2800" b="1" dirty="0"/>
                  <a:t>取系统</a:t>
                </a:r>
                <a:br>
                  <a:rPr lang="en-US" altLang="zh-CN" sz="2800" b="1" dirty="0"/>
                </a:br>
                <a14:m>
                  <m:oMath xmlns:m="http://schemas.openxmlformats.org/officeDocument/2006/math">
                    <m:acc>
                      <m:accPr>
                        <m:chr m:val="̇"/>
                        <m:ctrlPr>
                          <a:rPr lang="zh-CN" altLang="zh-CN" sz="2800" i="1">
                            <a:latin typeface="Cambria Math" panose="02040503050406030204" pitchFamily="18" charset="0"/>
                          </a:rPr>
                        </m:ctrlPr>
                      </m:accPr>
                      <m:e>
                        <m:r>
                          <a:rPr lang="en-US" altLang="zh-CN" sz="2800" i="1">
                            <a:latin typeface="Cambria Math" panose="02040503050406030204" pitchFamily="18" charset="0"/>
                          </a:rPr>
                          <m:t>𝑦</m:t>
                        </m:r>
                      </m:e>
                    </m:acc>
                    <m:r>
                      <a:rPr lang="en-US" altLang="zh-CN" sz="2800" i="1">
                        <a:latin typeface="Cambria Math" panose="02040503050406030204" pitchFamily="18" charset="0"/>
                      </a:rPr>
                      <m:t>=−</m:t>
                    </m:r>
                    <m:f>
                      <m:fPr>
                        <m:ctrlPr>
                          <a:rPr lang="zh-CN" altLang="zh-CN" sz="2800" i="1">
                            <a:latin typeface="Cambria Math" panose="02040503050406030204" pitchFamily="18" charset="0"/>
                          </a:rPr>
                        </m:ctrlPr>
                      </m:fPr>
                      <m:num>
                        <m:sSub>
                          <m:sSubPr>
                            <m:ctrlPr>
                              <a:rPr lang="zh-CN" altLang="zh-CN" sz="2800" i="1">
                                <a:latin typeface="Cambria Math" panose="02040503050406030204" pitchFamily="18" charset="0"/>
                              </a:rPr>
                            </m:ctrlPr>
                          </m:sSubPr>
                          <m:e>
                            <m:r>
                              <a:rPr lang="en-US" altLang="zh-CN" sz="2800" i="1">
                                <a:latin typeface="Cambria Math" panose="02040503050406030204" pitchFamily="18" charset="0"/>
                              </a:rPr>
                              <m:t>𝑐</m:t>
                            </m:r>
                          </m:e>
                          <m:sub>
                            <m:r>
                              <a:rPr lang="en-US" altLang="zh-CN" sz="2800" i="1">
                                <a:latin typeface="Cambria Math" panose="02040503050406030204" pitchFamily="18" charset="0"/>
                              </a:rPr>
                              <m:t>3</m:t>
                            </m:r>
                          </m:sub>
                        </m:sSub>
                      </m:num>
                      <m:den>
                        <m:sSub>
                          <m:sSubPr>
                            <m:ctrlPr>
                              <a:rPr lang="zh-CN" altLang="zh-CN" sz="2800" i="1">
                                <a:latin typeface="Cambria Math" panose="02040503050406030204" pitchFamily="18" charset="0"/>
                              </a:rPr>
                            </m:ctrlPr>
                          </m:sSubPr>
                          <m:e>
                            <m:r>
                              <a:rPr lang="en-US" altLang="zh-CN" sz="2800" i="1">
                                <a:latin typeface="Cambria Math" panose="02040503050406030204" pitchFamily="18" charset="0"/>
                              </a:rPr>
                              <m:t>𝑐</m:t>
                            </m:r>
                          </m:e>
                          <m:sub>
                            <m:r>
                              <a:rPr lang="en-US" altLang="zh-CN" sz="2800" i="1">
                                <a:latin typeface="Cambria Math" panose="02040503050406030204" pitchFamily="18" charset="0"/>
                              </a:rPr>
                              <m:t>2</m:t>
                            </m:r>
                          </m:sub>
                        </m:sSub>
                      </m:den>
                    </m:f>
                    <m:r>
                      <a:rPr lang="en-US" altLang="zh-CN" sz="2800" i="1">
                        <a:latin typeface="Cambria Math" panose="02040503050406030204" pitchFamily="18" charset="0"/>
                      </a:rPr>
                      <m:t>𝑦</m:t>
                    </m:r>
                    <m:r>
                      <a:rPr lang="en-US" altLang="zh-CN" sz="2800" i="1">
                        <a:latin typeface="Cambria Math" panose="02040503050406030204" pitchFamily="18" charset="0"/>
                      </a:rPr>
                      <m:t>,   </m:t>
                    </m:r>
                    <m:r>
                      <a:rPr lang="en-US" altLang="zh-CN" sz="2800" i="1">
                        <a:latin typeface="Cambria Math" panose="02040503050406030204" pitchFamily="18" charset="0"/>
                      </a:rPr>
                      <m:t>𝑦</m:t>
                    </m:r>
                    <m:d>
                      <m:dPr>
                        <m:ctrlPr>
                          <a:rPr lang="en-US" altLang="zh-CN" sz="2800" i="1">
                            <a:latin typeface="Cambria Math" panose="02040503050406030204" pitchFamily="18" charset="0"/>
                          </a:rPr>
                        </m:ctrlPr>
                      </m:dPr>
                      <m:e>
                        <m:r>
                          <a:rPr lang="en-US" altLang="zh-CN" sz="2800" i="1">
                            <a:latin typeface="Cambria Math" panose="02040503050406030204" pitchFamily="18" charset="0"/>
                          </a:rPr>
                          <m:t>0</m:t>
                        </m:r>
                      </m:e>
                    </m:d>
                    <m:r>
                      <a:rPr lang="en-US" altLang="zh-CN" sz="2800" i="1">
                        <a:latin typeface="Cambria Math" panose="02040503050406030204" pitchFamily="18" charset="0"/>
                      </a:rPr>
                      <m:t>=</m:t>
                    </m:r>
                    <m:sSub>
                      <m:sSubPr>
                        <m:ctrlPr>
                          <a:rPr lang="zh-CN" altLang="zh-CN" sz="2800" i="1">
                            <a:latin typeface="Cambria Math" panose="02040503050406030204" pitchFamily="18" charset="0"/>
                          </a:rPr>
                        </m:ctrlPr>
                      </m:sSubPr>
                      <m:e>
                        <m:r>
                          <a:rPr lang="en-US" altLang="zh-CN" sz="2800" i="1">
                            <a:latin typeface="Cambria Math" panose="02040503050406030204" pitchFamily="18" charset="0"/>
                          </a:rPr>
                          <m:t>𝑦</m:t>
                        </m:r>
                      </m:e>
                      <m:sub>
                        <m:r>
                          <a:rPr lang="en-US" altLang="zh-CN" sz="2800" i="1">
                            <a:latin typeface="Cambria Math" panose="02040503050406030204" pitchFamily="18" charset="0"/>
                          </a:rPr>
                          <m:t>0</m:t>
                        </m:r>
                      </m:sub>
                    </m:sSub>
                    <m:r>
                      <a:rPr lang="en-US" altLang="zh-CN" sz="2800" i="1">
                        <a:latin typeface="Cambria Math" panose="02040503050406030204" pitchFamily="18" charset="0"/>
                      </a:rPr>
                      <m:t>=</m:t>
                    </m:r>
                    <m:r>
                      <a:rPr lang="en-US" altLang="zh-CN" sz="2800" i="1">
                        <a:latin typeface="Cambria Math" panose="02040503050406030204" pitchFamily="18" charset="0"/>
                      </a:rPr>
                      <m:t>𝑉</m:t>
                    </m:r>
                    <m:d>
                      <m:dPr>
                        <m:ctrlPr>
                          <a:rPr lang="en-US" altLang="zh-CN" sz="2800" i="1">
                            <a:latin typeface="Cambria Math" panose="02040503050406030204" pitchFamily="18" charset="0"/>
                          </a:rPr>
                        </m:ctrlPr>
                      </m:dPr>
                      <m:e>
                        <m:sSub>
                          <m:sSubPr>
                            <m:ctrlPr>
                              <a:rPr lang="zh-CN" altLang="zh-CN" sz="2800" i="1">
                                <a:latin typeface="Cambria Math" panose="02040503050406030204" pitchFamily="18" charset="0"/>
                              </a:rPr>
                            </m:ctrlPr>
                          </m:sSubPr>
                          <m:e>
                            <m:r>
                              <a:rPr lang="en-US" altLang="zh-CN" sz="2800" b="1" i="1">
                                <a:latin typeface="Cambria Math" panose="02040503050406030204" pitchFamily="18" charset="0"/>
                              </a:rPr>
                              <m:t>𝒙</m:t>
                            </m:r>
                          </m:e>
                          <m:sub>
                            <m:r>
                              <a:rPr lang="en-US" altLang="zh-CN" sz="2800" i="1">
                                <a:latin typeface="Cambria Math" panose="02040503050406030204" pitchFamily="18" charset="0"/>
                              </a:rPr>
                              <m:t>0</m:t>
                            </m:r>
                          </m:sub>
                        </m:sSub>
                      </m:e>
                    </m:d>
                  </m:oMath>
                </a14:m>
                <a:br>
                  <a:rPr lang="en-US" altLang="zh-CN" sz="2800" b="1" dirty="0"/>
                </a:br>
                <a:r>
                  <a:rPr lang="zh-CN" altLang="en-US" sz="2800" b="1" dirty="0"/>
                  <a:t>则</a:t>
                </a:r>
                <a14:m>
                  <m:oMath xmlns:m="http://schemas.openxmlformats.org/officeDocument/2006/math">
                    <m:sSub>
                      <m:sSubPr>
                        <m:ctrlPr>
                          <a:rPr lang="zh-CN" altLang="zh-CN" i="1" smtClean="0">
                            <a:solidFill>
                              <a:srgbClr val="FFFF00"/>
                            </a:solidFill>
                            <a:latin typeface="Cambria Math" panose="02040503050406030204" pitchFamily="18" charset="0"/>
                          </a:rPr>
                        </m:ctrlPr>
                      </m:sSubPr>
                      <m:e>
                        <m:r>
                          <a:rPr lang="en-US" altLang="zh-CN" i="1">
                            <a:solidFill>
                              <a:srgbClr val="FFFF00"/>
                            </a:solidFill>
                            <a:latin typeface="Cambria Math" panose="02040503050406030204" pitchFamily="18" charset="0"/>
                          </a:rPr>
                          <m:t>𝑐</m:t>
                        </m:r>
                      </m:e>
                      <m:sub>
                        <m:r>
                          <a:rPr lang="en-US" altLang="zh-CN" i="1">
                            <a:solidFill>
                              <a:srgbClr val="FFFF00"/>
                            </a:solidFill>
                            <a:latin typeface="Cambria Math" panose="02040503050406030204" pitchFamily="18" charset="0"/>
                          </a:rPr>
                          <m:t>1</m:t>
                        </m:r>
                      </m:sub>
                    </m:sSub>
                    <m:sSup>
                      <m:sSupPr>
                        <m:ctrlPr>
                          <a:rPr lang="zh-CN" altLang="zh-CN" i="1">
                            <a:solidFill>
                              <a:srgbClr val="FFFF00"/>
                            </a:solidFill>
                            <a:latin typeface="Cambria Math" panose="02040503050406030204" pitchFamily="18" charset="0"/>
                          </a:rPr>
                        </m:ctrlPr>
                      </m:sSupPr>
                      <m:e>
                        <m:d>
                          <m:dPr>
                            <m:begChr m:val="‖"/>
                            <m:endChr m:val="‖"/>
                            <m:ctrlPr>
                              <a:rPr lang="zh-CN" altLang="zh-CN" i="1">
                                <a:solidFill>
                                  <a:srgbClr val="FFFF00"/>
                                </a:solidFill>
                                <a:latin typeface="Cambria Math" panose="02040503050406030204" pitchFamily="18" charset="0"/>
                              </a:rPr>
                            </m:ctrlPr>
                          </m:dPr>
                          <m:e>
                            <m:r>
                              <a:rPr lang="en-US" altLang="zh-CN" b="1" i="1">
                                <a:solidFill>
                                  <a:srgbClr val="FFFF00"/>
                                </a:solidFill>
                                <a:latin typeface="Cambria Math" panose="02040503050406030204" pitchFamily="18" charset="0"/>
                              </a:rPr>
                              <m:t>𝒙</m:t>
                            </m:r>
                          </m:e>
                        </m:d>
                      </m:e>
                      <m:sup>
                        <m:r>
                          <a:rPr lang="en-US" altLang="zh-CN" i="1">
                            <a:solidFill>
                              <a:srgbClr val="FFFF00"/>
                            </a:solidFill>
                            <a:latin typeface="Cambria Math" panose="02040503050406030204" pitchFamily="18" charset="0"/>
                          </a:rPr>
                          <m:t>2</m:t>
                        </m:r>
                      </m:sup>
                    </m:sSup>
                    <m:r>
                      <a:rPr lang="en-US" altLang="zh-CN" i="1">
                        <a:latin typeface="Cambria Math" panose="02040503050406030204" pitchFamily="18" charset="0"/>
                      </a:rPr>
                      <m:t>≤</m:t>
                    </m:r>
                    <m:r>
                      <a:rPr lang="en-US" altLang="zh-CN" sz="2800" i="1">
                        <a:latin typeface="Cambria Math" panose="02040503050406030204" pitchFamily="18" charset="0"/>
                      </a:rPr>
                      <m:t>𝑉</m:t>
                    </m:r>
                    <m:r>
                      <a:rPr lang="en-US" altLang="zh-CN" sz="2800" i="1">
                        <a:latin typeface="Cambria Math" panose="02040503050406030204" pitchFamily="18" charset="0"/>
                      </a:rPr>
                      <m:t>(</m:t>
                    </m:r>
                    <m:r>
                      <a:rPr lang="en-US" altLang="zh-CN" sz="2800" i="1">
                        <a:latin typeface="Cambria Math" panose="02040503050406030204" pitchFamily="18" charset="0"/>
                      </a:rPr>
                      <m:t>𝑡</m:t>
                    </m:r>
                    <m:r>
                      <a:rPr lang="en-US" altLang="zh-CN" sz="2800" i="1">
                        <a:latin typeface="Cambria Math" panose="02040503050406030204" pitchFamily="18" charset="0"/>
                      </a:rPr>
                      <m:t>)≤</m:t>
                    </m:r>
                    <m:r>
                      <a:rPr lang="en-US" altLang="zh-CN" sz="2800" i="1">
                        <a:latin typeface="Cambria Math" panose="02040503050406030204" pitchFamily="18" charset="0"/>
                      </a:rPr>
                      <m:t>𝑦</m:t>
                    </m:r>
                    <m:r>
                      <a:rPr lang="en-US" altLang="zh-CN" sz="2800" i="1">
                        <a:latin typeface="Cambria Math" panose="02040503050406030204" pitchFamily="18" charset="0"/>
                      </a:rPr>
                      <m:t>(</m:t>
                    </m:r>
                    <m:r>
                      <a:rPr lang="en-US" altLang="zh-CN" sz="2800" i="1">
                        <a:latin typeface="Cambria Math" panose="02040503050406030204" pitchFamily="18" charset="0"/>
                      </a:rPr>
                      <m:t>𝑡</m:t>
                    </m:r>
                    <m:r>
                      <a:rPr lang="en-US" altLang="zh-CN" sz="2800" i="1">
                        <a:latin typeface="Cambria Math" panose="02040503050406030204" pitchFamily="18" charset="0"/>
                      </a:rPr>
                      <m:t>)</m:t>
                    </m:r>
                    <m:r>
                      <a:rPr lang="en-US" altLang="zh-CN" i="1" smtClean="0">
                        <a:solidFill>
                          <a:srgbClr val="FFFF00"/>
                        </a:solidFill>
                        <a:latin typeface="Cambria Math" panose="02040503050406030204" pitchFamily="18" charset="0"/>
                      </a:rPr>
                      <m:t>≤</m:t>
                    </m:r>
                    <m:r>
                      <a:rPr lang="en-US" altLang="zh-CN" i="1" smtClean="0">
                        <a:solidFill>
                          <a:srgbClr val="FFFF00"/>
                        </a:solidFill>
                        <a:latin typeface="Cambria Math" panose="02040503050406030204" pitchFamily="18" charset="0"/>
                      </a:rPr>
                      <m:t>𝑉</m:t>
                    </m:r>
                    <m:r>
                      <a:rPr lang="en-US" altLang="zh-CN" i="1" smtClean="0">
                        <a:solidFill>
                          <a:srgbClr val="FFFF00"/>
                        </a:solidFill>
                        <a:latin typeface="Cambria Math" panose="02040503050406030204" pitchFamily="18" charset="0"/>
                      </a:rPr>
                      <m:t>(</m:t>
                    </m:r>
                    <m:sSub>
                      <m:sSubPr>
                        <m:ctrlPr>
                          <a:rPr lang="zh-CN" altLang="zh-CN" i="1">
                            <a:solidFill>
                              <a:srgbClr val="FFFF00"/>
                            </a:solidFill>
                            <a:latin typeface="Cambria Math" panose="02040503050406030204" pitchFamily="18" charset="0"/>
                          </a:rPr>
                        </m:ctrlPr>
                      </m:sSubPr>
                      <m:e>
                        <m:r>
                          <a:rPr lang="en-US" altLang="zh-CN" b="1" i="1">
                            <a:solidFill>
                              <a:srgbClr val="FFFF00"/>
                            </a:solidFill>
                            <a:latin typeface="Cambria Math" panose="02040503050406030204" pitchFamily="18" charset="0"/>
                          </a:rPr>
                          <m:t>𝒙</m:t>
                        </m:r>
                      </m:e>
                      <m:sub>
                        <m:r>
                          <a:rPr lang="en-US" altLang="zh-CN" i="1">
                            <a:solidFill>
                              <a:srgbClr val="FFFF00"/>
                            </a:solidFill>
                            <a:latin typeface="Cambria Math" panose="02040503050406030204" pitchFamily="18" charset="0"/>
                          </a:rPr>
                          <m:t>0</m:t>
                        </m:r>
                      </m:sub>
                    </m:sSub>
                    <m:r>
                      <a:rPr lang="en-US" altLang="zh-CN" i="1">
                        <a:solidFill>
                          <a:srgbClr val="FFFF00"/>
                        </a:solidFill>
                        <a:latin typeface="Cambria Math" panose="02040503050406030204" pitchFamily="18" charset="0"/>
                      </a:rPr>
                      <m:t>)</m:t>
                    </m:r>
                    <m:func>
                      <m:funcPr>
                        <m:ctrlPr>
                          <a:rPr lang="zh-CN" altLang="zh-CN" i="1">
                            <a:solidFill>
                              <a:srgbClr val="FFFF00"/>
                            </a:solidFill>
                            <a:latin typeface="Cambria Math" panose="02040503050406030204" pitchFamily="18" charset="0"/>
                          </a:rPr>
                        </m:ctrlPr>
                      </m:funcPr>
                      <m:fName>
                        <m:r>
                          <m:rPr>
                            <m:sty m:val="p"/>
                          </m:rPr>
                          <a:rPr lang="en-US" altLang="zh-CN" i="0">
                            <a:solidFill>
                              <a:srgbClr val="FFFF00"/>
                            </a:solidFill>
                            <a:latin typeface="Cambria Math" panose="02040503050406030204" pitchFamily="18" charset="0"/>
                          </a:rPr>
                          <m:t>exp</m:t>
                        </m:r>
                      </m:fName>
                      <m:e>
                        <m:d>
                          <m:dPr>
                            <m:ctrlPr>
                              <a:rPr lang="zh-CN" altLang="zh-CN" i="1">
                                <a:solidFill>
                                  <a:srgbClr val="FFFF00"/>
                                </a:solidFill>
                                <a:latin typeface="Cambria Math" panose="02040503050406030204" pitchFamily="18" charset="0"/>
                              </a:rPr>
                            </m:ctrlPr>
                          </m:dPr>
                          <m:e>
                            <m:r>
                              <a:rPr lang="en-US" altLang="zh-CN" i="1">
                                <a:solidFill>
                                  <a:srgbClr val="FFFF00"/>
                                </a:solidFill>
                                <a:latin typeface="Cambria Math" panose="02040503050406030204" pitchFamily="18" charset="0"/>
                              </a:rPr>
                              <m:t>−</m:t>
                            </m:r>
                            <m:f>
                              <m:fPr>
                                <m:ctrlPr>
                                  <a:rPr lang="zh-CN" altLang="zh-CN" i="1">
                                    <a:solidFill>
                                      <a:srgbClr val="FFFF00"/>
                                    </a:solidFill>
                                    <a:latin typeface="Cambria Math" panose="02040503050406030204" pitchFamily="18" charset="0"/>
                                  </a:rPr>
                                </m:ctrlPr>
                              </m:fPr>
                              <m:num>
                                <m:sSub>
                                  <m:sSubPr>
                                    <m:ctrlPr>
                                      <a:rPr lang="zh-CN" altLang="zh-CN" i="1">
                                        <a:solidFill>
                                          <a:srgbClr val="FFFF00"/>
                                        </a:solidFill>
                                        <a:latin typeface="Cambria Math" panose="02040503050406030204" pitchFamily="18" charset="0"/>
                                      </a:rPr>
                                    </m:ctrlPr>
                                  </m:sSubPr>
                                  <m:e>
                                    <m:r>
                                      <a:rPr lang="en-US" altLang="zh-CN" i="1">
                                        <a:solidFill>
                                          <a:srgbClr val="FFFF00"/>
                                        </a:solidFill>
                                        <a:latin typeface="Cambria Math" panose="02040503050406030204" pitchFamily="18" charset="0"/>
                                      </a:rPr>
                                      <m:t>𝑐</m:t>
                                    </m:r>
                                  </m:e>
                                  <m:sub>
                                    <m:r>
                                      <a:rPr lang="en-US" altLang="zh-CN" i="1">
                                        <a:solidFill>
                                          <a:srgbClr val="FFFF00"/>
                                        </a:solidFill>
                                        <a:latin typeface="Cambria Math" panose="02040503050406030204" pitchFamily="18" charset="0"/>
                                      </a:rPr>
                                      <m:t>3</m:t>
                                    </m:r>
                                  </m:sub>
                                </m:sSub>
                              </m:num>
                              <m:den>
                                <m:sSub>
                                  <m:sSubPr>
                                    <m:ctrlPr>
                                      <a:rPr lang="zh-CN" altLang="zh-CN" i="1">
                                        <a:solidFill>
                                          <a:srgbClr val="FFFF00"/>
                                        </a:solidFill>
                                        <a:latin typeface="Cambria Math" panose="02040503050406030204" pitchFamily="18" charset="0"/>
                                      </a:rPr>
                                    </m:ctrlPr>
                                  </m:sSubPr>
                                  <m:e>
                                    <m:r>
                                      <a:rPr lang="en-US" altLang="zh-CN" i="1">
                                        <a:solidFill>
                                          <a:srgbClr val="FFFF00"/>
                                        </a:solidFill>
                                        <a:latin typeface="Cambria Math" panose="02040503050406030204" pitchFamily="18" charset="0"/>
                                      </a:rPr>
                                      <m:t>𝑐</m:t>
                                    </m:r>
                                  </m:e>
                                  <m:sub>
                                    <m:r>
                                      <a:rPr lang="en-US" altLang="zh-CN" i="1">
                                        <a:solidFill>
                                          <a:srgbClr val="FFFF00"/>
                                        </a:solidFill>
                                        <a:latin typeface="Cambria Math" panose="02040503050406030204" pitchFamily="18" charset="0"/>
                                      </a:rPr>
                                      <m:t>2</m:t>
                                    </m:r>
                                  </m:sub>
                                </m:sSub>
                              </m:den>
                            </m:f>
                            <m:r>
                              <a:rPr lang="en-US" altLang="zh-CN" i="1">
                                <a:solidFill>
                                  <a:srgbClr val="FFFF00"/>
                                </a:solidFill>
                                <a:latin typeface="Cambria Math" panose="02040503050406030204" pitchFamily="18" charset="0"/>
                              </a:rPr>
                              <m:t>𝑡</m:t>
                            </m:r>
                          </m:e>
                        </m:d>
                      </m:e>
                    </m:func>
                  </m:oMath>
                </a14:m>
                <a:endParaRPr lang="zh-CN" altLang="en-US" sz="2800" b="1" dirty="0"/>
              </a:p>
            </p:txBody>
          </p:sp>
        </mc:Choice>
        <mc:Fallback xmlns="">
          <p:sp>
            <p:nvSpPr>
              <p:cNvPr id="3" name="内容占位符 2">
                <a:extLst>
                  <a:ext uri="{FF2B5EF4-FFF2-40B4-BE49-F238E27FC236}">
                    <a16:creationId xmlns:a16="http://schemas.microsoft.com/office/drawing/2014/main" id="{4DA83817-64BF-59C9-8639-84F15A5B388A}"/>
                  </a:ext>
                </a:extLst>
              </p:cNvPr>
              <p:cNvSpPr>
                <a:spLocks noGrp="1" noRot="1" noChangeAspect="1" noMove="1" noResize="1" noEditPoints="1" noAdjustHandles="1" noChangeArrowheads="1" noChangeShapeType="1" noTextEdit="1"/>
              </p:cNvSpPr>
              <p:nvPr>
                <p:ph idx="1"/>
              </p:nvPr>
            </p:nvSpPr>
            <p:spPr>
              <a:xfrm>
                <a:off x="457200" y="1196752"/>
                <a:ext cx="8229600" cy="5505800"/>
              </a:xfrm>
              <a:blipFill>
                <a:blip r:embed="rId3"/>
                <a:stretch>
                  <a:fillRect t="-332"/>
                </a:stretch>
              </a:blipFill>
            </p:spPr>
            <p:txBody>
              <a:bodyPr/>
              <a:lstStyle/>
              <a:p>
                <a:r>
                  <a:rPr lang="zh-CN" altLang="en-US">
                    <a:noFill/>
                  </a:rPr>
                  <a:t> </a:t>
                </a:r>
              </a:p>
            </p:txBody>
          </p:sp>
        </mc:Fallback>
      </mc:AlternateContent>
      <p:sp>
        <p:nvSpPr>
          <p:cNvPr id="4" name="灯片编号占位符 3">
            <a:extLst>
              <a:ext uri="{FF2B5EF4-FFF2-40B4-BE49-F238E27FC236}">
                <a16:creationId xmlns:a16="http://schemas.microsoft.com/office/drawing/2014/main" id="{02C751D7-B17F-6E43-2AA7-B0A996B72AC1}"/>
              </a:ext>
            </a:extLst>
          </p:cNvPr>
          <p:cNvSpPr>
            <a:spLocks noGrp="1"/>
          </p:cNvSpPr>
          <p:nvPr>
            <p:ph type="sldNum" sz="quarter" idx="12"/>
          </p:nvPr>
        </p:nvSpPr>
        <p:spPr/>
        <p:txBody>
          <a:bodyPr/>
          <a:lstStyle/>
          <a:p>
            <a:fld id="{58C210BB-F110-452C-89E7-9EA0A8D47DCE}" type="slidenum">
              <a:rPr lang="zh-CN" altLang="en-US" smtClean="0"/>
              <a:pPr/>
              <a:t>74</a:t>
            </a:fld>
            <a:endParaRPr lang="zh-CN" altLang="en-US"/>
          </a:p>
        </p:txBody>
      </p:sp>
    </p:spTree>
    <p:extLst>
      <p:ext uri="{BB962C8B-B14F-4D97-AF65-F5344CB8AC3E}">
        <p14:creationId xmlns:p14="http://schemas.microsoft.com/office/powerpoint/2010/main" val="1306835570"/>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E2FC60-59FA-71F3-3831-E5ECCFF21AB9}"/>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E748B498-46EE-417D-37E3-400A366893BA}"/>
              </a:ext>
            </a:extLst>
          </p:cNvPr>
          <p:cNvSpPr>
            <a:spLocks noGrp="1"/>
          </p:cNvSpPr>
          <p:nvPr>
            <p:ph type="title"/>
          </p:nvPr>
        </p:nvSpPr>
        <p:spPr/>
        <p:txBody>
          <a:bodyPr>
            <a:normAutofit fontScale="90000"/>
          </a:bodyPr>
          <a:lstStyle/>
          <a:p>
            <a:r>
              <a:rPr lang="zh-CN" altLang="en-US" dirty="0"/>
              <a:t>第</a:t>
            </a:r>
            <a:r>
              <a:rPr lang="en-US" altLang="zh-CN" dirty="0"/>
              <a:t>3</a:t>
            </a:r>
            <a:r>
              <a:rPr lang="zh-CN" altLang="en-US" dirty="0"/>
              <a:t>讲第</a:t>
            </a:r>
            <a:r>
              <a:rPr lang="en-US" altLang="zh-CN" dirty="0"/>
              <a:t>3</a:t>
            </a:r>
            <a:r>
              <a:rPr lang="zh-CN" altLang="en-US" dirty="0"/>
              <a:t>题</a:t>
            </a:r>
          </a:p>
        </p:txBody>
      </p:sp>
      <p:sp>
        <p:nvSpPr>
          <p:cNvPr id="3" name="内容占位符 2">
            <a:extLst>
              <a:ext uri="{FF2B5EF4-FFF2-40B4-BE49-F238E27FC236}">
                <a16:creationId xmlns:a16="http://schemas.microsoft.com/office/drawing/2014/main" id="{8745D39D-239E-8974-623E-AA89413DD24B}"/>
              </a:ext>
            </a:extLst>
          </p:cNvPr>
          <p:cNvSpPr>
            <a:spLocks noGrp="1"/>
          </p:cNvSpPr>
          <p:nvPr>
            <p:ph idx="1"/>
          </p:nvPr>
        </p:nvSpPr>
        <p:spPr>
          <a:xfrm>
            <a:off x="457200" y="1196752"/>
            <a:ext cx="8229600" cy="5505800"/>
          </a:xfrm>
        </p:spPr>
        <p:txBody>
          <a:bodyPr>
            <a:normAutofit/>
          </a:bodyPr>
          <a:lstStyle/>
          <a:p>
            <a:pPr>
              <a:lnSpc>
                <a:spcPct val="150000"/>
              </a:lnSpc>
            </a:pPr>
            <a:r>
              <a:rPr lang="en-US" altLang="zh-CN" b="1" dirty="0">
                <a:solidFill>
                  <a:srgbClr val="FFFF00"/>
                </a:solidFill>
              </a:rPr>
              <a:t>Lyapunov</a:t>
            </a:r>
            <a:r>
              <a:rPr lang="zh-CN" altLang="zh-CN" b="1" dirty="0">
                <a:solidFill>
                  <a:srgbClr val="FFFF00"/>
                </a:solidFill>
              </a:rPr>
              <a:t>线性化方法的逆问题</a:t>
            </a:r>
            <a:r>
              <a:rPr lang="zh-CN" altLang="en-US" b="1" dirty="0"/>
              <a:t>：</a:t>
            </a:r>
            <a:r>
              <a:rPr lang="zh-CN" altLang="zh-CN" b="1" dirty="0"/>
              <a:t>满足局部</a:t>
            </a:r>
            <a:r>
              <a:rPr lang="en-US" altLang="zh-CN" b="1" dirty="0"/>
              <a:t>Lipschitz</a:t>
            </a:r>
            <a:r>
              <a:rPr lang="zh-CN" altLang="zh-CN" b="1" dirty="0"/>
              <a:t>条件</a:t>
            </a:r>
            <a:r>
              <a:rPr lang="zh-CN" altLang="en-US" b="1" dirty="0"/>
              <a:t>的系统</a:t>
            </a:r>
            <a:r>
              <a:rPr lang="zh-CN" altLang="zh-CN" b="1" dirty="0"/>
              <a:t>稳定</a:t>
            </a:r>
            <a:r>
              <a:rPr lang="en-US" altLang="zh-CN" b="1" dirty="0"/>
              <a:t>/</a:t>
            </a:r>
            <a:r>
              <a:rPr lang="zh-CN" altLang="zh-CN" b="1" dirty="0"/>
              <a:t>渐进稳定</a:t>
            </a:r>
            <a:r>
              <a:rPr lang="en-US" altLang="zh-CN" b="1" dirty="0"/>
              <a:t>/</a:t>
            </a:r>
            <a:r>
              <a:rPr lang="zh-CN" altLang="zh-CN" b="1" dirty="0"/>
              <a:t>指数稳定</a:t>
            </a:r>
            <a:r>
              <a:rPr lang="zh-CN" altLang="en-US" b="1" dirty="0"/>
              <a:t>时，其</a:t>
            </a:r>
            <a:r>
              <a:rPr lang="zh-CN" altLang="zh-CN" b="1" dirty="0"/>
              <a:t>线性近似系统的稳定性如何</a:t>
            </a:r>
            <a:r>
              <a:rPr lang="zh-CN" altLang="en-US" b="1" dirty="0"/>
              <a:t>？</a:t>
            </a:r>
            <a:endParaRPr lang="en-US" altLang="zh-CN" b="1" dirty="0"/>
          </a:p>
          <a:p>
            <a:pPr>
              <a:lnSpc>
                <a:spcPct val="150000"/>
              </a:lnSpc>
            </a:pPr>
            <a:r>
              <a:rPr lang="zh-CN" altLang="en-US" b="1" dirty="0"/>
              <a:t>需要注意：</a:t>
            </a:r>
            <a:r>
              <a:rPr lang="zh-CN" altLang="zh-CN" b="1" dirty="0"/>
              <a:t>线性近似系统</a:t>
            </a:r>
            <a:r>
              <a:rPr lang="zh-CN" altLang="en-US" b="1" dirty="0"/>
              <a:t>的</a:t>
            </a:r>
            <a:r>
              <a:rPr lang="zh-CN" altLang="zh-CN" b="1" dirty="0"/>
              <a:t>系统矩阵的零特征值的</a:t>
            </a:r>
            <a:r>
              <a:rPr lang="zh-CN" altLang="zh-CN" b="1" dirty="0">
                <a:solidFill>
                  <a:srgbClr val="FFFF00"/>
                </a:solidFill>
              </a:rPr>
              <a:t>代数重数</a:t>
            </a:r>
            <a:r>
              <a:rPr lang="zh-CN" altLang="en-US" b="1" dirty="0"/>
              <a:t>和</a:t>
            </a:r>
            <a:r>
              <a:rPr lang="zh-CN" altLang="zh-CN" b="1" dirty="0">
                <a:solidFill>
                  <a:srgbClr val="FFFF00"/>
                </a:solidFill>
              </a:rPr>
              <a:t>几何重数</a:t>
            </a:r>
            <a:r>
              <a:rPr lang="zh-CN" altLang="en-US" b="1" dirty="0"/>
              <a:t>的关系。</a:t>
            </a:r>
            <a:endParaRPr lang="en-US" altLang="zh-CN" b="1" dirty="0"/>
          </a:p>
          <a:p>
            <a:pPr lvl="1">
              <a:lnSpc>
                <a:spcPct val="150000"/>
              </a:lnSpc>
            </a:pPr>
            <a:r>
              <a:rPr lang="zh-CN" altLang="zh-CN" b="1" dirty="0"/>
              <a:t>零特征值的代数重数</a:t>
            </a:r>
            <a:r>
              <a:rPr lang="zh-CN" altLang="en-US" dirty="0"/>
              <a:t>：对应</a:t>
            </a:r>
            <a:r>
              <a:rPr lang="en-US" altLang="zh-CN" dirty="0"/>
              <a:t>Jordan</a:t>
            </a:r>
            <a:r>
              <a:rPr lang="zh-CN" altLang="en-US" dirty="0"/>
              <a:t>子块阶数总和</a:t>
            </a:r>
            <a:endParaRPr lang="en-US" altLang="zh-CN" dirty="0"/>
          </a:p>
          <a:p>
            <a:pPr lvl="1">
              <a:lnSpc>
                <a:spcPct val="150000"/>
              </a:lnSpc>
            </a:pPr>
            <a:r>
              <a:rPr lang="zh-CN" altLang="zh-CN" b="1" dirty="0"/>
              <a:t>零特征值的</a:t>
            </a:r>
            <a:r>
              <a:rPr lang="zh-CN" altLang="en-US" b="1" dirty="0"/>
              <a:t>几何</a:t>
            </a:r>
            <a:r>
              <a:rPr lang="zh-CN" altLang="zh-CN" b="1" dirty="0"/>
              <a:t>重数</a:t>
            </a:r>
            <a:r>
              <a:rPr lang="zh-CN" altLang="en-US" dirty="0"/>
              <a:t>：对应</a:t>
            </a:r>
            <a:r>
              <a:rPr lang="en-US" altLang="zh-CN" dirty="0"/>
              <a:t>Jordan</a:t>
            </a:r>
            <a:r>
              <a:rPr lang="zh-CN" altLang="en-US" dirty="0"/>
              <a:t>子块的个数</a:t>
            </a:r>
            <a:endParaRPr lang="zh-CN" altLang="en-US" b="1" dirty="0"/>
          </a:p>
        </p:txBody>
      </p:sp>
      <p:sp>
        <p:nvSpPr>
          <p:cNvPr id="4" name="灯片编号占位符 3">
            <a:extLst>
              <a:ext uri="{FF2B5EF4-FFF2-40B4-BE49-F238E27FC236}">
                <a16:creationId xmlns:a16="http://schemas.microsoft.com/office/drawing/2014/main" id="{066D67E5-2735-6D89-8E3A-C3D4F44BFE00}"/>
              </a:ext>
            </a:extLst>
          </p:cNvPr>
          <p:cNvSpPr>
            <a:spLocks noGrp="1"/>
          </p:cNvSpPr>
          <p:nvPr>
            <p:ph type="sldNum" sz="quarter" idx="12"/>
          </p:nvPr>
        </p:nvSpPr>
        <p:spPr/>
        <p:txBody>
          <a:bodyPr/>
          <a:lstStyle/>
          <a:p>
            <a:fld id="{58C210BB-F110-452C-89E7-9EA0A8D47DCE}" type="slidenum">
              <a:rPr lang="zh-CN" altLang="en-US" smtClean="0"/>
              <a:pPr/>
              <a:t>75</a:t>
            </a:fld>
            <a:endParaRPr lang="zh-CN" altLang="en-US"/>
          </a:p>
        </p:txBody>
      </p:sp>
    </p:spTree>
    <p:extLst>
      <p:ext uri="{BB962C8B-B14F-4D97-AF65-F5344CB8AC3E}">
        <p14:creationId xmlns:p14="http://schemas.microsoft.com/office/powerpoint/2010/main" val="26123845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1000"/>
                                        <p:tgtEl>
                                          <p:spTgt spid="3">
                                            <p:txEl>
                                              <p:pRg st="1" end="1"/>
                                            </p:txEl>
                                          </p:spTgt>
                                        </p:tgtEl>
                                      </p:cBhvr>
                                    </p:animEffect>
                                    <p:anim calcmode="lin" valueType="num">
                                      <p:cBhvr>
                                        <p:cTn id="8"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3">
                                            <p:txEl>
                                              <p:pRg st="2" end="2"/>
                                            </p:txEl>
                                          </p:spTgt>
                                        </p:tgtEl>
                                        <p:attrNameLst>
                                          <p:attrName>style.visibility</p:attrName>
                                        </p:attrNameLst>
                                      </p:cBhvr>
                                      <p:to>
                                        <p:strVal val="visible"/>
                                      </p:to>
                                    </p:set>
                                    <p:animEffect transition="in" filter="fade">
                                      <p:cBhvr>
                                        <p:cTn id="14" dur="1000"/>
                                        <p:tgtEl>
                                          <p:spTgt spid="3">
                                            <p:txEl>
                                              <p:pRg st="2" end="2"/>
                                            </p:txEl>
                                          </p:spTgt>
                                        </p:tgtEl>
                                      </p:cBhvr>
                                    </p:animEffect>
                                    <p:anim calcmode="lin" valueType="num">
                                      <p:cBhvr>
                                        <p:cTn id="15"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2" end="2"/>
                                            </p:txEl>
                                          </p:spTgt>
                                        </p:tgtEl>
                                        <p:attrNameLst>
                                          <p:attrName>ppt_y</p:attrName>
                                        </p:attrNameLst>
                                      </p:cBhvr>
                                      <p:tavLst>
                                        <p:tav tm="0">
                                          <p:val>
                                            <p:strVal val="#ppt_y+.1"/>
                                          </p:val>
                                        </p:tav>
                                        <p:tav tm="100000">
                                          <p:val>
                                            <p:strVal val="#ppt_y"/>
                                          </p:val>
                                        </p:tav>
                                      </p:tavLst>
                                    </p:anim>
                                  </p:childTnLst>
                                </p:cTn>
                              </p:par>
                              <p:par>
                                <p:cTn id="17" presetID="42" presetClass="entr" presetSubtype="0" fill="hold" nodeType="with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Effect transition="in" filter="fade">
                                      <p:cBhvr>
                                        <p:cTn id="19" dur="1000"/>
                                        <p:tgtEl>
                                          <p:spTgt spid="3">
                                            <p:txEl>
                                              <p:pRg st="3" end="3"/>
                                            </p:txEl>
                                          </p:spTgt>
                                        </p:tgtEl>
                                      </p:cBhvr>
                                    </p:animEffect>
                                    <p:anim calcmode="lin" valueType="num">
                                      <p:cBhvr>
                                        <p:cTn id="20"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21"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D214C0-7F38-AFF0-72E1-0FEB80988898}"/>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A0064B56-0A3C-E6AE-C26F-4014DAB7741D}"/>
              </a:ext>
            </a:extLst>
          </p:cNvPr>
          <p:cNvSpPr>
            <a:spLocks noGrp="1"/>
          </p:cNvSpPr>
          <p:nvPr>
            <p:ph type="title"/>
          </p:nvPr>
        </p:nvSpPr>
        <p:spPr/>
        <p:txBody>
          <a:bodyPr>
            <a:normAutofit fontScale="90000"/>
          </a:bodyPr>
          <a:lstStyle/>
          <a:p>
            <a:r>
              <a:rPr lang="zh-CN" altLang="en-US" dirty="0"/>
              <a:t>第</a:t>
            </a:r>
            <a:r>
              <a:rPr lang="en-US" altLang="zh-CN" dirty="0"/>
              <a:t>3</a:t>
            </a:r>
            <a:r>
              <a:rPr lang="zh-CN" altLang="en-US" dirty="0"/>
              <a:t>讲第</a:t>
            </a:r>
            <a:r>
              <a:rPr lang="en-US" altLang="zh-CN" dirty="0"/>
              <a:t>4</a:t>
            </a:r>
            <a:r>
              <a:rPr lang="zh-CN" altLang="en-US" dirty="0"/>
              <a:t>题</a:t>
            </a:r>
          </a:p>
        </p:txBody>
      </p:sp>
      <mc:AlternateContent xmlns:mc="http://schemas.openxmlformats.org/markup-compatibility/2006">
        <mc:Choice xmlns:a14="http://schemas.microsoft.com/office/drawing/2010/main" Requires="a14">
          <p:sp>
            <p:nvSpPr>
              <p:cNvPr id="3" name="内容占位符 2">
                <a:extLst>
                  <a:ext uri="{FF2B5EF4-FFF2-40B4-BE49-F238E27FC236}">
                    <a16:creationId xmlns:a16="http://schemas.microsoft.com/office/drawing/2014/main" id="{B275E837-7B3D-456B-366A-A7D9D6EAC67E}"/>
                  </a:ext>
                </a:extLst>
              </p:cNvPr>
              <p:cNvSpPr>
                <a:spLocks noGrp="1"/>
              </p:cNvSpPr>
              <p:nvPr>
                <p:ph idx="1"/>
              </p:nvPr>
            </p:nvSpPr>
            <p:spPr>
              <a:xfrm>
                <a:off x="457200" y="1196752"/>
                <a:ext cx="8229600" cy="5505800"/>
              </a:xfrm>
            </p:spPr>
            <p:txBody>
              <a:bodyPr>
                <a:normAutofit fontScale="92500" lnSpcReduction="20000"/>
              </a:bodyPr>
              <a:lstStyle/>
              <a:p>
                <a:pPr>
                  <a:lnSpc>
                    <a:spcPct val="150000"/>
                  </a:lnSpc>
                </a:pPr>
                <a:r>
                  <a:rPr lang="en-US" altLang="zh-CN" b="1" dirty="0">
                    <a:solidFill>
                      <a:srgbClr val="FFFF00"/>
                    </a:solidFill>
                  </a:rPr>
                  <a:t>Lyapunov</a:t>
                </a:r>
                <a:r>
                  <a:rPr lang="zh-CN" altLang="en-US" b="1" dirty="0">
                    <a:solidFill>
                      <a:srgbClr val="FFFF00"/>
                    </a:solidFill>
                  </a:rPr>
                  <a:t>函数</a:t>
                </a:r>
                <a:r>
                  <a:rPr lang="zh-CN" altLang="zh-CN" b="1" dirty="0">
                    <a:solidFill>
                      <a:srgbClr val="FFFF00"/>
                    </a:solidFill>
                  </a:rPr>
                  <a:t>的</a:t>
                </a:r>
                <a:r>
                  <a:rPr lang="zh-CN" altLang="en-US" b="1" dirty="0">
                    <a:solidFill>
                      <a:srgbClr val="FFFF00"/>
                    </a:solidFill>
                  </a:rPr>
                  <a:t>构造</a:t>
                </a:r>
                <a:r>
                  <a:rPr lang="zh-CN" altLang="en-US" b="1" dirty="0"/>
                  <a:t>：考察系统</a:t>
                </a:r>
                <a:endParaRPr lang="en-US" altLang="zh-CN" b="1" dirty="0"/>
              </a:p>
              <a:p>
                <a:pPr marL="118872" indent="0">
                  <a:lnSpc>
                    <a:spcPct val="150000"/>
                  </a:lnSpc>
                  <a:buNone/>
                </a:pPr>
                <a14:m>
                  <m:oMathPara xmlns:m="http://schemas.openxmlformats.org/officeDocument/2006/math">
                    <m:oMathParaPr>
                      <m:jc m:val="centerGroup"/>
                    </m:oMathParaPr>
                    <m:oMath xmlns:m="http://schemas.openxmlformats.org/officeDocument/2006/math">
                      <m:acc>
                        <m:accPr>
                          <m:chr m:val="̇"/>
                          <m:ctrlPr>
                            <a:rPr lang="zh-CN" altLang="zh-CN" b="1" i="1"/>
                          </m:ctrlPr>
                        </m:accPr>
                        <m:e>
                          <m:r>
                            <a:rPr lang="en-US" altLang="zh-CN" b="1" i="1"/>
                            <m:t>𝒙</m:t>
                          </m:r>
                        </m:e>
                      </m:acc>
                      <m:r>
                        <a:rPr lang="en-US" altLang="zh-CN" b="1" i="1"/>
                        <m:t>=</m:t>
                      </m:r>
                      <m:r>
                        <a:rPr lang="en-US" altLang="zh-CN" b="1" i="1"/>
                        <m:t>𝒂</m:t>
                      </m:r>
                      <m:sSup>
                        <m:sSupPr>
                          <m:ctrlPr>
                            <a:rPr lang="zh-CN" altLang="zh-CN" b="1" i="1"/>
                          </m:ctrlPr>
                        </m:sSupPr>
                        <m:e>
                          <m:r>
                            <a:rPr lang="en-US" altLang="zh-CN" b="1" i="1"/>
                            <m:t>𝒙</m:t>
                          </m:r>
                        </m:e>
                        <m:sup>
                          <m:r>
                            <a:rPr lang="en-US" altLang="zh-CN" b="1" i="1"/>
                            <m:t>𝒑</m:t>
                          </m:r>
                        </m:sup>
                      </m:sSup>
                      <m:r>
                        <a:rPr lang="en-US" altLang="zh-CN" b="1" i="1"/>
                        <m:t>+</m:t>
                      </m:r>
                      <m:r>
                        <a:rPr lang="en-US" altLang="zh-CN" b="1" i="1"/>
                        <m:t>𝒈</m:t>
                      </m:r>
                      <m:r>
                        <a:rPr lang="en-US" altLang="zh-CN" b="1" i="1"/>
                        <m:t>(</m:t>
                      </m:r>
                      <m:r>
                        <a:rPr lang="en-US" altLang="zh-CN" b="1" i="1"/>
                        <m:t>𝒙</m:t>
                      </m:r>
                      <m:r>
                        <a:rPr lang="en-US" altLang="zh-CN" b="1" i="1"/>
                        <m:t>)</m:t>
                      </m:r>
                    </m:oMath>
                  </m:oMathPara>
                </a14:m>
                <a:endParaRPr lang="en-US" altLang="zh-CN" b="1" dirty="0"/>
              </a:p>
              <a:p>
                <a:pPr marL="118872" indent="0">
                  <a:lnSpc>
                    <a:spcPct val="150000"/>
                  </a:lnSpc>
                  <a:buNone/>
                </a:pPr>
                <a:r>
                  <a:rPr lang="zh-CN" altLang="en-US" b="1" dirty="0"/>
                  <a:t>的</a:t>
                </a:r>
                <a:r>
                  <a:rPr lang="zh-CN" altLang="zh-CN" b="1" dirty="0"/>
                  <a:t>渐进稳定</a:t>
                </a:r>
                <a:r>
                  <a:rPr lang="zh-CN" altLang="en-US" b="1" dirty="0"/>
                  <a:t>性。</a:t>
                </a:r>
                <a:endParaRPr lang="en-US" altLang="zh-CN" b="1" dirty="0"/>
              </a:p>
              <a:p>
                <a:pPr marL="118872" indent="0">
                  <a:lnSpc>
                    <a:spcPct val="150000"/>
                  </a:lnSpc>
                  <a:buNone/>
                </a:pPr>
                <a:r>
                  <a:rPr lang="zh-CN" altLang="en-US" b="1" dirty="0"/>
                  <a:t>其中，常数</a:t>
                </a:r>
                <a14:m>
                  <m:oMath xmlns:m="http://schemas.openxmlformats.org/officeDocument/2006/math">
                    <m:r>
                      <a:rPr lang="en-US" altLang="zh-CN" b="1" i="1">
                        <a:latin typeface="Cambria Math" panose="02040503050406030204" pitchFamily="18" charset="0"/>
                      </a:rPr>
                      <m:t>𝒂</m:t>
                    </m:r>
                  </m:oMath>
                </a14:m>
                <a:r>
                  <a:rPr lang="zh-CN" altLang="en-US" b="1" dirty="0"/>
                  <a:t>无限制，常数 </a:t>
                </a:r>
                <a14:m>
                  <m:oMath xmlns:m="http://schemas.openxmlformats.org/officeDocument/2006/math">
                    <m:r>
                      <a:rPr lang="en-US" altLang="zh-CN" b="1" i="1"/>
                      <m:t>𝒑</m:t>
                    </m:r>
                    <m:r>
                      <a:rPr lang="en-US" altLang="zh-CN" b="1" i="1"/>
                      <m:t>&gt;</m:t>
                    </m:r>
                    <m:r>
                      <a:rPr lang="en-US" altLang="zh-CN" b="1" i="1"/>
                      <m:t>𝟎</m:t>
                    </m:r>
                  </m:oMath>
                </a14:m>
                <a:r>
                  <a:rPr lang="zh-CN" altLang="en-US" b="1" dirty="0"/>
                  <a:t>，函数（</a:t>
                </a:r>
                <a:r>
                  <a:rPr lang="zh-CN" altLang="en-US" b="1" dirty="0">
                    <a:solidFill>
                      <a:srgbClr val="FFFF00"/>
                    </a:solidFill>
                  </a:rPr>
                  <a:t>不确定性</a:t>
                </a:r>
                <a:r>
                  <a:rPr lang="zh-CN" altLang="en-US" b="1" dirty="0"/>
                  <a:t>）</a:t>
                </a:r>
                <a14:m>
                  <m:oMath xmlns:m="http://schemas.openxmlformats.org/officeDocument/2006/math">
                    <m:r>
                      <a:rPr lang="en-US" altLang="zh-CN" b="1" i="1">
                        <a:latin typeface="Cambria Math" panose="02040503050406030204" pitchFamily="18" charset="0"/>
                      </a:rPr>
                      <m:t>𝒈</m:t>
                    </m:r>
                    <m:r>
                      <a:rPr lang="en-US" altLang="zh-CN" b="1" i="1">
                        <a:latin typeface="Cambria Math" panose="02040503050406030204" pitchFamily="18" charset="0"/>
                      </a:rPr>
                      <m:t>(</m:t>
                    </m:r>
                    <m:r>
                      <a:rPr lang="en-US" altLang="zh-CN" b="1" i="1">
                        <a:latin typeface="Cambria Math" panose="02040503050406030204" pitchFamily="18" charset="0"/>
                      </a:rPr>
                      <m:t>𝒙</m:t>
                    </m:r>
                    <m:r>
                      <a:rPr lang="en-US" altLang="zh-CN" b="1" i="1">
                        <a:latin typeface="Cambria Math" panose="02040503050406030204" pitchFamily="18" charset="0"/>
                      </a:rPr>
                      <m:t>)</m:t>
                    </m:r>
                  </m:oMath>
                </a14:m>
                <a:r>
                  <a:rPr lang="zh-CN" altLang="en-US" b="1" dirty="0"/>
                  <a:t>在平衡点 </a:t>
                </a:r>
                <a14:m>
                  <m:oMath xmlns:m="http://schemas.openxmlformats.org/officeDocument/2006/math">
                    <m:r>
                      <a:rPr lang="en-US" altLang="zh-CN" b="1" i="1"/>
                      <m:t>𝒙</m:t>
                    </m:r>
                    <m:r>
                      <a:rPr lang="en-US" altLang="zh-CN" b="1" i="1"/>
                      <m:t>=</m:t>
                    </m:r>
                    <m:r>
                      <a:rPr lang="en-US" altLang="zh-CN" b="1" i="1"/>
                      <m:t>𝟎</m:t>
                    </m:r>
                  </m:oMath>
                </a14:m>
                <a:r>
                  <a:rPr lang="zh-CN" altLang="en-US" b="1" dirty="0"/>
                  <a:t>的某邻域内满足</a:t>
                </a:r>
                <a:endParaRPr lang="en-US" altLang="zh-CN" b="1" dirty="0"/>
              </a:p>
              <a:p>
                <a:pPr marL="118872" indent="0">
                  <a:lnSpc>
                    <a:spcPct val="150000"/>
                  </a:lnSpc>
                  <a:buNone/>
                </a:pPr>
                <a14:m>
                  <m:oMathPara xmlns:m="http://schemas.openxmlformats.org/officeDocument/2006/math">
                    <m:oMathParaPr>
                      <m:jc m:val="centerGroup"/>
                    </m:oMathParaPr>
                    <m:oMath xmlns:m="http://schemas.openxmlformats.org/officeDocument/2006/math">
                      <m:d>
                        <m:dPr>
                          <m:begChr m:val="|"/>
                          <m:endChr m:val="|"/>
                          <m:ctrlPr>
                            <a:rPr lang="zh-CN" altLang="zh-CN" b="1" i="1"/>
                          </m:ctrlPr>
                        </m:dPr>
                        <m:e>
                          <m:r>
                            <a:rPr lang="en-US" altLang="zh-CN" b="1" i="1"/>
                            <m:t>𝒈</m:t>
                          </m:r>
                          <m:r>
                            <a:rPr lang="en-US" altLang="zh-CN" b="1" i="1"/>
                            <m:t>(</m:t>
                          </m:r>
                          <m:r>
                            <a:rPr lang="en-US" altLang="zh-CN" b="1" i="1"/>
                            <m:t>𝒙</m:t>
                          </m:r>
                          <m:r>
                            <a:rPr lang="en-US" altLang="zh-CN" b="1" i="1"/>
                            <m:t>)</m:t>
                          </m:r>
                        </m:e>
                      </m:d>
                      <m:r>
                        <a:rPr lang="en-US" altLang="zh-CN" b="1" i="1"/>
                        <m:t>≤</m:t>
                      </m:r>
                      <m:r>
                        <a:rPr lang="en-US" altLang="zh-CN" b="1" i="1"/>
                        <m:t>𝒌</m:t>
                      </m:r>
                      <m:sSup>
                        <m:sSupPr>
                          <m:ctrlPr>
                            <a:rPr lang="zh-CN" altLang="zh-CN" b="1" i="1"/>
                          </m:ctrlPr>
                        </m:sSupPr>
                        <m:e>
                          <m:d>
                            <m:dPr>
                              <m:begChr m:val="|"/>
                              <m:endChr m:val="|"/>
                              <m:ctrlPr>
                                <a:rPr lang="zh-CN" altLang="zh-CN" b="1" i="1"/>
                              </m:ctrlPr>
                            </m:dPr>
                            <m:e>
                              <m:r>
                                <a:rPr lang="en-US" altLang="zh-CN" b="1" i="1"/>
                                <m:t>𝒙</m:t>
                              </m:r>
                            </m:e>
                          </m:d>
                        </m:e>
                        <m:sup>
                          <m:r>
                            <a:rPr lang="en-US" altLang="zh-CN" b="1" i="1"/>
                            <m:t>𝒑</m:t>
                          </m:r>
                          <m:r>
                            <a:rPr lang="en-US" altLang="zh-CN" b="1" i="1"/>
                            <m:t>+</m:t>
                          </m:r>
                          <m:r>
                            <a:rPr lang="en-US" altLang="zh-CN" b="1" i="1"/>
                            <m:t>𝟏</m:t>
                          </m:r>
                        </m:sup>
                      </m:sSup>
                    </m:oMath>
                  </m:oMathPara>
                </a14:m>
                <a:endParaRPr lang="en-US" altLang="zh-CN" b="1" dirty="0"/>
              </a:p>
              <a:p>
                <a:pPr>
                  <a:lnSpc>
                    <a:spcPct val="150000"/>
                  </a:lnSpc>
                </a:pPr>
                <a:r>
                  <a:rPr lang="zh-CN" altLang="en-US" b="1" dirty="0"/>
                  <a:t>取备选</a:t>
                </a:r>
                <a:r>
                  <a:rPr lang="en-US" altLang="zh-CN" b="1" dirty="0"/>
                  <a:t>Lyapunov</a:t>
                </a:r>
                <a:r>
                  <a:rPr lang="zh-CN" altLang="en-US" b="1" dirty="0"/>
                  <a:t>函数为动能形式</a:t>
                </a:r>
                <a:endParaRPr lang="en-US" altLang="zh-CN" b="1" dirty="0"/>
              </a:p>
              <a:p>
                <a:pPr marL="118872" indent="0">
                  <a:lnSpc>
                    <a:spcPct val="110000"/>
                  </a:lnSpc>
                  <a:buNone/>
                </a:pPr>
                <a14:m>
                  <m:oMathPara xmlns:m="http://schemas.openxmlformats.org/officeDocument/2006/math">
                    <m:oMathParaPr>
                      <m:jc m:val="centerGroup"/>
                    </m:oMathParaPr>
                    <m:oMath xmlns:m="http://schemas.openxmlformats.org/officeDocument/2006/math">
                      <m:r>
                        <a:rPr lang="en-US" altLang="zh-CN" i="1"/>
                        <m:t>𝑉</m:t>
                      </m:r>
                      <m:r>
                        <a:rPr lang="en-US" altLang="zh-CN" i="1"/>
                        <m:t>=</m:t>
                      </m:r>
                      <m:f>
                        <m:fPr>
                          <m:ctrlPr>
                            <a:rPr lang="zh-CN" altLang="zh-CN" i="1"/>
                          </m:ctrlPr>
                        </m:fPr>
                        <m:num>
                          <m:r>
                            <a:rPr lang="en-US" altLang="zh-CN" i="1"/>
                            <m:t>1</m:t>
                          </m:r>
                        </m:num>
                        <m:den>
                          <m:r>
                            <a:rPr lang="en-US" altLang="zh-CN" i="1"/>
                            <m:t>2</m:t>
                          </m:r>
                        </m:den>
                      </m:f>
                      <m:sSup>
                        <m:sSupPr>
                          <m:ctrlPr>
                            <a:rPr lang="zh-CN" altLang="zh-CN" i="1"/>
                          </m:ctrlPr>
                        </m:sSupPr>
                        <m:e>
                          <m:r>
                            <a:rPr lang="en-US" altLang="zh-CN" i="1"/>
                            <m:t>𝑥</m:t>
                          </m:r>
                        </m:e>
                        <m:sup>
                          <m:r>
                            <a:rPr lang="en-US" altLang="zh-CN" i="1"/>
                            <m:t>2</m:t>
                          </m:r>
                        </m:sup>
                      </m:sSup>
                    </m:oMath>
                  </m:oMathPara>
                </a14:m>
                <a:endParaRPr lang="en-US" altLang="zh-CN" b="1" dirty="0"/>
              </a:p>
            </p:txBody>
          </p:sp>
        </mc:Choice>
        <mc:Fallback>
          <p:sp>
            <p:nvSpPr>
              <p:cNvPr id="3" name="内容占位符 2">
                <a:extLst>
                  <a:ext uri="{FF2B5EF4-FFF2-40B4-BE49-F238E27FC236}">
                    <a16:creationId xmlns:a16="http://schemas.microsoft.com/office/drawing/2014/main" id="{B275E837-7B3D-456B-366A-A7D9D6EAC67E}"/>
                  </a:ext>
                </a:extLst>
              </p:cNvPr>
              <p:cNvSpPr>
                <a:spLocks noGrp="1" noRot="1" noChangeAspect="1" noMove="1" noResize="1" noEditPoints="1" noAdjustHandles="1" noChangeArrowheads="1" noChangeShapeType="1" noTextEdit="1"/>
              </p:cNvSpPr>
              <p:nvPr>
                <p:ph idx="1"/>
              </p:nvPr>
            </p:nvSpPr>
            <p:spPr>
              <a:xfrm>
                <a:off x="457200" y="1196752"/>
                <a:ext cx="8229600" cy="5505800"/>
              </a:xfrm>
              <a:blipFill>
                <a:blip r:embed="rId3"/>
                <a:stretch>
                  <a:fillRect l="-741"/>
                </a:stretch>
              </a:blipFill>
            </p:spPr>
            <p:txBody>
              <a:bodyPr/>
              <a:lstStyle/>
              <a:p>
                <a:r>
                  <a:rPr lang="zh-CN" altLang="en-US">
                    <a:noFill/>
                  </a:rPr>
                  <a:t> </a:t>
                </a:r>
              </a:p>
            </p:txBody>
          </p:sp>
        </mc:Fallback>
      </mc:AlternateContent>
      <p:sp>
        <p:nvSpPr>
          <p:cNvPr id="4" name="灯片编号占位符 3">
            <a:extLst>
              <a:ext uri="{FF2B5EF4-FFF2-40B4-BE49-F238E27FC236}">
                <a16:creationId xmlns:a16="http://schemas.microsoft.com/office/drawing/2014/main" id="{6A708D57-435D-DF7C-1C86-5B0B0A7CCC16}"/>
              </a:ext>
            </a:extLst>
          </p:cNvPr>
          <p:cNvSpPr>
            <a:spLocks noGrp="1"/>
          </p:cNvSpPr>
          <p:nvPr>
            <p:ph type="sldNum" sz="quarter" idx="12"/>
          </p:nvPr>
        </p:nvSpPr>
        <p:spPr/>
        <p:txBody>
          <a:bodyPr/>
          <a:lstStyle/>
          <a:p>
            <a:fld id="{58C210BB-F110-452C-89E7-9EA0A8D47DCE}" type="slidenum">
              <a:rPr lang="zh-CN" altLang="en-US" smtClean="0"/>
              <a:pPr/>
              <a:t>76</a:t>
            </a:fld>
            <a:endParaRPr lang="zh-CN" altLang="en-US"/>
          </a:p>
        </p:txBody>
      </p:sp>
    </p:spTree>
    <p:extLst>
      <p:ext uri="{BB962C8B-B14F-4D97-AF65-F5344CB8AC3E}">
        <p14:creationId xmlns:p14="http://schemas.microsoft.com/office/powerpoint/2010/main" val="39975926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5" end="5"/>
                                            </p:txEl>
                                          </p:spTgt>
                                        </p:tgtEl>
                                        <p:attrNameLst>
                                          <p:attrName>style.visibility</p:attrName>
                                        </p:attrNameLst>
                                      </p:cBhvr>
                                      <p:to>
                                        <p:strVal val="visible"/>
                                      </p:to>
                                    </p:set>
                                    <p:animEffect transition="in" filter="fade">
                                      <p:cBhvr>
                                        <p:cTn id="7" dur="1000"/>
                                        <p:tgtEl>
                                          <p:spTgt spid="3">
                                            <p:txEl>
                                              <p:pRg st="5" end="5"/>
                                            </p:txEl>
                                          </p:spTgt>
                                        </p:tgtEl>
                                      </p:cBhvr>
                                    </p:animEffect>
                                    <p:anim calcmode="lin" valueType="num">
                                      <p:cBhvr>
                                        <p:cTn id="8"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5" end="5"/>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3">
                                            <p:txEl>
                                              <p:pRg st="6" end="6"/>
                                            </p:txEl>
                                          </p:spTgt>
                                        </p:tgtEl>
                                        <p:attrNameLst>
                                          <p:attrName>style.visibility</p:attrName>
                                        </p:attrNameLst>
                                      </p:cBhvr>
                                      <p:to>
                                        <p:strVal val="visible"/>
                                      </p:to>
                                    </p:set>
                                    <p:animEffect transition="in" filter="fade">
                                      <p:cBhvr>
                                        <p:cTn id="12" dur="1000"/>
                                        <p:tgtEl>
                                          <p:spTgt spid="3">
                                            <p:txEl>
                                              <p:pRg st="6" end="6"/>
                                            </p:txEl>
                                          </p:spTgt>
                                        </p:tgtEl>
                                      </p:cBhvr>
                                    </p:animEffect>
                                    <p:anim calcmode="lin" valueType="num">
                                      <p:cBhvr>
                                        <p:cTn id="13" dur="10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14" dur="1000" fill="hold"/>
                                        <p:tgtEl>
                                          <p:spTgt spid="3">
                                            <p:txEl>
                                              <p:pRg st="6" end="6"/>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72FA72-4923-D644-4648-7F4E723492C3}"/>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D4447E9C-CDB8-83B0-A0EA-407B5CA308F0}"/>
              </a:ext>
            </a:extLst>
          </p:cNvPr>
          <p:cNvSpPr>
            <a:spLocks noGrp="1"/>
          </p:cNvSpPr>
          <p:nvPr>
            <p:ph type="title"/>
          </p:nvPr>
        </p:nvSpPr>
        <p:spPr/>
        <p:txBody>
          <a:bodyPr>
            <a:normAutofit fontScale="90000"/>
          </a:bodyPr>
          <a:lstStyle/>
          <a:p>
            <a:r>
              <a:rPr lang="zh-CN" altLang="en-US" dirty="0"/>
              <a:t>第</a:t>
            </a:r>
            <a:r>
              <a:rPr lang="en-US" altLang="zh-CN" dirty="0"/>
              <a:t>3</a:t>
            </a:r>
            <a:r>
              <a:rPr lang="zh-CN" altLang="en-US" dirty="0"/>
              <a:t>讲第</a:t>
            </a:r>
            <a:r>
              <a:rPr lang="en-US" altLang="zh-CN" dirty="0"/>
              <a:t>4</a:t>
            </a:r>
            <a:r>
              <a:rPr lang="zh-CN" altLang="en-US" dirty="0"/>
              <a:t>题</a:t>
            </a:r>
          </a:p>
        </p:txBody>
      </p:sp>
      <mc:AlternateContent xmlns:mc="http://schemas.openxmlformats.org/markup-compatibility/2006">
        <mc:Choice xmlns:a14="http://schemas.microsoft.com/office/drawing/2010/main" Requires="a14">
          <p:sp>
            <p:nvSpPr>
              <p:cNvPr id="3" name="内容占位符 2">
                <a:extLst>
                  <a:ext uri="{FF2B5EF4-FFF2-40B4-BE49-F238E27FC236}">
                    <a16:creationId xmlns:a16="http://schemas.microsoft.com/office/drawing/2014/main" id="{29945217-40B3-B51D-7BC8-F582BF39AAD1}"/>
                  </a:ext>
                </a:extLst>
              </p:cNvPr>
              <p:cNvSpPr>
                <a:spLocks noGrp="1"/>
              </p:cNvSpPr>
              <p:nvPr>
                <p:ph idx="1"/>
              </p:nvPr>
            </p:nvSpPr>
            <p:spPr>
              <a:xfrm>
                <a:off x="457200" y="1196752"/>
                <a:ext cx="8229600" cy="5505800"/>
              </a:xfrm>
            </p:spPr>
            <p:txBody>
              <a:bodyPr>
                <a:normAutofit fontScale="85000" lnSpcReduction="10000"/>
              </a:bodyPr>
              <a:lstStyle/>
              <a:p>
                <a:pPr marL="118872" indent="0">
                  <a:lnSpc>
                    <a:spcPct val="110000"/>
                  </a:lnSpc>
                  <a:buNone/>
                </a:pPr>
                <a14:m>
                  <m:oMathPara xmlns:m="http://schemas.openxmlformats.org/officeDocument/2006/math">
                    <m:oMathParaPr>
                      <m:jc m:val="centerGroup"/>
                    </m:oMathParaPr>
                    <m:oMath xmlns:m="http://schemas.openxmlformats.org/officeDocument/2006/math">
                      <m:acc>
                        <m:accPr>
                          <m:chr m:val="̇"/>
                          <m:ctrlPr>
                            <a:rPr lang="zh-CN" altLang="zh-CN" b="1" i="1" smtClean="0"/>
                          </m:ctrlPr>
                        </m:accPr>
                        <m:e>
                          <m:r>
                            <a:rPr lang="en-US" altLang="zh-CN" b="1" i="1"/>
                            <m:t>𝒙</m:t>
                          </m:r>
                        </m:e>
                      </m:acc>
                      <m:r>
                        <a:rPr lang="en-US" altLang="zh-CN" b="1" i="1"/>
                        <m:t>=</m:t>
                      </m:r>
                      <m:r>
                        <a:rPr lang="en-US" altLang="zh-CN" b="1" i="1"/>
                        <m:t>𝒂</m:t>
                      </m:r>
                      <m:sSup>
                        <m:sSupPr>
                          <m:ctrlPr>
                            <a:rPr lang="zh-CN" altLang="zh-CN" b="1" i="1"/>
                          </m:ctrlPr>
                        </m:sSupPr>
                        <m:e>
                          <m:r>
                            <a:rPr lang="en-US" altLang="zh-CN" b="1" i="1"/>
                            <m:t>𝒙</m:t>
                          </m:r>
                        </m:e>
                        <m:sup>
                          <m:r>
                            <a:rPr lang="en-US" altLang="zh-CN" b="1" i="1"/>
                            <m:t>𝒑</m:t>
                          </m:r>
                        </m:sup>
                      </m:sSup>
                      <m:r>
                        <a:rPr lang="en-US" altLang="zh-CN" b="1" i="1"/>
                        <m:t>+</m:t>
                      </m:r>
                      <m:r>
                        <a:rPr lang="en-US" altLang="zh-CN" b="1" i="1"/>
                        <m:t>𝒈</m:t>
                      </m:r>
                      <m:r>
                        <a:rPr lang="en-US" altLang="zh-CN" b="1" i="1"/>
                        <m:t>(</m:t>
                      </m:r>
                      <m:r>
                        <a:rPr lang="en-US" altLang="zh-CN" b="1" i="1"/>
                        <m:t>𝒙</m:t>
                      </m:r>
                      <m:r>
                        <a:rPr lang="en-US" altLang="zh-CN" b="1" i="1"/>
                        <m:t>)</m:t>
                      </m:r>
                    </m:oMath>
                  </m:oMathPara>
                </a14:m>
                <a:endParaRPr lang="en-US" altLang="zh-CN" b="1" dirty="0"/>
              </a:p>
              <a:p>
                <a:pPr marL="118872" indent="0">
                  <a:lnSpc>
                    <a:spcPct val="110000"/>
                  </a:lnSpc>
                  <a:buNone/>
                </a:pPr>
                <a14:m>
                  <m:oMathPara xmlns:m="http://schemas.openxmlformats.org/officeDocument/2006/math">
                    <m:oMathParaPr>
                      <m:jc m:val="centerGroup"/>
                    </m:oMathParaPr>
                    <m:oMath xmlns:m="http://schemas.openxmlformats.org/officeDocument/2006/math">
                      <m:d>
                        <m:dPr>
                          <m:begChr m:val="|"/>
                          <m:endChr m:val="|"/>
                          <m:ctrlPr>
                            <a:rPr lang="zh-CN" altLang="zh-CN" b="1" i="1"/>
                          </m:ctrlPr>
                        </m:dPr>
                        <m:e>
                          <m:r>
                            <a:rPr lang="en-US" altLang="zh-CN" b="1" i="1"/>
                            <m:t>𝒈</m:t>
                          </m:r>
                          <m:r>
                            <a:rPr lang="en-US" altLang="zh-CN" b="1" i="1"/>
                            <m:t>(</m:t>
                          </m:r>
                          <m:r>
                            <a:rPr lang="en-US" altLang="zh-CN" b="1" i="1"/>
                            <m:t>𝒙</m:t>
                          </m:r>
                          <m:r>
                            <a:rPr lang="en-US" altLang="zh-CN" b="1" i="1"/>
                            <m:t>)</m:t>
                          </m:r>
                        </m:e>
                      </m:d>
                      <m:r>
                        <a:rPr lang="en-US" altLang="zh-CN" b="1" i="1"/>
                        <m:t>≤</m:t>
                      </m:r>
                      <m:r>
                        <a:rPr lang="en-US" altLang="zh-CN" b="1" i="1"/>
                        <m:t>𝒌</m:t>
                      </m:r>
                      <m:sSup>
                        <m:sSupPr>
                          <m:ctrlPr>
                            <a:rPr lang="zh-CN" altLang="zh-CN" b="1" i="1"/>
                          </m:ctrlPr>
                        </m:sSupPr>
                        <m:e>
                          <m:d>
                            <m:dPr>
                              <m:begChr m:val="|"/>
                              <m:endChr m:val="|"/>
                              <m:ctrlPr>
                                <a:rPr lang="zh-CN" altLang="zh-CN" b="1" i="1"/>
                              </m:ctrlPr>
                            </m:dPr>
                            <m:e>
                              <m:r>
                                <a:rPr lang="en-US" altLang="zh-CN" b="1" i="1"/>
                                <m:t>𝒙</m:t>
                              </m:r>
                            </m:e>
                          </m:d>
                        </m:e>
                        <m:sup>
                          <m:r>
                            <a:rPr lang="en-US" altLang="zh-CN" b="1" i="1"/>
                            <m:t>𝒑</m:t>
                          </m:r>
                          <m:r>
                            <a:rPr lang="en-US" altLang="zh-CN" b="1" i="1"/>
                            <m:t>+</m:t>
                          </m:r>
                          <m:r>
                            <a:rPr lang="en-US" altLang="zh-CN" b="1" i="1"/>
                            <m:t>𝟏</m:t>
                          </m:r>
                        </m:sup>
                      </m:sSup>
                    </m:oMath>
                  </m:oMathPara>
                </a14:m>
                <a:endParaRPr lang="en-US" altLang="zh-CN" b="1" dirty="0"/>
              </a:p>
              <a:p>
                <a:pPr marL="118872" indent="0">
                  <a:lnSpc>
                    <a:spcPct val="110000"/>
                  </a:lnSpc>
                  <a:buNone/>
                </a:pPr>
                <a14:m>
                  <m:oMathPara xmlns:m="http://schemas.openxmlformats.org/officeDocument/2006/math">
                    <m:oMathParaPr>
                      <m:jc m:val="centerGroup"/>
                    </m:oMathParaPr>
                    <m:oMath xmlns:m="http://schemas.openxmlformats.org/officeDocument/2006/math">
                      <m:r>
                        <a:rPr lang="en-US" altLang="zh-CN" i="1"/>
                        <m:t>𝑉</m:t>
                      </m:r>
                      <m:r>
                        <a:rPr lang="en-US" altLang="zh-CN" i="1"/>
                        <m:t>=</m:t>
                      </m:r>
                      <m:f>
                        <m:fPr>
                          <m:ctrlPr>
                            <a:rPr lang="zh-CN" altLang="zh-CN" i="1"/>
                          </m:ctrlPr>
                        </m:fPr>
                        <m:num>
                          <m:r>
                            <a:rPr lang="en-US" altLang="zh-CN" i="1"/>
                            <m:t>1</m:t>
                          </m:r>
                        </m:num>
                        <m:den>
                          <m:r>
                            <a:rPr lang="en-US" altLang="zh-CN" i="1"/>
                            <m:t>2</m:t>
                          </m:r>
                        </m:den>
                      </m:f>
                      <m:sSup>
                        <m:sSupPr>
                          <m:ctrlPr>
                            <a:rPr lang="zh-CN" altLang="zh-CN" i="1"/>
                          </m:ctrlPr>
                        </m:sSupPr>
                        <m:e>
                          <m:r>
                            <a:rPr lang="en-US" altLang="zh-CN" i="1"/>
                            <m:t>𝑥</m:t>
                          </m:r>
                        </m:e>
                        <m:sup>
                          <m:r>
                            <a:rPr lang="en-US" altLang="zh-CN" i="1"/>
                            <m:t>2</m:t>
                          </m:r>
                        </m:sup>
                      </m:sSup>
                    </m:oMath>
                  </m:oMathPara>
                </a14:m>
                <a:endParaRPr lang="en-US" altLang="zh-CN" b="1" dirty="0"/>
              </a:p>
              <a:p>
                <a:pPr>
                  <a:lnSpc>
                    <a:spcPct val="110000"/>
                  </a:lnSpc>
                </a:pPr>
                <a:r>
                  <a:rPr lang="zh-CN" altLang="en-US" b="1" dirty="0"/>
                  <a:t>有</a:t>
                </a:r>
                <a:endParaRPr lang="en-US" altLang="zh-CN" b="1" dirty="0"/>
              </a:p>
              <a:p>
                <a:pPr marL="118872" indent="0">
                  <a:lnSpc>
                    <a:spcPct val="110000"/>
                  </a:lnSpc>
                  <a:buNone/>
                </a:pPr>
                <a14:m>
                  <m:oMathPara xmlns:m="http://schemas.openxmlformats.org/officeDocument/2006/math">
                    <m:oMathParaPr>
                      <m:jc m:val="centerGroup"/>
                    </m:oMathParaPr>
                    <m:oMath xmlns:m="http://schemas.openxmlformats.org/officeDocument/2006/math">
                      <m:acc>
                        <m:accPr>
                          <m:chr m:val="̇"/>
                          <m:ctrlPr>
                            <a:rPr lang="zh-CN" altLang="zh-CN" i="1"/>
                          </m:ctrlPr>
                        </m:accPr>
                        <m:e>
                          <m:r>
                            <a:rPr lang="en-US" altLang="zh-CN" i="1"/>
                            <m:t>𝑉</m:t>
                          </m:r>
                        </m:e>
                      </m:acc>
                      <m:r>
                        <a:rPr lang="en-US" altLang="zh-CN" i="1"/>
                        <m:t>=2</m:t>
                      </m:r>
                      <m:r>
                        <a:rPr lang="en-US" altLang="zh-CN" i="1"/>
                        <m:t>𝑥</m:t>
                      </m:r>
                      <m:acc>
                        <m:accPr>
                          <m:chr m:val="̇"/>
                          <m:ctrlPr>
                            <a:rPr lang="zh-CN" altLang="zh-CN" i="1"/>
                          </m:ctrlPr>
                        </m:accPr>
                        <m:e>
                          <m:r>
                            <a:rPr lang="en-US" altLang="zh-CN" i="1"/>
                            <m:t>𝑥</m:t>
                          </m:r>
                        </m:e>
                      </m:acc>
                      <m:r>
                        <a:rPr lang="en-US" altLang="zh-CN" i="1"/>
                        <m:t>=2</m:t>
                      </m:r>
                      <m:r>
                        <a:rPr lang="en-US" altLang="zh-CN" i="1"/>
                        <m:t>𝑥</m:t>
                      </m:r>
                      <m:d>
                        <m:dPr>
                          <m:ctrlPr>
                            <a:rPr lang="en-US" altLang="zh-CN" i="1">
                              <a:latin typeface="Cambria Math" panose="02040503050406030204" pitchFamily="18" charset="0"/>
                            </a:rPr>
                          </m:ctrlPr>
                        </m:dPr>
                        <m:e>
                          <m:r>
                            <a:rPr lang="en-US" altLang="zh-CN" i="1"/>
                            <m:t>𝑎</m:t>
                          </m:r>
                          <m:sSup>
                            <m:sSupPr>
                              <m:ctrlPr>
                                <a:rPr lang="zh-CN" altLang="zh-CN" i="1"/>
                              </m:ctrlPr>
                            </m:sSupPr>
                            <m:e>
                              <m:r>
                                <a:rPr lang="en-US" altLang="zh-CN" i="1"/>
                                <m:t>𝑥</m:t>
                              </m:r>
                            </m:e>
                            <m:sup>
                              <m:r>
                                <a:rPr lang="en-US" altLang="zh-CN" i="1"/>
                                <m:t>𝑝</m:t>
                              </m:r>
                            </m:sup>
                          </m:sSup>
                          <m:r>
                            <a:rPr lang="en-US" altLang="zh-CN" i="1"/>
                            <m:t>+</m:t>
                          </m:r>
                          <m:r>
                            <a:rPr lang="en-US" altLang="zh-CN" i="1"/>
                            <m:t>𝑔</m:t>
                          </m:r>
                          <m:d>
                            <m:dPr>
                              <m:ctrlPr>
                                <a:rPr lang="en-US" altLang="zh-CN" i="1">
                                  <a:latin typeface="Cambria Math" panose="02040503050406030204" pitchFamily="18" charset="0"/>
                                </a:rPr>
                              </m:ctrlPr>
                            </m:dPr>
                            <m:e>
                              <m:r>
                                <a:rPr lang="en-US" altLang="zh-CN" i="1"/>
                                <m:t>𝑥</m:t>
                              </m:r>
                            </m:e>
                          </m:d>
                        </m:e>
                      </m:d>
                    </m:oMath>
                  </m:oMathPara>
                </a14:m>
                <a:endParaRPr lang="en-US" altLang="zh-CN" dirty="0"/>
              </a:p>
              <a:p>
                <a:pPr marL="118872" indent="0">
                  <a:lnSpc>
                    <a:spcPct val="110000"/>
                  </a:lnSpc>
                  <a:buNone/>
                </a:pPr>
                <a14:m>
                  <m:oMathPara xmlns:m="http://schemas.openxmlformats.org/officeDocument/2006/math">
                    <m:oMathParaPr>
                      <m:jc m:val="centerGroup"/>
                    </m:oMathParaPr>
                    <m:oMath xmlns:m="http://schemas.openxmlformats.org/officeDocument/2006/math">
                      <m:r>
                        <a:rPr lang="en-US" altLang="zh-CN" i="1"/>
                        <m:t>≤2</m:t>
                      </m:r>
                      <m:r>
                        <a:rPr lang="en-US" altLang="zh-CN" i="1"/>
                        <m:t>𝑎</m:t>
                      </m:r>
                      <m:sSup>
                        <m:sSupPr>
                          <m:ctrlPr>
                            <a:rPr lang="zh-CN" altLang="zh-CN" i="1"/>
                          </m:ctrlPr>
                        </m:sSupPr>
                        <m:e>
                          <m:d>
                            <m:dPr>
                              <m:begChr m:val="|"/>
                              <m:endChr m:val="|"/>
                              <m:ctrlPr>
                                <a:rPr lang="zh-CN" altLang="zh-CN" i="1"/>
                              </m:ctrlPr>
                            </m:dPr>
                            <m:e>
                              <m:r>
                                <a:rPr lang="en-US" altLang="zh-CN" i="1"/>
                                <m:t>𝑥</m:t>
                              </m:r>
                            </m:e>
                          </m:d>
                        </m:e>
                        <m:sup>
                          <m:r>
                            <a:rPr lang="en-US" altLang="zh-CN" i="1"/>
                            <m:t>𝑝</m:t>
                          </m:r>
                          <m:r>
                            <a:rPr lang="en-US" altLang="zh-CN" i="1"/>
                            <m:t>+1</m:t>
                          </m:r>
                        </m:sup>
                      </m:sSup>
                      <m:r>
                        <a:rPr lang="en-US" altLang="zh-CN" i="1"/>
                        <m:t>+</m:t>
                      </m:r>
                      <m:d>
                        <m:dPr>
                          <m:begChr m:val="|"/>
                          <m:endChr m:val="|"/>
                          <m:ctrlPr>
                            <a:rPr lang="zh-CN" altLang="zh-CN" i="1"/>
                          </m:ctrlPr>
                        </m:dPr>
                        <m:e>
                          <m:r>
                            <a:rPr lang="en-US" altLang="zh-CN" i="1"/>
                            <m:t>𝑥𝑔</m:t>
                          </m:r>
                          <m:d>
                            <m:dPr>
                              <m:ctrlPr>
                                <a:rPr lang="en-US" altLang="zh-CN" i="1">
                                  <a:latin typeface="Cambria Math" panose="02040503050406030204" pitchFamily="18" charset="0"/>
                                </a:rPr>
                              </m:ctrlPr>
                            </m:dPr>
                            <m:e>
                              <m:r>
                                <a:rPr lang="en-US" altLang="zh-CN" i="1"/>
                                <m:t>𝑥</m:t>
                              </m:r>
                            </m:e>
                          </m:d>
                        </m:e>
                      </m:d>
                      <m:r>
                        <a:rPr lang="en-US" altLang="zh-CN" b="0" i="1" smtClean="0">
                          <a:latin typeface="Cambria Math" panose="02040503050406030204" pitchFamily="18" charset="0"/>
                        </a:rPr>
                        <m:t>   </m:t>
                      </m:r>
                    </m:oMath>
                  </m:oMathPara>
                </a14:m>
                <a:endParaRPr lang="en-US" altLang="zh-CN" b="1" dirty="0"/>
              </a:p>
              <a:p>
                <a:pPr marL="118872" indent="0">
                  <a:lnSpc>
                    <a:spcPct val="160000"/>
                  </a:lnSpc>
                  <a:buNone/>
                </a:pPr>
                <a14:m>
                  <m:oMathPara xmlns:m="http://schemas.openxmlformats.org/officeDocument/2006/math">
                    <m:oMathParaPr>
                      <m:jc m:val="centerGroup"/>
                    </m:oMathParaPr>
                    <m:oMath xmlns:m="http://schemas.openxmlformats.org/officeDocument/2006/math">
                      <m:r>
                        <a:rPr lang="en-US" altLang="zh-CN" i="1"/>
                        <m:t>≤2</m:t>
                      </m:r>
                      <m:r>
                        <a:rPr lang="en-US" altLang="zh-CN" i="1"/>
                        <m:t>𝑎</m:t>
                      </m:r>
                      <m:sSup>
                        <m:sSupPr>
                          <m:ctrlPr>
                            <a:rPr lang="zh-CN" altLang="zh-CN" i="1"/>
                          </m:ctrlPr>
                        </m:sSupPr>
                        <m:e>
                          <m:d>
                            <m:dPr>
                              <m:begChr m:val="|"/>
                              <m:endChr m:val="|"/>
                              <m:ctrlPr>
                                <a:rPr lang="zh-CN" altLang="zh-CN" i="1"/>
                              </m:ctrlPr>
                            </m:dPr>
                            <m:e>
                              <m:r>
                                <a:rPr lang="en-US" altLang="zh-CN" i="1"/>
                                <m:t>𝑥</m:t>
                              </m:r>
                            </m:e>
                          </m:d>
                        </m:e>
                        <m:sup>
                          <m:r>
                            <a:rPr lang="en-US" altLang="zh-CN" i="1"/>
                            <m:t>𝑝</m:t>
                          </m:r>
                          <m:r>
                            <a:rPr lang="en-US" altLang="zh-CN" i="1"/>
                            <m:t>+1</m:t>
                          </m:r>
                        </m:sup>
                      </m:sSup>
                      <m:r>
                        <a:rPr lang="en-US" altLang="zh-CN" i="1"/>
                        <m:t>+</m:t>
                      </m:r>
                      <m:r>
                        <a:rPr lang="en-US" altLang="zh-CN" i="1"/>
                        <m:t>𝑘</m:t>
                      </m:r>
                      <m:sSup>
                        <m:sSupPr>
                          <m:ctrlPr>
                            <a:rPr lang="zh-CN" altLang="zh-CN" i="1"/>
                          </m:ctrlPr>
                        </m:sSupPr>
                        <m:e>
                          <m:d>
                            <m:dPr>
                              <m:begChr m:val="|"/>
                              <m:endChr m:val="|"/>
                              <m:ctrlPr>
                                <a:rPr lang="zh-CN" altLang="zh-CN" i="1"/>
                              </m:ctrlPr>
                            </m:dPr>
                            <m:e>
                              <m:r>
                                <a:rPr lang="en-US" altLang="zh-CN" i="1"/>
                                <m:t>𝑥</m:t>
                              </m:r>
                            </m:e>
                          </m:d>
                        </m:e>
                        <m:sup>
                          <m:r>
                            <a:rPr lang="en-US" altLang="zh-CN" i="1"/>
                            <m:t>𝑝</m:t>
                          </m:r>
                          <m:r>
                            <a:rPr lang="en-US" altLang="zh-CN" i="1"/>
                            <m:t>+2</m:t>
                          </m:r>
                        </m:sup>
                      </m:sSup>
                      <m:r>
                        <a:rPr lang="en-US" altLang="zh-CN" b="0" i="1" smtClean="0">
                          <a:latin typeface="Cambria Math" panose="02040503050406030204" pitchFamily="18" charset="0"/>
                        </a:rPr>
                        <m:t>   </m:t>
                      </m:r>
                    </m:oMath>
                  </m:oMathPara>
                </a14:m>
                <a:endParaRPr lang="en-US" altLang="zh-CN" b="1" dirty="0"/>
              </a:p>
              <a:p>
                <a:pPr marL="118872" indent="0">
                  <a:lnSpc>
                    <a:spcPct val="110000"/>
                  </a:lnSpc>
                  <a:buNone/>
                </a:pPr>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rPr>
                        <m:t> </m:t>
                      </m:r>
                      <m:r>
                        <a:rPr lang="en-US" altLang="zh-CN" i="1"/>
                        <m:t>≤−(−2</m:t>
                      </m:r>
                      <m:r>
                        <a:rPr lang="en-US" altLang="zh-CN" i="1"/>
                        <m:t>𝑎</m:t>
                      </m:r>
                      <m:r>
                        <a:rPr lang="en-US" altLang="zh-CN" i="1"/>
                        <m:t>−</m:t>
                      </m:r>
                      <m:r>
                        <a:rPr lang="en-US" altLang="zh-CN" i="1">
                          <a:latin typeface="Cambria Math" panose="02040503050406030204" pitchFamily="18" charset="0"/>
                        </a:rPr>
                        <m:t>𝑘</m:t>
                      </m:r>
                      <m:d>
                        <m:dPr>
                          <m:begChr m:val="|"/>
                          <m:endChr m:val="|"/>
                          <m:ctrlPr>
                            <a:rPr lang="zh-CN" altLang="zh-CN" i="1"/>
                          </m:ctrlPr>
                        </m:dPr>
                        <m:e>
                          <m:r>
                            <a:rPr lang="en-US" altLang="zh-CN" i="1"/>
                            <m:t>𝑥</m:t>
                          </m:r>
                        </m:e>
                      </m:d>
                      <m:r>
                        <a:rPr lang="en-US" altLang="zh-CN" i="1"/>
                        <m:t>)</m:t>
                      </m:r>
                      <m:sSup>
                        <m:sSupPr>
                          <m:ctrlPr>
                            <a:rPr lang="zh-CN" altLang="zh-CN" i="1"/>
                          </m:ctrlPr>
                        </m:sSupPr>
                        <m:e>
                          <m:d>
                            <m:dPr>
                              <m:begChr m:val="|"/>
                              <m:endChr m:val="|"/>
                              <m:ctrlPr>
                                <a:rPr lang="zh-CN" altLang="zh-CN" i="1"/>
                              </m:ctrlPr>
                            </m:dPr>
                            <m:e>
                              <m:r>
                                <a:rPr lang="en-US" altLang="zh-CN" i="1"/>
                                <m:t>𝑥</m:t>
                              </m:r>
                            </m:e>
                          </m:d>
                        </m:e>
                        <m:sup>
                          <m:r>
                            <a:rPr lang="en-US" altLang="zh-CN" i="1"/>
                            <m:t>𝑝</m:t>
                          </m:r>
                          <m:r>
                            <a:rPr lang="en-US" altLang="zh-CN" i="1"/>
                            <m:t>+1</m:t>
                          </m:r>
                        </m:sup>
                      </m:sSup>
                    </m:oMath>
                  </m:oMathPara>
                </a14:m>
                <a:endParaRPr lang="en-US" altLang="zh-CN" b="1" dirty="0"/>
              </a:p>
              <a:p>
                <a:pPr>
                  <a:lnSpc>
                    <a:spcPct val="160000"/>
                  </a:lnSpc>
                </a:pPr>
                <a:r>
                  <a:rPr lang="zh-CN" altLang="en-US" b="1" dirty="0"/>
                  <a:t>在根据</a:t>
                </a:r>
                <a14:m>
                  <m:oMath xmlns:m="http://schemas.openxmlformats.org/officeDocument/2006/math">
                    <m:r>
                      <a:rPr lang="en-US" altLang="zh-CN" i="1">
                        <a:latin typeface="Cambria Math" panose="02040503050406030204" pitchFamily="18" charset="0"/>
                      </a:rPr>
                      <m:t>𝑎</m:t>
                    </m:r>
                  </m:oMath>
                </a14:m>
                <a:r>
                  <a:rPr lang="zh-CN" altLang="en-US" b="1" dirty="0"/>
                  <a:t>、</a:t>
                </a:r>
                <a14:m>
                  <m:oMath xmlns:m="http://schemas.openxmlformats.org/officeDocument/2006/math">
                    <m:r>
                      <a:rPr lang="en-US" altLang="zh-CN" i="1">
                        <a:latin typeface="Cambria Math" panose="02040503050406030204" pitchFamily="18" charset="0"/>
                      </a:rPr>
                      <m:t>𝑘</m:t>
                    </m:r>
                  </m:oMath>
                </a14:m>
                <a:r>
                  <a:rPr lang="zh-CN" altLang="en-US" b="1" dirty="0"/>
                  <a:t>选取的平衡点 </a:t>
                </a:r>
                <a14:m>
                  <m:oMath xmlns:m="http://schemas.openxmlformats.org/officeDocument/2006/math">
                    <m:r>
                      <a:rPr lang="en-US" altLang="zh-CN" b="1" i="1">
                        <a:latin typeface="Cambria Math" panose="02040503050406030204" pitchFamily="18" charset="0"/>
                      </a:rPr>
                      <m:t>𝒙</m:t>
                    </m:r>
                    <m:r>
                      <a:rPr lang="en-US" altLang="zh-CN" b="1" i="1">
                        <a:latin typeface="Cambria Math" panose="02040503050406030204" pitchFamily="18" charset="0"/>
                      </a:rPr>
                      <m:t>=</m:t>
                    </m:r>
                    <m:r>
                      <a:rPr lang="en-US" altLang="zh-CN" b="1" i="1">
                        <a:latin typeface="Cambria Math" panose="02040503050406030204" pitchFamily="18" charset="0"/>
                      </a:rPr>
                      <m:t>𝟎</m:t>
                    </m:r>
                  </m:oMath>
                </a14:m>
                <a:r>
                  <a:rPr lang="zh-CN" altLang="en-US" b="1" dirty="0"/>
                  <a:t>的某邻域内，必有</a:t>
                </a:r>
                <a:endParaRPr lang="en-US" altLang="zh-CN" b="1" dirty="0"/>
              </a:p>
              <a:p>
                <a:pPr marL="118872" indent="0">
                  <a:lnSpc>
                    <a:spcPct val="110000"/>
                  </a:lnSpc>
                  <a:buNone/>
                </a:pPr>
                <a14:m>
                  <m:oMathPara xmlns:m="http://schemas.openxmlformats.org/officeDocument/2006/math">
                    <m:oMathParaPr>
                      <m:jc m:val="centerGroup"/>
                    </m:oMathParaPr>
                    <m:oMath xmlns:m="http://schemas.openxmlformats.org/officeDocument/2006/math">
                      <m:d>
                        <m:dPr>
                          <m:begChr m:val="|"/>
                          <m:endChr m:val="|"/>
                          <m:ctrlPr>
                            <a:rPr lang="zh-CN" altLang="zh-CN" i="1">
                              <a:latin typeface="Cambria Math" panose="02040503050406030204" pitchFamily="18" charset="0"/>
                            </a:rPr>
                          </m:ctrlPr>
                        </m:dPr>
                        <m:e>
                          <m:r>
                            <a:rPr lang="en-US" altLang="zh-CN" i="1">
                              <a:latin typeface="Cambria Math" panose="02040503050406030204" pitchFamily="18" charset="0"/>
                            </a:rPr>
                            <m:t>𝑥</m:t>
                          </m:r>
                        </m:e>
                      </m:d>
                      <m:r>
                        <a:rPr lang="en-US" altLang="zh-CN" b="0" i="1" smtClean="0">
                          <a:latin typeface="Cambria Math" panose="02040503050406030204" pitchFamily="18" charset="0"/>
                        </a:rPr>
                        <m:t>&lt;</m:t>
                      </m:r>
                      <m:r>
                        <a:rPr lang="en-US" altLang="zh-CN" i="1">
                          <a:latin typeface="Cambria Math" panose="02040503050406030204" pitchFamily="18" charset="0"/>
                        </a:rPr>
                        <m:t>−</m:t>
                      </m:r>
                      <m:f>
                        <m:fPr>
                          <m:type m:val="lin"/>
                          <m:ctrlPr>
                            <a:rPr lang="en-US" altLang="zh-CN" i="1" smtClean="0">
                              <a:latin typeface="Cambria Math" panose="02040503050406030204" pitchFamily="18" charset="0"/>
                            </a:rPr>
                          </m:ctrlPr>
                        </m:fPr>
                        <m:num>
                          <m:r>
                            <a:rPr lang="en-US" altLang="zh-CN" i="1">
                              <a:latin typeface="Cambria Math" panose="02040503050406030204" pitchFamily="18" charset="0"/>
                            </a:rPr>
                            <m:t>2</m:t>
                          </m:r>
                          <m:r>
                            <a:rPr lang="en-US" altLang="zh-CN" i="1">
                              <a:latin typeface="Cambria Math" panose="02040503050406030204" pitchFamily="18" charset="0"/>
                            </a:rPr>
                            <m:t>𝑎</m:t>
                          </m:r>
                        </m:num>
                        <m:den>
                          <m:r>
                            <a:rPr lang="en-US" altLang="zh-CN" b="0" i="1" smtClean="0">
                              <a:latin typeface="Cambria Math" panose="02040503050406030204" pitchFamily="18" charset="0"/>
                            </a:rPr>
                            <m:t>𝑘</m:t>
                          </m:r>
                        </m:den>
                      </m:f>
                    </m:oMath>
                  </m:oMathPara>
                </a14:m>
                <a:endParaRPr lang="en-US" altLang="zh-CN" b="1" dirty="0"/>
              </a:p>
            </p:txBody>
          </p:sp>
        </mc:Choice>
        <mc:Fallback>
          <p:sp>
            <p:nvSpPr>
              <p:cNvPr id="3" name="内容占位符 2">
                <a:extLst>
                  <a:ext uri="{FF2B5EF4-FFF2-40B4-BE49-F238E27FC236}">
                    <a16:creationId xmlns:a16="http://schemas.microsoft.com/office/drawing/2014/main" id="{29945217-40B3-B51D-7BC8-F582BF39AAD1}"/>
                  </a:ext>
                </a:extLst>
              </p:cNvPr>
              <p:cNvSpPr>
                <a:spLocks noGrp="1" noRot="1" noChangeAspect="1" noMove="1" noResize="1" noEditPoints="1" noAdjustHandles="1" noChangeArrowheads="1" noChangeShapeType="1" noTextEdit="1"/>
              </p:cNvSpPr>
              <p:nvPr>
                <p:ph idx="1"/>
              </p:nvPr>
            </p:nvSpPr>
            <p:spPr>
              <a:xfrm>
                <a:off x="457200" y="1196752"/>
                <a:ext cx="8229600" cy="5505800"/>
              </a:xfrm>
              <a:blipFill>
                <a:blip r:embed="rId3"/>
                <a:stretch>
                  <a:fillRect/>
                </a:stretch>
              </a:blipFill>
            </p:spPr>
            <p:txBody>
              <a:bodyPr/>
              <a:lstStyle/>
              <a:p>
                <a:r>
                  <a:rPr lang="zh-CN" altLang="en-US">
                    <a:noFill/>
                  </a:rPr>
                  <a:t> </a:t>
                </a:r>
              </a:p>
            </p:txBody>
          </p:sp>
        </mc:Fallback>
      </mc:AlternateContent>
      <p:sp>
        <p:nvSpPr>
          <p:cNvPr id="4" name="灯片编号占位符 3">
            <a:extLst>
              <a:ext uri="{FF2B5EF4-FFF2-40B4-BE49-F238E27FC236}">
                <a16:creationId xmlns:a16="http://schemas.microsoft.com/office/drawing/2014/main" id="{969F63D5-F49B-B010-E467-660BA14EB750}"/>
              </a:ext>
            </a:extLst>
          </p:cNvPr>
          <p:cNvSpPr>
            <a:spLocks noGrp="1"/>
          </p:cNvSpPr>
          <p:nvPr>
            <p:ph type="sldNum" sz="quarter" idx="12"/>
          </p:nvPr>
        </p:nvSpPr>
        <p:spPr/>
        <p:txBody>
          <a:bodyPr/>
          <a:lstStyle/>
          <a:p>
            <a:fld id="{58C210BB-F110-452C-89E7-9EA0A8D47DCE}" type="slidenum">
              <a:rPr lang="zh-CN" altLang="en-US" smtClean="0"/>
              <a:pPr/>
              <a:t>77</a:t>
            </a:fld>
            <a:endParaRPr lang="zh-CN" altLang="en-US"/>
          </a:p>
        </p:txBody>
      </p:sp>
    </p:spTree>
    <p:extLst>
      <p:ext uri="{BB962C8B-B14F-4D97-AF65-F5344CB8AC3E}">
        <p14:creationId xmlns:p14="http://schemas.microsoft.com/office/powerpoint/2010/main" val="29961011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5" end="5"/>
                                            </p:txEl>
                                          </p:spTgt>
                                        </p:tgtEl>
                                        <p:attrNameLst>
                                          <p:attrName>style.visibility</p:attrName>
                                        </p:attrNameLst>
                                      </p:cBhvr>
                                      <p:to>
                                        <p:strVal val="visible"/>
                                      </p:to>
                                    </p:set>
                                    <p:animEffect transition="in" filter="fade">
                                      <p:cBhvr>
                                        <p:cTn id="7" dur="1000"/>
                                        <p:tgtEl>
                                          <p:spTgt spid="3">
                                            <p:txEl>
                                              <p:pRg st="5" end="5"/>
                                            </p:txEl>
                                          </p:spTgt>
                                        </p:tgtEl>
                                      </p:cBhvr>
                                    </p:animEffect>
                                    <p:anim calcmode="lin" valueType="num">
                                      <p:cBhvr>
                                        <p:cTn id="8"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3">
                                            <p:txEl>
                                              <p:pRg st="6" end="6"/>
                                            </p:txEl>
                                          </p:spTgt>
                                        </p:tgtEl>
                                        <p:attrNameLst>
                                          <p:attrName>style.visibility</p:attrName>
                                        </p:attrNameLst>
                                      </p:cBhvr>
                                      <p:to>
                                        <p:strVal val="visible"/>
                                      </p:to>
                                    </p:set>
                                    <p:animEffect transition="in" filter="fade">
                                      <p:cBhvr>
                                        <p:cTn id="14" dur="1000"/>
                                        <p:tgtEl>
                                          <p:spTgt spid="3">
                                            <p:txEl>
                                              <p:pRg st="6" end="6"/>
                                            </p:txEl>
                                          </p:spTgt>
                                        </p:tgtEl>
                                      </p:cBhvr>
                                    </p:animEffect>
                                    <p:anim calcmode="lin" valueType="num">
                                      <p:cBhvr>
                                        <p:cTn id="15" dur="10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3">
                                            <p:txEl>
                                              <p:pRg st="7" end="7"/>
                                            </p:txEl>
                                          </p:spTgt>
                                        </p:tgtEl>
                                        <p:attrNameLst>
                                          <p:attrName>style.visibility</p:attrName>
                                        </p:attrNameLst>
                                      </p:cBhvr>
                                      <p:to>
                                        <p:strVal val="visible"/>
                                      </p:to>
                                    </p:set>
                                    <p:animEffect transition="in" filter="fade">
                                      <p:cBhvr>
                                        <p:cTn id="21" dur="1000"/>
                                        <p:tgtEl>
                                          <p:spTgt spid="3">
                                            <p:txEl>
                                              <p:pRg st="7" end="7"/>
                                            </p:txEl>
                                          </p:spTgt>
                                        </p:tgtEl>
                                      </p:cBhvr>
                                    </p:animEffect>
                                    <p:anim calcmode="lin" valueType="num">
                                      <p:cBhvr>
                                        <p:cTn id="22" dur="1000" fill="hold"/>
                                        <p:tgtEl>
                                          <p:spTgt spid="3">
                                            <p:txEl>
                                              <p:pRg st="7" end="7"/>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7" end="7"/>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3">
                                            <p:txEl>
                                              <p:pRg st="8" end="8"/>
                                            </p:txEl>
                                          </p:spTgt>
                                        </p:tgtEl>
                                        <p:attrNameLst>
                                          <p:attrName>style.visibility</p:attrName>
                                        </p:attrNameLst>
                                      </p:cBhvr>
                                      <p:to>
                                        <p:strVal val="visible"/>
                                      </p:to>
                                    </p:set>
                                    <p:animEffect transition="in" filter="fade">
                                      <p:cBhvr>
                                        <p:cTn id="28" dur="1000"/>
                                        <p:tgtEl>
                                          <p:spTgt spid="3">
                                            <p:txEl>
                                              <p:pRg st="8" end="8"/>
                                            </p:txEl>
                                          </p:spTgt>
                                        </p:tgtEl>
                                      </p:cBhvr>
                                    </p:animEffect>
                                    <p:anim calcmode="lin" valueType="num">
                                      <p:cBhvr>
                                        <p:cTn id="29" dur="1000" fill="hold"/>
                                        <p:tgtEl>
                                          <p:spTgt spid="3">
                                            <p:txEl>
                                              <p:pRg st="8" end="8"/>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8" end="8"/>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nodeType="clickEffect">
                                  <p:stCondLst>
                                    <p:cond delay="0"/>
                                  </p:stCondLst>
                                  <p:childTnLst>
                                    <p:set>
                                      <p:cBhvr>
                                        <p:cTn id="34" dur="1" fill="hold">
                                          <p:stCondLst>
                                            <p:cond delay="0"/>
                                          </p:stCondLst>
                                        </p:cTn>
                                        <p:tgtEl>
                                          <p:spTgt spid="3">
                                            <p:txEl>
                                              <p:pRg st="9" end="9"/>
                                            </p:txEl>
                                          </p:spTgt>
                                        </p:tgtEl>
                                        <p:attrNameLst>
                                          <p:attrName>style.visibility</p:attrName>
                                        </p:attrNameLst>
                                      </p:cBhvr>
                                      <p:to>
                                        <p:strVal val="visible"/>
                                      </p:to>
                                    </p:set>
                                    <p:animEffect transition="in" filter="fade">
                                      <p:cBhvr>
                                        <p:cTn id="35" dur="1000"/>
                                        <p:tgtEl>
                                          <p:spTgt spid="3">
                                            <p:txEl>
                                              <p:pRg st="9" end="9"/>
                                            </p:txEl>
                                          </p:spTgt>
                                        </p:tgtEl>
                                      </p:cBhvr>
                                    </p:animEffect>
                                    <p:anim calcmode="lin" valueType="num">
                                      <p:cBhvr>
                                        <p:cTn id="36" dur="1000" fill="hold"/>
                                        <p:tgtEl>
                                          <p:spTgt spid="3">
                                            <p:txEl>
                                              <p:pRg st="9" end="9"/>
                                            </p:txEl>
                                          </p:spTgt>
                                        </p:tgtEl>
                                        <p:attrNameLst>
                                          <p:attrName>ppt_x</p:attrName>
                                        </p:attrNameLst>
                                      </p:cBhvr>
                                      <p:tavLst>
                                        <p:tav tm="0">
                                          <p:val>
                                            <p:strVal val="#ppt_x"/>
                                          </p:val>
                                        </p:tav>
                                        <p:tav tm="100000">
                                          <p:val>
                                            <p:strVal val="#ppt_x"/>
                                          </p:val>
                                        </p:tav>
                                      </p:tavLst>
                                    </p:anim>
                                    <p:anim calcmode="lin" valueType="num">
                                      <p:cBhvr>
                                        <p:cTn id="37" dur="1000" fill="hold"/>
                                        <p:tgtEl>
                                          <p:spTgt spid="3">
                                            <p:txEl>
                                              <p:pRg st="9" end="9"/>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A1DC9A-2605-7564-8B0A-BEAC973E87C2}"/>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8155871E-164D-6806-AD55-3C91E9EE3DCF}"/>
              </a:ext>
            </a:extLst>
          </p:cNvPr>
          <p:cNvSpPr>
            <a:spLocks noGrp="1"/>
          </p:cNvSpPr>
          <p:nvPr>
            <p:ph type="title"/>
          </p:nvPr>
        </p:nvSpPr>
        <p:spPr/>
        <p:txBody>
          <a:bodyPr>
            <a:normAutofit fontScale="90000"/>
          </a:bodyPr>
          <a:lstStyle/>
          <a:p>
            <a:r>
              <a:rPr lang="zh-CN" altLang="en-US" dirty="0"/>
              <a:t>第</a:t>
            </a:r>
            <a:r>
              <a:rPr lang="en-US" altLang="zh-CN" dirty="0"/>
              <a:t>3</a:t>
            </a:r>
            <a:r>
              <a:rPr lang="zh-CN" altLang="en-US" dirty="0"/>
              <a:t>讲第</a:t>
            </a:r>
            <a:r>
              <a:rPr lang="en-US" altLang="zh-CN" dirty="0"/>
              <a:t>5</a:t>
            </a:r>
            <a:r>
              <a:rPr lang="zh-CN" altLang="en-US" dirty="0"/>
              <a:t>题</a:t>
            </a:r>
          </a:p>
        </p:txBody>
      </p:sp>
      <mc:AlternateContent xmlns:mc="http://schemas.openxmlformats.org/markup-compatibility/2006">
        <mc:Choice xmlns:a14="http://schemas.microsoft.com/office/drawing/2010/main" Requires="a14">
          <p:sp>
            <p:nvSpPr>
              <p:cNvPr id="3" name="内容占位符 2">
                <a:extLst>
                  <a:ext uri="{FF2B5EF4-FFF2-40B4-BE49-F238E27FC236}">
                    <a16:creationId xmlns:a16="http://schemas.microsoft.com/office/drawing/2014/main" id="{5B6DCF9B-BE8F-279A-F927-35CACFDF895F}"/>
                  </a:ext>
                </a:extLst>
              </p:cNvPr>
              <p:cNvSpPr>
                <a:spLocks noGrp="1"/>
              </p:cNvSpPr>
              <p:nvPr>
                <p:ph idx="1"/>
              </p:nvPr>
            </p:nvSpPr>
            <p:spPr>
              <a:xfrm>
                <a:off x="457200" y="1196752"/>
                <a:ext cx="8229600" cy="5505800"/>
              </a:xfrm>
            </p:spPr>
            <p:txBody>
              <a:bodyPr>
                <a:normAutofit/>
              </a:bodyPr>
              <a:lstStyle/>
              <a:p>
                <a:pPr>
                  <a:lnSpc>
                    <a:spcPct val="150000"/>
                  </a:lnSpc>
                </a:pPr>
                <a:r>
                  <a:rPr lang="en-US" altLang="zh-CN" dirty="0" err="1">
                    <a:solidFill>
                      <a:srgbClr val="FFFF00"/>
                    </a:solidFill>
                  </a:rPr>
                  <a:t>Barbalat</a:t>
                </a:r>
                <a:r>
                  <a:rPr lang="zh-CN" altLang="zh-CN" dirty="0">
                    <a:solidFill>
                      <a:srgbClr val="FFFF00"/>
                    </a:solidFill>
                  </a:rPr>
                  <a:t>引理</a:t>
                </a:r>
                <a:r>
                  <a:rPr lang="zh-CN" altLang="en-US" dirty="0">
                    <a:solidFill>
                      <a:srgbClr val="FFFF00"/>
                    </a:solidFill>
                  </a:rPr>
                  <a:t>的应用</a:t>
                </a:r>
                <a:r>
                  <a:rPr lang="zh-CN" altLang="en-US" dirty="0"/>
                  <a:t>：考察系统</a:t>
                </a:r>
                <a:endParaRPr lang="en-US" altLang="zh-CN" dirty="0"/>
              </a:p>
              <a:p>
                <a:pPr marL="118872" indent="0">
                  <a:lnSpc>
                    <a:spcPct val="150000"/>
                  </a:lnSpc>
                  <a:buNone/>
                </a:pPr>
                <a14:m>
                  <m:oMathPara xmlns:m="http://schemas.openxmlformats.org/officeDocument/2006/math">
                    <m:oMathParaPr>
                      <m:jc m:val="centerGroup"/>
                    </m:oMathParaPr>
                    <m:oMath xmlns:m="http://schemas.openxmlformats.org/officeDocument/2006/math">
                      <m:sSub>
                        <m:sSubPr>
                          <m:ctrlPr>
                            <a:rPr lang="zh-CN" altLang="zh-CN" i="1"/>
                          </m:ctrlPr>
                        </m:sSubPr>
                        <m:e>
                          <m:acc>
                            <m:accPr>
                              <m:chr m:val="̇"/>
                              <m:ctrlPr>
                                <a:rPr lang="zh-CN" altLang="zh-CN" i="1"/>
                              </m:ctrlPr>
                            </m:accPr>
                            <m:e>
                              <m:r>
                                <a:rPr lang="en-US" altLang="zh-CN" i="1"/>
                                <m:t>𝑥</m:t>
                              </m:r>
                            </m:e>
                          </m:acc>
                        </m:e>
                        <m:sub>
                          <m:r>
                            <a:rPr lang="en-US" altLang="zh-CN" i="1"/>
                            <m:t>1</m:t>
                          </m:r>
                        </m:sub>
                      </m:sSub>
                      <m:r>
                        <a:rPr lang="en-US" altLang="zh-CN" i="1"/>
                        <m:t>=</m:t>
                      </m:r>
                      <m:sSub>
                        <m:sSubPr>
                          <m:ctrlPr>
                            <a:rPr lang="zh-CN" altLang="zh-CN" i="1"/>
                          </m:ctrlPr>
                        </m:sSubPr>
                        <m:e>
                          <m:r>
                            <a:rPr lang="en-US" altLang="zh-CN" i="1"/>
                            <m:t>𝑥</m:t>
                          </m:r>
                        </m:e>
                        <m:sub>
                          <m:r>
                            <a:rPr lang="en-US" altLang="zh-CN" i="1"/>
                            <m:t>2</m:t>
                          </m:r>
                        </m:sub>
                      </m:sSub>
                      <m:r>
                        <a:rPr lang="en-US" altLang="zh-CN" i="1"/>
                        <m:t>,     </m:t>
                      </m:r>
                      <m:sSub>
                        <m:sSubPr>
                          <m:ctrlPr>
                            <a:rPr lang="zh-CN" altLang="zh-CN" i="1"/>
                          </m:ctrlPr>
                        </m:sSubPr>
                        <m:e>
                          <m:acc>
                            <m:accPr>
                              <m:chr m:val="̇"/>
                              <m:ctrlPr>
                                <a:rPr lang="zh-CN" altLang="zh-CN" i="1"/>
                              </m:ctrlPr>
                            </m:accPr>
                            <m:e>
                              <m:r>
                                <a:rPr lang="en-US" altLang="zh-CN" i="1"/>
                                <m:t>𝑥</m:t>
                              </m:r>
                            </m:e>
                          </m:acc>
                        </m:e>
                        <m:sub>
                          <m:r>
                            <a:rPr lang="en-US" altLang="zh-CN" i="1"/>
                            <m:t>2</m:t>
                          </m:r>
                        </m:sub>
                      </m:sSub>
                      <m:r>
                        <a:rPr lang="en-US" altLang="zh-CN" i="1"/>
                        <m:t>=−</m:t>
                      </m:r>
                      <m:sSubSup>
                        <m:sSubSupPr>
                          <m:ctrlPr>
                            <a:rPr lang="zh-CN" altLang="zh-CN" i="1"/>
                          </m:ctrlPr>
                        </m:sSubSupPr>
                        <m:e>
                          <m:r>
                            <a:rPr lang="en-US" altLang="zh-CN" i="1"/>
                            <m:t>𝑥</m:t>
                          </m:r>
                        </m:e>
                        <m:sub>
                          <m:r>
                            <a:rPr lang="en-US" altLang="zh-CN" i="1"/>
                            <m:t>1</m:t>
                          </m:r>
                        </m:sub>
                        <m:sup>
                          <m:r>
                            <a:rPr lang="en-US" altLang="zh-CN" i="1"/>
                            <m:t>3</m:t>
                          </m:r>
                        </m:sup>
                      </m:sSubSup>
                      <m:r>
                        <a:rPr lang="en-US" altLang="zh-CN" i="1"/>
                        <m:t>−</m:t>
                      </m:r>
                      <m:sSubSup>
                        <m:sSubSupPr>
                          <m:ctrlPr>
                            <a:rPr lang="zh-CN" altLang="zh-CN" i="1"/>
                          </m:ctrlPr>
                        </m:sSubSupPr>
                        <m:e>
                          <m:r>
                            <a:rPr lang="en-US" altLang="zh-CN" i="1"/>
                            <m:t>𝑥</m:t>
                          </m:r>
                        </m:e>
                        <m:sub>
                          <m:r>
                            <a:rPr lang="en-US" altLang="zh-CN" i="1"/>
                            <m:t>2</m:t>
                          </m:r>
                        </m:sub>
                        <m:sup>
                          <m:r>
                            <a:rPr lang="en-US" altLang="zh-CN" i="1"/>
                            <m:t>3</m:t>
                          </m:r>
                        </m:sup>
                      </m:sSubSup>
                    </m:oMath>
                  </m:oMathPara>
                </a14:m>
                <a:endParaRPr lang="en-US" altLang="zh-CN" b="1" dirty="0"/>
              </a:p>
              <a:p>
                <a:pPr marL="118872" indent="0">
                  <a:lnSpc>
                    <a:spcPct val="150000"/>
                  </a:lnSpc>
                  <a:buNone/>
                </a:pPr>
                <a:r>
                  <a:rPr lang="zh-CN" altLang="en-US" b="1" dirty="0"/>
                  <a:t>关于平衡点（原点）的</a:t>
                </a:r>
                <a:r>
                  <a:rPr lang="zh-CN" altLang="zh-CN" dirty="0"/>
                  <a:t>全局</a:t>
                </a:r>
                <a:r>
                  <a:rPr lang="zh-CN" altLang="en-US" b="1" dirty="0"/>
                  <a:t>渐进稳定性。</a:t>
                </a:r>
                <a:endParaRPr lang="en-US" altLang="zh-CN" b="1" dirty="0"/>
              </a:p>
              <a:p>
                <a:pPr>
                  <a:lnSpc>
                    <a:spcPct val="150000"/>
                  </a:lnSpc>
                </a:pPr>
                <a:r>
                  <a:rPr lang="zh-CN" altLang="en-US" b="1" dirty="0"/>
                  <a:t>一个备选</a:t>
                </a:r>
                <a:r>
                  <a:rPr lang="en-US" altLang="zh-CN" b="1" dirty="0"/>
                  <a:t>Lyapunov</a:t>
                </a:r>
                <a:r>
                  <a:rPr lang="zh-CN" altLang="en-US" b="1" dirty="0"/>
                  <a:t>函数为</a:t>
                </a:r>
                <a:endParaRPr lang="en-US" altLang="zh-CN" b="1" dirty="0"/>
              </a:p>
              <a:p>
                <a:pPr marL="118872" indent="0">
                  <a:buNone/>
                </a:pPr>
                <a14:m>
                  <m:oMathPara xmlns:m="http://schemas.openxmlformats.org/officeDocument/2006/math">
                    <m:oMathParaPr>
                      <m:jc m:val="centerGroup"/>
                    </m:oMathParaPr>
                    <m:oMath xmlns:m="http://schemas.openxmlformats.org/officeDocument/2006/math">
                      <m:r>
                        <a:rPr lang="en-US" altLang="zh-CN" i="1"/>
                        <m:t>𝑉</m:t>
                      </m:r>
                      <m:r>
                        <a:rPr lang="en-US" altLang="zh-CN" i="1"/>
                        <m:t>(</m:t>
                      </m:r>
                      <m:r>
                        <a:rPr lang="en-US" altLang="zh-CN" b="1" i="1"/>
                        <m:t>𝒙</m:t>
                      </m:r>
                      <m:r>
                        <a:rPr lang="en-US" altLang="zh-CN" i="1"/>
                        <m:t>)=</m:t>
                      </m:r>
                      <m:f>
                        <m:fPr>
                          <m:ctrlPr>
                            <a:rPr lang="zh-CN" altLang="zh-CN" i="1"/>
                          </m:ctrlPr>
                        </m:fPr>
                        <m:num>
                          <m:r>
                            <a:rPr lang="en-US" altLang="zh-CN" i="1"/>
                            <m:t>1</m:t>
                          </m:r>
                        </m:num>
                        <m:den>
                          <m:r>
                            <a:rPr lang="en-US" altLang="zh-CN" i="1"/>
                            <m:t>4</m:t>
                          </m:r>
                        </m:den>
                      </m:f>
                      <m:r>
                        <a:rPr lang="en-US" altLang="zh-CN" i="1"/>
                        <m:t>(</m:t>
                      </m:r>
                      <m:sSubSup>
                        <m:sSubSupPr>
                          <m:ctrlPr>
                            <a:rPr lang="zh-CN" altLang="zh-CN" i="1"/>
                          </m:ctrlPr>
                        </m:sSubSupPr>
                        <m:e>
                          <m:r>
                            <a:rPr lang="en-US" altLang="zh-CN" i="1"/>
                            <m:t>𝑥</m:t>
                          </m:r>
                        </m:e>
                        <m:sub>
                          <m:r>
                            <a:rPr lang="en-US" altLang="zh-CN" i="1"/>
                            <m:t>1</m:t>
                          </m:r>
                        </m:sub>
                        <m:sup>
                          <m:r>
                            <a:rPr lang="en-US" altLang="zh-CN" i="1"/>
                            <m:t>4</m:t>
                          </m:r>
                        </m:sup>
                      </m:sSubSup>
                      <m:r>
                        <a:rPr lang="en-US" altLang="zh-CN" i="1"/>
                        <m:t>+</m:t>
                      </m:r>
                      <m:sSubSup>
                        <m:sSubSupPr>
                          <m:ctrlPr>
                            <a:rPr lang="zh-CN" altLang="zh-CN" i="1"/>
                          </m:ctrlPr>
                        </m:sSubSupPr>
                        <m:e>
                          <m:r>
                            <a:rPr lang="en-US" altLang="zh-CN" i="1"/>
                            <m:t>𝑥</m:t>
                          </m:r>
                        </m:e>
                        <m:sub>
                          <m:r>
                            <a:rPr lang="en-US" altLang="zh-CN" i="1"/>
                            <m:t>2</m:t>
                          </m:r>
                        </m:sub>
                        <m:sup>
                          <m:r>
                            <a:rPr lang="en-US" altLang="zh-CN" i="1"/>
                            <m:t>2</m:t>
                          </m:r>
                        </m:sup>
                      </m:sSubSup>
                      <m:r>
                        <a:rPr lang="en-US" altLang="zh-CN" i="1"/>
                        <m:t>)</m:t>
                      </m:r>
                    </m:oMath>
                  </m:oMathPara>
                </a14:m>
                <a:endParaRPr lang="en-US" altLang="zh-CN" b="1" dirty="0"/>
              </a:p>
              <a:p>
                <a:pPr>
                  <a:lnSpc>
                    <a:spcPct val="150000"/>
                  </a:lnSpc>
                </a:pPr>
                <a:r>
                  <a:rPr lang="zh-CN" altLang="en-US" b="1" dirty="0"/>
                  <a:t>可求得：</a:t>
                </a:r>
                <a14:m>
                  <m:oMath xmlns:m="http://schemas.openxmlformats.org/officeDocument/2006/math">
                    <m:acc>
                      <m:accPr>
                        <m:chr m:val="̇"/>
                        <m:ctrlPr>
                          <a:rPr lang="zh-CN" altLang="zh-CN" i="1"/>
                        </m:ctrlPr>
                      </m:accPr>
                      <m:e>
                        <m:r>
                          <a:rPr lang="en-US" altLang="zh-CN" i="1"/>
                          <m:t>𝑉</m:t>
                        </m:r>
                      </m:e>
                    </m:acc>
                    <m:r>
                      <a:rPr lang="en-US" altLang="zh-CN" i="1"/>
                      <m:t>(</m:t>
                    </m:r>
                    <m:r>
                      <a:rPr lang="en-US" altLang="zh-CN" b="1" i="1"/>
                      <m:t>𝒙</m:t>
                    </m:r>
                    <m:r>
                      <a:rPr lang="en-US" altLang="zh-CN" i="1"/>
                      <m:t>)=−</m:t>
                    </m:r>
                    <m:sSubSup>
                      <m:sSubSupPr>
                        <m:ctrlPr>
                          <a:rPr lang="zh-CN" altLang="zh-CN" i="1"/>
                        </m:ctrlPr>
                      </m:sSubSupPr>
                      <m:e>
                        <m:r>
                          <a:rPr lang="en-US" altLang="zh-CN" i="1"/>
                          <m:t>𝑥</m:t>
                        </m:r>
                      </m:e>
                      <m:sub>
                        <m:r>
                          <a:rPr lang="en-US" altLang="zh-CN" i="1"/>
                          <m:t>2</m:t>
                        </m:r>
                      </m:sub>
                      <m:sup>
                        <m:r>
                          <a:rPr lang="en-US" altLang="zh-CN" i="1"/>
                          <m:t>4</m:t>
                        </m:r>
                      </m:sup>
                    </m:sSubSup>
                    <m:r>
                      <a:rPr lang="en-US" altLang="zh-CN" i="1"/>
                      <m:t>≤0</m:t>
                    </m:r>
                  </m:oMath>
                </a14:m>
                <a:endParaRPr lang="en-US" altLang="zh-CN" b="1" dirty="0"/>
              </a:p>
              <a:p>
                <a:pPr>
                  <a:lnSpc>
                    <a:spcPct val="150000"/>
                  </a:lnSpc>
                </a:pPr>
                <a:r>
                  <a:rPr lang="zh-CN" altLang="en-US" b="1" dirty="0"/>
                  <a:t>渐进稳定性需要：</a:t>
                </a:r>
                <a:r>
                  <a:rPr lang="en-US" altLang="zh-CN" b="1" dirty="0" err="1">
                    <a:solidFill>
                      <a:srgbClr val="FFFF00"/>
                    </a:solidFill>
                  </a:rPr>
                  <a:t>Barbalat</a:t>
                </a:r>
                <a:r>
                  <a:rPr lang="zh-CN" altLang="zh-CN" b="1" dirty="0">
                    <a:solidFill>
                      <a:srgbClr val="FFFF00"/>
                    </a:solidFill>
                  </a:rPr>
                  <a:t>引理</a:t>
                </a:r>
                <a:endParaRPr lang="en-US" altLang="zh-CN" b="1" dirty="0">
                  <a:solidFill>
                    <a:srgbClr val="FFFF00"/>
                  </a:solidFill>
                </a:endParaRPr>
              </a:p>
            </p:txBody>
          </p:sp>
        </mc:Choice>
        <mc:Fallback>
          <p:sp>
            <p:nvSpPr>
              <p:cNvPr id="3" name="内容占位符 2">
                <a:extLst>
                  <a:ext uri="{FF2B5EF4-FFF2-40B4-BE49-F238E27FC236}">
                    <a16:creationId xmlns:a16="http://schemas.microsoft.com/office/drawing/2014/main" id="{5B6DCF9B-BE8F-279A-F927-35CACFDF895F}"/>
                  </a:ext>
                </a:extLst>
              </p:cNvPr>
              <p:cNvSpPr>
                <a:spLocks noGrp="1" noRot="1" noChangeAspect="1" noMove="1" noResize="1" noEditPoints="1" noAdjustHandles="1" noChangeArrowheads="1" noChangeShapeType="1" noTextEdit="1"/>
              </p:cNvSpPr>
              <p:nvPr>
                <p:ph idx="1"/>
              </p:nvPr>
            </p:nvSpPr>
            <p:spPr>
              <a:xfrm>
                <a:off x="457200" y="1196752"/>
                <a:ext cx="8229600" cy="5505800"/>
              </a:xfrm>
              <a:blipFill>
                <a:blip r:embed="rId3"/>
                <a:stretch>
                  <a:fillRect l="-889" b="-2876"/>
                </a:stretch>
              </a:blipFill>
            </p:spPr>
            <p:txBody>
              <a:bodyPr/>
              <a:lstStyle/>
              <a:p>
                <a:r>
                  <a:rPr lang="zh-CN" altLang="en-US">
                    <a:noFill/>
                  </a:rPr>
                  <a:t> </a:t>
                </a:r>
              </a:p>
            </p:txBody>
          </p:sp>
        </mc:Fallback>
      </mc:AlternateContent>
      <p:sp>
        <p:nvSpPr>
          <p:cNvPr id="4" name="灯片编号占位符 3">
            <a:extLst>
              <a:ext uri="{FF2B5EF4-FFF2-40B4-BE49-F238E27FC236}">
                <a16:creationId xmlns:a16="http://schemas.microsoft.com/office/drawing/2014/main" id="{3D98493D-CB6F-59DA-1673-2E8616F7CFF4}"/>
              </a:ext>
            </a:extLst>
          </p:cNvPr>
          <p:cNvSpPr>
            <a:spLocks noGrp="1"/>
          </p:cNvSpPr>
          <p:nvPr>
            <p:ph type="sldNum" sz="quarter" idx="12"/>
          </p:nvPr>
        </p:nvSpPr>
        <p:spPr/>
        <p:txBody>
          <a:bodyPr/>
          <a:lstStyle/>
          <a:p>
            <a:fld id="{58C210BB-F110-452C-89E7-9EA0A8D47DCE}" type="slidenum">
              <a:rPr lang="zh-CN" altLang="en-US" smtClean="0"/>
              <a:pPr/>
              <a:t>78</a:t>
            </a:fld>
            <a:endParaRPr lang="zh-CN" altLang="en-US"/>
          </a:p>
        </p:txBody>
      </p:sp>
    </p:spTree>
    <p:extLst>
      <p:ext uri="{BB962C8B-B14F-4D97-AF65-F5344CB8AC3E}">
        <p14:creationId xmlns:p14="http://schemas.microsoft.com/office/powerpoint/2010/main" val="41503633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animEffect transition="in" filter="fade">
                                      <p:cBhvr>
                                        <p:cTn id="7" dur="1000"/>
                                        <p:tgtEl>
                                          <p:spTgt spid="3">
                                            <p:txEl>
                                              <p:pRg st="3" end="3"/>
                                            </p:txEl>
                                          </p:spTgt>
                                        </p:tgtEl>
                                      </p:cBhvr>
                                    </p:animEffect>
                                    <p:anim calcmode="lin" valueType="num">
                                      <p:cBhvr>
                                        <p:cTn id="8"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3" end="3"/>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3">
                                            <p:txEl>
                                              <p:pRg st="4" end="4"/>
                                            </p:txEl>
                                          </p:spTgt>
                                        </p:tgtEl>
                                        <p:attrNameLst>
                                          <p:attrName>style.visibility</p:attrName>
                                        </p:attrNameLst>
                                      </p:cBhvr>
                                      <p:to>
                                        <p:strVal val="visible"/>
                                      </p:to>
                                    </p:set>
                                    <p:animEffect transition="in" filter="fade">
                                      <p:cBhvr>
                                        <p:cTn id="12" dur="1000"/>
                                        <p:tgtEl>
                                          <p:spTgt spid="3">
                                            <p:txEl>
                                              <p:pRg st="4" end="4"/>
                                            </p:txEl>
                                          </p:spTgt>
                                        </p:tgtEl>
                                      </p:cBhvr>
                                    </p:animEffect>
                                    <p:anim calcmode="lin" valueType="num">
                                      <p:cBhvr>
                                        <p:cTn id="13"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14"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animEffect transition="in" filter="fade">
                                      <p:cBhvr>
                                        <p:cTn id="19" dur="1000"/>
                                        <p:tgtEl>
                                          <p:spTgt spid="3">
                                            <p:txEl>
                                              <p:pRg st="5" end="5"/>
                                            </p:txEl>
                                          </p:spTgt>
                                        </p:tgtEl>
                                      </p:cBhvr>
                                    </p:animEffect>
                                    <p:anim calcmode="lin" valueType="num">
                                      <p:cBhvr>
                                        <p:cTn id="20"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21" dur="1000" fill="hold"/>
                                        <p:tgtEl>
                                          <p:spTgt spid="3">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42" presetClass="entr" presetSubtype="0" fill="hold" nodeType="clickEffect">
                                  <p:stCondLst>
                                    <p:cond delay="0"/>
                                  </p:stCondLst>
                                  <p:childTnLst>
                                    <p:set>
                                      <p:cBhvr>
                                        <p:cTn id="25" dur="1" fill="hold">
                                          <p:stCondLst>
                                            <p:cond delay="0"/>
                                          </p:stCondLst>
                                        </p:cTn>
                                        <p:tgtEl>
                                          <p:spTgt spid="3">
                                            <p:txEl>
                                              <p:pRg st="6" end="6"/>
                                            </p:txEl>
                                          </p:spTgt>
                                        </p:tgtEl>
                                        <p:attrNameLst>
                                          <p:attrName>style.visibility</p:attrName>
                                        </p:attrNameLst>
                                      </p:cBhvr>
                                      <p:to>
                                        <p:strVal val="visible"/>
                                      </p:to>
                                    </p:set>
                                    <p:animEffect transition="in" filter="fade">
                                      <p:cBhvr>
                                        <p:cTn id="26" dur="1000"/>
                                        <p:tgtEl>
                                          <p:spTgt spid="3">
                                            <p:txEl>
                                              <p:pRg st="6" end="6"/>
                                            </p:txEl>
                                          </p:spTgt>
                                        </p:tgtEl>
                                      </p:cBhvr>
                                    </p:animEffect>
                                    <p:anim calcmode="lin" valueType="num">
                                      <p:cBhvr>
                                        <p:cTn id="27" dur="10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28" dur="1000" fill="hold"/>
                                        <p:tgtEl>
                                          <p:spTgt spid="3">
                                            <p:txEl>
                                              <p:pRg st="6" end="6"/>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036A83-9AC7-CF7B-D4A1-D15921E06E12}"/>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DBCF3B2B-5291-0972-3E5E-AE951FB05373}"/>
              </a:ext>
            </a:extLst>
          </p:cNvPr>
          <p:cNvSpPr>
            <a:spLocks noGrp="1"/>
          </p:cNvSpPr>
          <p:nvPr>
            <p:ph type="title"/>
          </p:nvPr>
        </p:nvSpPr>
        <p:spPr/>
        <p:txBody>
          <a:bodyPr>
            <a:normAutofit fontScale="90000"/>
          </a:bodyPr>
          <a:lstStyle/>
          <a:p>
            <a:r>
              <a:rPr lang="zh-CN" altLang="en-US" dirty="0"/>
              <a:t>第</a:t>
            </a:r>
            <a:r>
              <a:rPr lang="en-US" altLang="zh-CN" dirty="0"/>
              <a:t>3</a:t>
            </a:r>
            <a:r>
              <a:rPr lang="zh-CN" altLang="en-US" dirty="0"/>
              <a:t>讲第</a:t>
            </a:r>
            <a:r>
              <a:rPr lang="en-US" altLang="zh-CN" dirty="0"/>
              <a:t>6</a:t>
            </a:r>
            <a:r>
              <a:rPr lang="zh-CN" altLang="en-US" dirty="0"/>
              <a:t>题</a:t>
            </a:r>
          </a:p>
        </p:txBody>
      </p:sp>
      <mc:AlternateContent xmlns:mc="http://schemas.openxmlformats.org/markup-compatibility/2006">
        <mc:Choice xmlns:a14="http://schemas.microsoft.com/office/drawing/2010/main" Requires="a14">
          <p:sp>
            <p:nvSpPr>
              <p:cNvPr id="3" name="内容占位符 2">
                <a:extLst>
                  <a:ext uri="{FF2B5EF4-FFF2-40B4-BE49-F238E27FC236}">
                    <a16:creationId xmlns:a16="http://schemas.microsoft.com/office/drawing/2014/main" id="{A8C3F3FA-520D-0147-5FA9-2CCA8121F58D}"/>
                  </a:ext>
                </a:extLst>
              </p:cNvPr>
              <p:cNvSpPr>
                <a:spLocks noGrp="1"/>
              </p:cNvSpPr>
              <p:nvPr>
                <p:ph idx="1"/>
              </p:nvPr>
            </p:nvSpPr>
            <p:spPr>
              <a:xfrm>
                <a:off x="457200" y="1196752"/>
                <a:ext cx="8229600" cy="5554567"/>
              </a:xfrm>
            </p:spPr>
            <p:txBody>
              <a:bodyPr>
                <a:normAutofit fontScale="85000" lnSpcReduction="10000"/>
              </a:bodyPr>
              <a:lstStyle/>
              <a:p>
                <a:pPr>
                  <a:lnSpc>
                    <a:spcPct val="140000"/>
                  </a:lnSpc>
                </a:pPr>
                <a:r>
                  <a:rPr lang="zh-CN" altLang="en-US" b="1" dirty="0"/>
                  <a:t>一阶系统</a:t>
                </a:r>
                <a14:m>
                  <m:oMath xmlns:m="http://schemas.openxmlformats.org/officeDocument/2006/math">
                    <m:acc>
                      <m:accPr>
                        <m:chr m:val="̇"/>
                        <m:ctrlPr>
                          <a:rPr lang="zh-CN" altLang="zh-CN" i="1">
                            <a:latin typeface="Cambria Math" panose="02040503050406030204" pitchFamily="18" charset="0"/>
                          </a:rPr>
                        </m:ctrlPr>
                      </m:accPr>
                      <m:e>
                        <m:r>
                          <a:rPr lang="en-US" altLang="zh-CN" i="1">
                            <a:latin typeface="Cambria Math" panose="02040503050406030204" pitchFamily="18" charset="0"/>
                          </a:rPr>
                          <m:t>𝑥</m:t>
                        </m:r>
                      </m:e>
                    </m:acc>
                    <m:r>
                      <a:rPr lang="en-US" altLang="zh-CN" i="1">
                        <a:latin typeface="Cambria Math" panose="02040503050406030204" pitchFamily="18" charset="0"/>
                      </a:rPr>
                      <m:t>=</m:t>
                    </m:r>
                    <m:r>
                      <a:rPr lang="en-US" altLang="zh-CN" i="1">
                        <a:latin typeface="Cambria Math" panose="02040503050406030204" pitchFamily="18" charset="0"/>
                      </a:rPr>
                      <m:t>𝑎𝑥</m:t>
                    </m:r>
                    <m:r>
                      <a:rPr lang="en-US" altLang="zh-CN" i="1">
                        <a:latin typeface="Cambria Math" panose="02040503050406030204" pitchFamily="18" charset="0"/>
                      </a:rPr>
                      <m:t>+</m:t>
                    </m:r>
                    <m:r>
                      <a:rPr lang="en-US" altLang="zh-CN" i="1">
                        <a:latin typeface="Cambria Math" panose="02040503050406030204" pitchFamily="18" charset="0"/>
                      </a:rPr>
                      <m:t>𝑢</m:t>
                    </m:r>
                    <m:r>
                      <a:rPr lang="en-US" altLang="zh-CN" i="1">
                        <a:latin typeface="Cambria Math" panose="02040503050406030204" pitchFamily="18" charset="0"/>
                      </a:rPr>
                      <m:t> </m:t>
                    </m:r>
                  </m:oMath>
                </a14:m>
                <a:r>
                  <a:rPr lang="zh-CN" altLang="en-US" b="1" dirty="0"/>
                  <a:t>，其具有</a:t>
                </a:r>
                <a:r>
                  <a:rPr lang="zh-CN" altLang="zh-CN" dirty="0"/>
                  <a:t>自适应控制律</a:t>
                </a:r>
                <a14:m>
                  <m:oMath xmlns:m="http://schemas.openxmlformats.org/officeDocument/2006/math">
                    <m:r>
                      <a:rPr lang="en-US" altLang="zh-CN" i="1">
                        <a:latin typeface="Cambria Math" panose="02040503050406030204" pitchFamily="18" charset="0"/>
                      </a:rPr>
                      <m:t>𝑢</m:t>
                    </m:r>
                    <m:r>
                      <a:rPr lang="en-US" altLang="zh-CN" i="1">
                        <a:latin typeface="Cambria Math" panose="02040503050406030204" pitchFamily="18" charset="0"/>
                      </a:rPr>
                      <m:t>=−</m:t>
                    </m:r>
                    <m:r>
                      <a:rPr lang="en-US" altLang="zh-CN" i="1">
                        <a:latin typeface="Cambria Math" panose="02040503050406030204" pitchFamily="18" charset="0"/>
                      </a:rPr>
                      <m:t>𝑘𝑥</m:t>
                    </m:r>
                    <m:r>
                      <a:rPr lang="en-US" altLang="zh-CN" i="1">
                        <a:latin typeface="Cambria Math" panose="02040503050406030204" pitchFamily="18" charset="0"/>
                      </a:rPr>
                      <m:t>, </m:t>
                    </m:r>
                    <m:acc>
                      <m:accPr>
                        <m:chr m:val="̇"/>
                        <m:ctrlPr>
                          <a:rPr lang="zh-CN" altLang="zh-CN" i="1">
                            <a:latin typeface="Cambria Math" panose="02040503050406030204" pitchFamily="18" charset="0"/>
                          </a:rPr>
                        </m:ctrlPr>
                      </m:accPr>
                      <m:e>
                        <m:r>
                          <a:rPr lang="en-US" altLang="zh-CN" i="1">
                            <a:latin typeface="Cambria Math" panose="02040503050406030204" pitchFamily="18" charset="0"/>
                          </a:rPr>
                          <m:t>𝑘</m:t>
                        </m:r>
                      </m:e>
                    </m:acc>
                    <m:r>
                      <a:rPr lang="en-US" altLang="zh-CN" i="1">
                        <a:latin typeface="Cambria Math" panose="02040503050406030204" pitchFamily="18" charset="0"/>
                      </a:rPr>
                      <m:t>=</m:t>
                    </m:r>
                    <m:r>
                      <a:rPr lang="en-US" altLang="zh-CN" i="1">
                        <a:latin typeface="Cambria Math" panose="02040503050406030204" pitchFamily="18" charset="0"/>
                      </a:rPr>
                      <m:t>𝛾</m:t>
                    </m:r>
                    <m:sSup>
                      <m:sSupPr>
                        <m:ctrlPr>
                          <a:rPr lang="zh-CN" altLang="zh-CN" i="1">
                            <a:latin typeface="Cambria Math" panose="02040503050406030204" pitchFamily="18" charset="0"/>
                          </a:rPr>
                        </m:ctrlPr>
                      </m:sSupPr>
                      <m:e>
                        <m:r>
                          <a:rPr lang="en-US" altLang="zh-CN" i="1">
                            <a:latin typeface="Cambria Math" panose="02040503050406030204" pitchFamily="18" charset="0"/>
                          </a:rPr>
                          <m:t>𝑥</m:t>
                        </m:r>
                      </m:e>
                      <m:sup>
                        <m:r>
                          <a:rPr lang="en-US" altLang="zh-CN" i="1">
                            <a:latin typeface="Cambria Math" panose="02040503050406030204" pitchFamily="18" charset="0"/>
                          </a:rPr>
                          <m:t>2</m:t>
                        </m:r>
                      </m:sup>
                    </m:sSup>
                    <m:r>
                      <a:rPr lang="en-US" altLang="zh-CN" i="1">
                        <a:latin typeface="Cambria Math" panose="02040503050406030204" pitchFamily="18" charset="0"/>
                      </a:rPr>
                      <m:t>, </m:t>
                    </m:r>
                    <m:r>
                      <a:rPr lang="en-US" altLang="zh-CN" i="1">
                        <a:latin typeface="Cambria Math" panose="02040503050406030204" pitchFamily="18" charset="0"/>
                      </a:rPr>
                      <m:t>𝛾</m:t>
                    </m:r>
                    <m:r>
                      <a:rPr lang="en-US" altLang="zh-CN" i="1">
                        <a:latin typeface="Cambria Math" panose="02040503050406030204" pitchFamily="18" charset="0"/>
                      </a:rPr>
                      <m:t>&gt;0</m:t>
                    </m:r>
                  </m:oMath>
                </a14:m>
                <a:r>
                  <a:rPr lang="zh-CN" altLang="en-US" b="1" dirty="0"/>
                  <a:t>，分析以</a:t>
                </a:r>
                <a14:m>
                  <m:oMath xmlns:m="http://schemas.openxmlformats.org/officeDocument/2006/math">
                    <m:sSub>
                      <m:sSubPr>
                        <m:ctrlPr>
                          <a:rPr lang="zh-CN" altLang="zh-CN" i="1">
                            <a:latin typeface="Cambria Math" panose="02040503050406030204" pitchFamily="18" charset="0"/>
                          </a:rPr>
                        </m:ctrlPr>
                      </m:sSubPr>
                      <m:e>
                        <m:r>
                          <a:rPr lang="en-US" altLang="zh-CN" i="1">
                            <a:latin typeface="Cambria Math" panose="02040503050406030204" pitchFamily="18" charset="0"/>
                          </a:rPr>
                          <m:t>𝑥</m:t>
                        </m:r>
                      </m:e>
                      <m:sub>
                        <m:r>
                          <a:rPr lang="en-US" altLang="zh-CN" i="1">
                            <a:latin typeface="Cambria Math" panose="02040503050406030204" pitchFamily="18" charset="0"/>
                          </a:rPr>
                          <m:t>1</m:t>
                        </m:r>
                      </m:sub>
                    </m:sSub>
                    <m:r>
                      <a:rPr lang="en-US" altLang="zh-CN" i="1">
                        <a:latin typeface="Cambria Math" panose="02040503050406030204" pitchFamily="18" charset="0"/>
                      </a:rPr>
                      <m:t>=</m:t>
                    </m:r>
                    <m:r>
                      <a:rPr lang="en-US" altLang="zh-CN" i="1">
                        <a:latin typeface="Cambria Math" panose="02040503050406030204" pitchFamily="18" charset="0"/>
                      </a:rPr>
                      <m:t>𝑥</m:t>
                    </m:r>
                    <m:r>
                      <a:rPr lang="en-US" altLang="zh-CN" i="1">
                        <a:latin typeface="Cambria Math" panose="02040503050406030204" pitchFamily="18" charset="0"/>
                      </a:rPr>
                      <m:t>,   </m:t>
                    </m:r>
                    <m:sSub>
                      <m:sSubPr>
                        <m:ctrlPr>
                          <a:rPr lang="zh-CN" altLang="zh-CN" i="1">
                            <a:latin typeface="Cambria Math" panose="02040503050406030204" pitchFamily="18" charset="0"/>
                          </a:rPr>
                        </m:ctrlPr>
                      </m:sSubPr>
                      <m:e>
                        <m:r>
                          <a:rPr lang="en-US" altLang="zh-CN" i="1">
                            <a:latin typeface="Cambria Math" panose="02040503050406030204" pitchFamily="18" charset="0"/>
                          </a:rPr>
                          <m:t>𝑥</m:t>
                        </m:r>
                      </m:e>
                      <m:sub>
                        <m:r>
                          <a:rPr lang="en-US" altLang="zh-CN" i="1">
                            <a:latin typeface="Cambria Math" panose="02040503050406030204" pitchFamily="18" charset="0"/>
                          </a:rPr>
                          <m:t>2</m:t>
                        </m:r>
                      </m:sub>
                    </m:sSub>
                    <m:r>
                      <a:rPr lang="en-US" altLang="zh-CN" i="1">
                        <a:latin typeface="Cambria Math" panose="02040503050406030204" pitchFamily="18" charset="0"/>
                      </a:rPr>
                      <m:t>=</m:t>
                    </m:r>
                    <m:r>
                      <a:rPr lang="en-US" altLang="zh-CN" i="1">
                        <a:latin typeface="Cambria Math" panose="02040503050406030204" pitchFamily="18" charset="0"/>
                      </a:rPr>
                      <m:t>𝑘</m:t>
                    </m:r>
                  </m:oMath>
                </a14:m>
                <a:r>
                  <a:rPr lang="zh-CN" altLang="en-US" b="1" dirty="0"/>
                  <a:t>为状态量的（扩展）系统</a:t>
                </a:r>
                <a:r>
                  <a:rPr lang="zh-CN" altLang="zh-CN" dirty="0"/>
                  <a:t>的稳定性</a:t>
                </a:r>
                <a:r>
                  <a:rPr lang="zh-CN" altLang="en-US" dirty="0"/>
                  <a:t>，使用备选</a:t>
                </a:r>
                <a:r>
                  <a:rPr lang="en-US" altLang="zh-CN" dirty="0"/>
                  <a:t>Lyapunov</a:t>
                </a:r>
                <a:r>
                  <a:rPr lang="zh-CN" altLang="en-US" dirty="0"/>
                  <a:t>函数</a:t>
                </a:r>
                <a14:m>
                  <m:oMath xmlns:m="http://schemas.openxmlformats.org/officeDocument/2006/math">
                    <m:r>
                      <a:rPr lang="en-US" altLang="zh-CN" i="1">
                        <a:latin typeface="Cambria Math" panose="02040503050406030204" pitchFamily="18" charset="0"/>
                      </a:rPr>
                      <m:t>𝑉</m:t>
                    </m:r>
                    <m:r>
                      <a:rPr lang="en-US" altLang="zh-CN" i="1">
                        <a:latin typeface="Cambria Math" panose="02040503050406030204" pitchFamily="18" charset="0"/>
                      </a:rPr>
                      <m:t>=</m:t>
                    </m:r>
                    <m:f>
                      <m:fPr>
                        <m:ctrlPr>
                          <a:rPr lang="zh-CN" altLang="zh-CN" i="1">
                            <a:latin typeface="Cambria Math" panose="02040503050406030204" pitchFamily="18" charset="0"/>
                          </a:rPr>
                        </m:ctrlPr>
                      </m:fPr>
                      <m:num>
                        <m:r>
                          <a:rPr lang="en-US" altLang="zh-CN" i="1">
                            <a:latin typeface="Cambria Math" panose="02040503050406030204" pitchFamily="18" charset="0"/>
                          </a:rPr>
                          <m:t>1</m:t>
                        </m:r>
                      </m:num>
                      <m:den>
                        <m:r>
                          <a:rPr lang="en-US" altLang="zh-CN" i="1">
                            <a:latin typeface="Cambria Math" panose="02040503050406030204" pitchFamily="18" charset="0"/>
                          </a:rPr>
                          <m:t>2</m:t>
                        </m:r>
                      </m:den>
                    </m:f>
                    <m:sSubSup>
                      <m:sSubSupPr>
                        <m:ctrlPr>
                          <a:rPr lang="zh-CN" altLang="zh-CN" i="1">
                            <a:latin typeface="Cambria Math" panose="02040503050406030204" pitchFamily="18" charset="0"/>
                          </a:rPr>
                        </m:ctrlPr>
                      </m:sSubSupPr>
                      <m:e>
                        <m:r>
                          <a:rPr lang="en-US" altLang="zh-CN" i="1">
                            <a:latin typeface="Cambria Math" panose="02040503050406030204" pitchFamily="18" charset="0"/>
                          </a:rPr>
                          <m:t>𝑥</m:t>
                        </m:r>
                      </m:e>
                      <m:sub>
                        <m:r>
                          <a:rPr lang="en-US" altLang="zh-CN" i="1">
                            <a:latin typeface="Cambria Math" panose="02040503050406030204" pitchFamily="18" charset="0"/>
                          </a:rPr>
                          <m:t>1</m:t>
                        </m:r>
                      </m:sub>
                      <m:sup>
                        <m:r>
                          <a:rPr lang="en-US" altLang="zh-CN" i="1">
                            <a:latin typeface="Cambria Math" panose="02040503050406030204" pitchFamily="18" charset="0"/>
                          </a:rPr>
                          <m:t>2</m:t>
                        </m:r>
                      </m:sup>
                    </m:sSubSup>
                    <m:r>
                      <a:rPr lang="en-US" altLang="zh-CN" i="1">
                        <a:latin typeface="Cambria Math" panose="02040503050406030204" pitchFamily="18" charset="0"/>
                      </a:rPr>
                      <m:t>+</m:t>
                    </m:r>
                    <m:f>
                      <m:fPr>
                        <m:ctrlPr>
                          <a:rPr lang="zh-CN" altLang="zh-CN" i="1">
                            <a:latin typeface="Cambria Math" panose="02040503050406030204" pitchFamily="18" charset="0"/>
                          </a:rPr>
                        </m:ctrlPr>
                      </m:fPr>
                      <m:num>
                        <m:r>
                          <a:rPr lang="en-US" altLang="zh-CN" i="1">
                            <a:latin typeface="Cambria Math" panose="02040503050406030204" pitchFamily="18" charset="0"/>
                          </a:rPr>
                          <m:t>1</m:t>
                        </m:r>
                      </m:num>
                      <m:den>
                        <m:r>
                          <a:rPr lang="en-US" altLang="zh-CN" i="1">
                            <a:latin typeface="Cambria Math" panose="02040503050406030204" pitchFamily="18" charset="0"/>
                          </a:rPr>
                          <m:t>2</m:t>
                        </m:r>
                        <m:r>
                          <a:rPr lang="en-US" altLang="zh-CN" i="1">
                            <a:latin typeface="Cambria Math" panose="02040503050406030204" pitchFamily="18" charset="0"/>
                          </a:rPr>
                          <m:t>𝛾</m:t>
                        </m:r>
                      </m:den>
                    </m:f>
                    <m:r>
                      <a:rPr lang="en-US" altLang="zh-CN" i="1">
                        <a:latin typeface="Cambria Math" panose="02040503050406030204" pitchFamily="18" charset="0"/>
                      </a:rPr>
                      <m:t>(</m:t>
                    </m:r>
                    <m:sSub>
                      <m:sSubPr>
                        <m:ctrlPr>
                          <a:rPr lang="zh-CN" altLang="zh-CN" i="1">
                            <a:latin typeface="Cambria Math" panose="02040503050406030204" pitchFamily="18" charset="0"/>
                          </a:rPr>
                        </m:ctrlPr>
                      </m:sSubPr>
                      <m:e>
                        <m:r>
                          <a:rPr lang="en-US" altLang="zh-CN" i="1">
                            <a:latin typeface="Cambria Math" panose="02040503050406030204" pitchFamily="18" charset="0"/>
                          </a:rPr>
                          <m:t>𝑥</m:t>
                        </m:r>
                      </m:e>
                      <m:sub>
                        <m:r>
                          <a:rPr lang="en-US" altLang="zh-CN" i="1">
                            <a:latin typeface="Cambria Math" panose="02040503050406030204" pitchFamily="18" charset="0"/>
                          </a:rPr>
                          <m:t>2</m:t>
                        </m:r>
                      </m:sub>
                    </m:sSub>
                    <m:r>
                      <a:rPr lang="en-US" altLang="zh-CN" i="1">
                        <a:latin typeface="Cambria Math" panose="02040503050406030204" pitchFamily="18" charset="0"/>
                      </a:rPr>
                      <m:t>−</m:t>
                    </m:r>
                    <m:r>
                      <a:rPr lang="en-US" altLang="zh-CN" i="1">
                        <a:latin typeface="Cambria Math" panose="02040503050406030204" pitchFamily="18" charset="0"/>
                      </a:rPr>
                      <m:t>𝑏</m:t>
                    </m:r>
                    <m:sSup>
                      <m:sSupPr>
                        <m:ctrlPr>
                          <a:rPr lang="zh-CN" altLang="zh-CN" i="1">
                            <a:latin typeface="Cambria Math" panose="02040503050406030204" pitchFamily="18" charset="0"/>
                          </a:rPr>
                        </m:ctrlPr>
                      </m:sSupPr>
                      <m:e>
                        <m:r>
                          <a:rPr lang="en-US" altLang="zh-CN" i="1">
                            <a:latin typeface="Cambria Math" panose="02040503050406030204" pitchFamily="18" charset="0"/>
                          </a:rPr>
                          <m:t>)</m:t>
                        </m:r>
                      </m:e>
                      <m:sup>
                        <m:r>
                          <a:rPr lang="en-US" altLang="zh-CN" i="1">
                            <a:latin typeface="Cambria Math" panose="02040503050406030204" pitchFamily="18" charset="0"/>
                          </a:rPr>
                          <m:t>2</m:t>
                        </m:r>
                      </m:sup>
                    </m:sSup>
                  </m:oMath>
                </a14:m>
                <a:endParaRPr lang="en-US" altLang="zh-CN" b="1" dirty="0"/>
              </a:p>
              <a:p>
                <a:pPr>
                  <a:lnSpc>
                    <a:spcPct val="140000"/>
                  </a:lnSpc>
                </a:pPr>
                <a:r>
                  <a:rPr lang="zh-CN" altLang="en-US" b="1" dirty="0"/>
                  <a:t>推导即可得：</a:t>
                </a:r>
                <a:r>
                  <a:rPr lang="zh-CN" altLang="zh-CN" dirty="0"/>
                  <a:t>平衡点</a:t>
                </a:r>
                <a14:m>
                  <m:oMath xmlns:m="http://schemas.openxmlformats.org/officeDocument/2006/math">
                    <m:sSub>
                      <m:sSubPr>
                        <m:ctrlPr>
                          <a:rPr lang="zh-CN" altLang="zh-CN" i="1">
                            <a:latin typeface="Cambria Math" panose="02040503050406030204" pitchFamily="18" charset="0"/>
                          </a:rPr>
                        </m:ctrlPr>
                      </m:sSubPr>
                      <m:e>
                        <m:r>
                          <a:rPr lang="en-US" altLang="zh-CN" i="1">
                            <a:latin typeface="Cambria Math" panose="02040503050406030204" pitchFamily="18" charset="0"/>
                          </a:rPr>
                          <m:t>𝑥</m:t>
                        </m:r>
                      </m:e>
                      <m:sub>
                        <m:r>
                          <a:rPr lang="en-US" altLang="zh-CN" i="1">
                            <a:latin typeface="Cambria Math" panose="02040503050406030204" pitchFamily="18" charset="0"/>
                          </a:rPr>
                          <m:t>1</m:t>
                        </m:r>
                      </m:sub>
                    </m:sSub>
                    <m:r>
                      <a:rPr lang="en-US" altLang="zh-CN" i="1">
                        <a:latin typeface="Cambria Math" panose="02040503050406030204" pitchFamily="18" charset="0"/>
                      </a:rPr>
                      <m:t>=0,  </m:t>
                    </m:r>
                    <m:sSub>
                      <m:sSubPr>
                        <m:ctrlPr>
                          <a:rPr lang="zh-CN" altLang="zh-CN" i="1">
                            <a:latin typeface="Cambria Math" panose="02040503050406030204" pitchFamily="18" charset="0"/>
                          </a:rPr>
                        </m:ctrlPr>
                      </m:sSubPr>
                      <m:e>
                        <m:r>
                          <a:rPr lang="en-US" altLang="zh-CN" i="1">
                            <a:latin typeface="Cambria Math" panose="02040503050406030204" pitchFamily="18" charset="0"/>
                          </a:rPr>
                          <m:t>𝑥</m:t>
                        </m:r>
                      </m:e>
                      <m:sub>
                        <m:r>
                          <a:rPr lang="en-US" altLang="zh-CN" i="1">
                            <a:latin typeface="Cambria Math" panose="02040503050406030204" pitchFamily="18" charset="0"/>
                          </a:rPr>
                          <m:t>2</m:t>
                        </m:r>
                      </m:sub>
                    </m:sSub>
                    <m:r>
                      <a:rPr lang="en-US" altLang="zh-CN" i="1">
                        <a:latin typeface="Cambria Math" panose="02040503050406030204" pitchFamily="18" charset="0"/>
                      </a:rPr>
                      <m:t>=</m:t>
                    </m:r>
                    <m:r>
                      <a:rPr lang="en-US" altLang="zh-CN" i="1">
                        <a:latin typeface="Cambria Math" panose="02040503050406030204" pitchFamily="18" charset="0"/>
                      </a:rPr>
                      <m:t>𝑏</m:t>
                    </m:r>
                  </m:oMath>
                </a14:m>
                <a:r>
                  <a:rPr lang="zh-CN" altLang="zh-CN" dirty="0"/>
                  <a:t>全局稳定</a:t>
                </a:r>
                <a:endParaRPr lang="en-US" altLang="zh-CN" b="1" dirty="0"/>
              </a:p>
              <a:p>
                <a:pPr>
                  <a:lnSpc>
                    <a:spcPct val="140000"/>
                  </a:lnSpc>
                </a:pPr>
                <a:r>
                  <a:rPr lang="zh-CN" altLang="en-US" b="1" dirty="0"/>
                  <a:t>但渐进稳定性如何？</a:t>
                </a:r>
                <a:endParaRPr lang="en-US" altLang="zh-CN" b="1" dirty="0"/>
              </a:p>
              <a:p>
                <a:pPr>
                  <a:lnSpc>
                    <a:spcPct val="140000"/>
                  </a:lnSpc>
                </a:pPr>
                <a:r>
                  <a:rPr lang="zh-CN" altLang="en-US" b="1" dirty="0"/>
                  <a:t>需要 </a:t>
                </a:r>
                <a14:m>
                  <m:oMath xmlns:m="http://schemas.openxmlformats.org/officeDocument/2006/math">
                    <m:sSub>
                      <m:sSubPr>
                        <m:ctrlPr>
                          <a:rPr lang="zh-CN" altLang="zh-CN" i="1" smtClean="0">
                            <a:effectLst/>
                            <a:latin typeface="Cambria Math" panose="02040503050406030204" pitchFamily="18" charset="0"/>
                            <a:ea typeface="Cambria Math" panose="02040503050406030204" pitchFamily="18" charset="0"/>
                          </a:rPr>
                        </m:ctrlPr>
                      </m:sSubPr>
                      <m:e>
                        <m:r>
                          <a:rPr lang="en-US" altLang="zh-CN" i="1">
                            <a:effectLst/>
                            <a:latin typeface="Cambria Math" panose="02040503050406030204" pitchFamily="18" charset="0"/>
                            <a:ea typeface="宋体" panose="02010600030101010101" pitchFamily="2" charset="-122"/>
                          </a:rPr>
                          <m:t>𝑥</m:t>
                        </m:r>
                      </m:e>
                      <m:sub>
                        <m:r>
                          <a:rPr lang="en-US" altLang="zh-CN" i="1">
                            <a:effectLst/>
                            <a:latin typeface="Cambria Math" panose="02040503050406030204" pitchFamily="18" charset="0"/>
                            <a:ea typeface="宋体" panose="02010600030101010101" pitchFamily="2" charset="-122"/>
                          </a:rPr>
                          <m:t>2</m:t>
                        </m:r>
                      </m:sub>
                    </m:sSub>
                  </m:oMath>
                </a14:m>
                <a:r>
                  <a:rPr lang="zh-CN" altLang="en-US" b="1" dirty="0"/>
                  <a:t>渐进稳定吗？</a:t>
                </a:r>
                <a:endParaRPr lang="en-US" altLang="zh-CN" b="1" dirty="0"/>
              </a:p>
              <a:p>
                <a:pPr marL="118872" indent="0">
                  <a:lnSpc>
                    <a:spcPct val="140000"/>
                  </a:lnSpc>
                  <a:buNone/>
                </a:pPr>
                <a14:m>
                  <m:oMathPara xmlns:m="http://schemas.openxmlformats.org/officeDocument/2006/math">
                    <m:oMathParaPr>
                      <m:jc m:val="centerGroup"/>
                    </m:oMathParaPr>
                    <m:oMath xmlns:m="http://schemas.openxmlformats.org/officeDocument/2006/math">
                      <m:acc>
                        <m:accPr>
                          <m:chr m:val="̇"/>
                          <m:ctrlPr>
                            <a:rPr lang="zh-CN" altLang="zh-CN" i="1" smtClean="0">
                              <a:effectLst/>
                              <a:latin typeface="Cambria Math" panose="02040503050406030204" pitchFamily="18" charset="0"/>
                              <a:ea typeface="Cambria Math" panose="02040503050406030204" pitchFamily="18" charset="0"/>
                            </a:rPr>
                          </m:ctrlPr>
                        </m:accPr>
                        <m:e>
                          <m:r>
                            <a:rPr lang="en-US" altLang="zh-CN" i="1">
                              <a:effectLst/>
                              <a:latin typeface="Cambria Math" panose="02040503050406030204" pitchFamily="18" charset="0"/>
                              <a:ea typeface="宋体" panose="02010600030101010101" pitchFamily="2" charset="-122"/>
                            </a:rPr>
                            <m:t>𝑥</m:t>
                          </m:r>
                        </m:e>
                      </m:acc>
                      <m:r>
                        <a:rPr lang="en-US" altLang="zh-CN" i="1">
                          <a:effectLst/>
                          <a:latin typeface="Cambria Math" panose="02040503050406030204" pitchFamily="18" charset="0"/>
                          <a:ea typeface="宋体" panose="02010600030101010101" pitchFamily="2" charset="-122"/>
                        </a:rPr>
                        <m:t>=</m:t>
                      </m:r>
                      <m:r>
                        <a:rPr lang="en-US" altLang="zh-CN" i="1">
                          <a:effectLst/>
                          <a:latin typeface="Cambria Math" panose="02040503050406030204" pitchFamily="18" charset="0"/>
                          <a:ea typeface="宋体" panose="02010600030101010101" pitchFamily="2" charset="-122"/>
                        </a:rPr>
                        <m:t>𝑎𝑥</m:t>
                      </m:r>
                      <m:r>
                        <a:rPr lang="en-US" altLang="zh-CN" i="1">
                          <a:effectLst/>
                          <a:latin typeface="Cambria Math" panose="02040503050406030204" pitchFamily="18" charset="0"/>
                          <a:ea typeface="宋体" panose="02010600030101010101" pitchFamily="2" charset="-122"/>
                        </a:rPr>
                        <m:t>+</m:t>
                      </m:r>
                      <m:r>
                        <a:rPr lang="en-US" altLang="zh-CN" i="1">
                          <a:effectLst/>
                          <a:latin typeface="Cambria Math" panose="02040503050406030204" pitchFamily="18" charset="0"/>
                          <a:ea typeface="宋体" panose="02010600030101010101" pitchFamily="2" charset="-122"/>
                        </a:rPr>
                        <m:t>𝑢</m:t>
                      </m:r>
                      <m:r>
                        <a:rPr lang="en-US" altLang="zh-CN" b="0" i="1" smtClean="0">
                          <a:effectLst/>
                          <a:latin typeface="Cambria Math" panose="02040503050406030204" pitchFamily="18" charset="0"/>
                          <a:ea typeface="宋体" panose="02010600030101010101" pitchFamily="2" charset="-122"/>
                        </a:rPr>
                        <m:t>,  </m:t>
                      </m:r>
                      <m:r>
                        <a:rPr lang="en-US" altLang="zh-CN" i="1">
                          <a:latin typeface="Cambria Math" panose="02040503050406030204" pitchFamily="18" charset="0"/>
                        </a:rPr>
                        <m:t>𝑢</m:t>
                      </m:r>
                      <m:r>
                        <a:rPr lang="en-US" altLang="zh-CN" i="1">
                          <a:latin typeface="Cambria Math" panose="02040503050406030204" pitchFamily="18" charset="0"/>
                        </a:rPr>
                        <m:t>=−</m:t>
                      </m:r>
                      <m:r>
                        <a:rPr lang="en-US" altLang="zh-CN" i="1">
                          <a:latin typeface="Cambria Math" panose="02040503050406030204" pitchFamily="18" charset="0"/>
                        </a:rPr>
                        <m:t>𝑘𝑥</m:t>
                      </m:r>
                      <m:r>
                        <a:rPr lang="en-US" altLang="zh-CN" i="1">
                          <a:latin typeface="Cambria Math" panose="02040503050406030204" pitchFamily="18" charset="0"/>
                        </a:rPr>
                        <m:t>,    </m:t>
                      </m:r>
                      <m:acc>
                        <m:accPr>
                          <m:chr m:val="̇"/>
                          <m:ctrlPr>
                            <a:rPr lang="zh-CN" altLang="zh-CN" i="1">
                              <a:latin typeface="Cambria Math" panose="02040503050406030204" pitchFamily="18" charset="0"/>
                            </a:rPr>
                          </m:ctrlPr>
                        </m:accPr>
                        <m:e>
                          <m:r>
                            <a:rPr lang="en-US" altLang="zh-CN" i="1">
                              <a:latin typeface="Cambria Math" panose="02040503050406030204" pitchFamily="18" charset="0"/>
                            </a:rPr>
                            <m:t>𝑘</m:t>
                          </m:r>
                        </m:e>
                      </m:acc>
                      <m:r>
                        <a:rPr lang="en-US" altLang="zh-CN" i="1">
                          <a:latin typeface="Cambria Math" panose="02040503050406030204" pitchFamily="18" charset="0"/>
                        </a:rPr>
                        <m:t>=</m:t>
                      </m:r>
                      <m:r>
                        <a:rPr lang="en-US" altLang="zh-CN" i="1">
                          <a:latin typeface="Cambria Math" panose="02040503050406030204" pitchFamily="18" charset="0"/>
                        </a:rPr>
                        <m:t>𝛾</m:t>
                      </m:r>
                      <m:sSup>
                        <m:sSupPr>
                          <m:ctrlPr>
                            <a:rPr lang="zh-CN" altLang="zh-CN" i="1">
                              <a:latin typeface="Cambria Math" panose="02040503050406030204" pitchFamily="18" charset="0"/>
                            </a:rPr>
                          </m:ctrlPr>
                        </m:sSupPr>
                        <m:e>
                          <m:r>
                            <a:rPr lang="en-US" altLang="zh-CN" i="1">
                              <a:latin typeface="Cambria Math" panose="02040503050406030204" pitchFamily="18" charset="0"/>
                            </a:rPr>
                            <m:t>𝑥</m:t>
                          </m:r>
                        </m:e>
                        <m:sup>
                          <m:r>
                            <a:rPr lang="en-US" altLang="zh-CN" i="1">
                              <a:latin typeface="Cambria Math" panose="02040503050406030204" pitchFamily="18" charset="0"/>
                            </a:rPr>
                            <m:t>2</m:t>
                          </m:r>
                        </m:sup>
                      </m:sSup>
                    </m:oMath>
                  </m:oMathPara>
                </a14:m>
                <a:endParaRPr lang="en-US" altLang="zh-CN" b="1" dirty="0"/>
              </a:p>
              <a:p>
                <a:pPr marL="118872" indent="0">
                  <a:lnSpc>
                    <a:spcPct val="140000"/>
                  </a:lnSpc>
                  <a:buNone/>
                </a:pPr>
                <a14:m>
                  <m:oMathPara xmlns:m="http://schemas.openxmlformats.org/officeDocument/2006/math">
                    <m:oMathParaPr>
                      <m:jc m:val="centerGroup"/>
                    </m:oMathParaPr>
                    <m:oMath xmlns:m="http://schemas.openxmlformats.org/officeDocument/2006/math">
                      <m:sSub>
                        <m:sSubPr>
                          <m:ctrlPr>
                            <a:rPr lang="zh-CN" altLang="zh-CN" i="1" smtClean="0">
                              <a:effectLst/>
                              <a:latin typeface="Cambria Math" panose="02040503050406030204" pitchFamily="18" charset="0"/>
                              <a:ea typeface="Cambria Math" panose="02040503050406030204" pitchFamily="18" charset="0"/>
                            </a:rPr>
                          </m:ctrlPr>
                        </m:sSubPr>
                        <m:e>
                          <m:r>
                            <a:rPr lang="en-US" altLang="zh-CN" i="1">
                              <a:effectLst/>
                              <a:latin typeface="Cambria Math" panose="02040503050406030204" pitchFamily="18" charset="0"/>
                              <a:ea typeface="宋体" panose="02010600030101010101" pitchFamily="2" charset="-122"/>
                            </a:rPr>
                            <m:t>𝑥</m:t>
                          </m:r>
                        </m:e>
                        <m:sub>
                          <m:r>
                            <a:rPr lang="en-US" altLang="zh-CN" i="1">
                              <a:effectLst/>
                              <a:latin typeface="Cambria Math" panose="02040503050406030204" pitchFamily="18" charset="0"/>
                              <a:ea typeface="宋体" panose="02010600030101010101" pitchFamily="2" charset="-122"/>
                            </a:rPr>
                            <m:t>1</m:t>
                          </m:r>
                        </m:sub>
                      </m:sSub>
                      <m:r>
                        <a:rPr lang="en-US" altLang="zh-CN" i="1">
                          <a:effectLst/>
                          <a:latin typeface="Cambria Math" panose="02040503050406030204" pitchFamily="18" charset="0"/>
                          <a:ea typeface="宋体" panose="02010600030101010101" pitchFamily="2" charset="-122"/>
                        </a:rPr>
                        <m:t>=</m:t>
                      </m:r>
                      <m:r>
                        <a:rPr lang="en-US" altLang="zh-CN" i="1">
                          <a:effectLst/>
                          <a:latin typeface="Cambria Math" panose="02040503050406030204" pitchFamily="18" charset="0"/>
                          <a:ea typeface="宋体" panose="02010600030101010101" pitchFamily="2" charset="-122"/>
                        </a:rPr>
                        <m:t>𝑥</m:t>
                      </m:r>
                      <m:r>
                        <a:rPr lang="en-US" altLang="zh-CN" i="1">
                          <a:effectLst/>
                          <a:latin typeface="Cambria Math" panose="02040503050406030204" pitchFamily="18" charset="0"/>
                          <a:ea typeface="宋体" panose="02010600030101010101" pitchFamily="2" charset="-122"/>
                        </a:rPr>
                        <m:t>,   </m:t>
                      </m:r>
                      <m:sSub>
                        <m:sSubPr>
                          <m:ctrlPr>
                            <a:rPr lang="zh-CN" altLang="zh-CN" i="1">
                              <a:effectLst/>
                              <a:latin typeface="Cambria Math" panose="02040503050406030204" pitchFamily="18" charset="0"/>
                              <a:ea typeface="Cambria Math" panose="02040503050406030204" pitchFamily="18" charset="0"/>
                            </a:rPr>
                          </m:ctrlPr>
                        </m:sSubPr>
                        <m:e>
                          <m:r>
                            <a:rPr lang="en-US" altLang="zh-CN" i="1">
                              <a:effectLst/>
                              <a:latin typeface="Cambria Math" panose="02040503050406030204" pitchFamily="18" charset="0"/>
                              <a:ea typeface="宋体" panose="02010600030101010101" pitchFamily="2" charset="-122"/>
                            </a:rPr>
                            <m:t>𝑥</m:t>
                          </m:r>
                        </m:e>
                        <m:sub>
                          <m:r>
                            <a:rPr lang="en-US" altLang="zh-CN" i="1">
                              <a:effectLst/>
                              <a:latin typeface="Cambria Math" panose="02040503050406030204" pitchFamily="18" charset="0"/>
                              <a:ea typeface="宋体" panose="02010600030101010101" pitchFamily="2" charset="-122"/>
                            </a:rPr>
                            <m:t>2</m:t>
                          </m:r>
                        </m:sub>
                      </m:sSub>
                      <m:r>
                        <a:rPr lang="en-US" altLang="zh-CN" i="1">
                          <a:effectLst/>
                          <a:latin typeface="Cambria Math" panose="02040503050406030204" pitchFamily="18" charset="0"/>
                          <a:ea typeface="宋体" panose="02010600030101010101" pitchFamily="2" charset="-122"/>
                        </a:rPr>
                        <m:t>=</m:t>
                      </m:r>
                      <m:r>
                        <a:rPr lang="en-US" altLang="zh-CN" i="1">
                          <a:effectLst/>
                          <a:latin typeface="Cambria Math" panose="02040503050406030204" pitchFamily="18" charset="0"/>
                          <a:ea typeface="宋体" panose="02010600030101010101" pitchFamily="2" charset="-122"/>
                        </a:rPr>
                        <m:t>𝑘</m:t>
                      </m:r>
                    </m:oMath>
                  </m:oMathPara>
                </a14:m>
                <a:endParaRPr lang="en-US" altLang="zh-CN" b="1" dirty="0"/>
              </a:p>
            </p:txBody>
          </p:sp>
        </mc:Choice>
        <mc:Fallback>
          <p:sp>
            <p:nvSpPr>
              <p:cNvPr id="3" name="内容占位符 2">
                <a:extLst>
                  <a:ext uri="{FF2B5EF4-FFF2-40B4-BE49-F238E27FC236}">
                    <a16:creationId xmlns:a16="http://schemas.microsoft.com/office/drawing/2014/main" id="{A8C3F3FA-520D-0147-5FA9-2CCA8121F58D}"/>
                  </a:ext>
                </a:extLst>
              </p:cNvPr>
              <p:cNvSpPr>
                <a:spLocks noGrp="1" noRot="1" noChangeAspect="1" noMove="1" noResize="1" noEditPoints="1" noAdjustHandles="1" noChangeArrowheads="1" noChangeShapeType="1" noTextEdit="1"/>
              </p:cNvSpPr>
              <p:nvPr>
                <p:ph idx="1"/>
              </p:nvPr>
            </p:nvSpPr>
            <p:spPr>
              <a:xfrm>
                <a:off x="457200" y="1196752"/>
                <a:ext cx="8229600" cy="5554567"/>
              </a:xfrm>
              <a:blipFill>
                <a:blip r:embed="rId3"/>
                <a:stretch>
                  <a:fillRect/>
                </a:stretch>
              </a:blipFill>
            </p:spPr>
            <p:txBody>
              <a:bodyPr/>
              <a:lstStyle/>
              <a:p>
                <a:r>
                  <a:rPr lang="zh-CN" altLang="en-US">
                    <a:noFill/>
                  </a:rPr>
                  <a:t> </a:t>
                </a:r>
              </a:p>
            </p:txBody>
          </p:sp>
        </mc:Fallback>
      </mc:AlternateContent>
      <p:sp>
        <p:nvSpPr>
          <p:cNvPr id="4" name="灯片编号占位符 3">
            <a:extLst>
              <a:ext uri="{FF2B5EF4-FFF2-40B4-BE49-F238E27FC236}">
                <a16:creationId xmlns:a16="http://schemas.microsoft.com/office/drawing/2014/main" id="{16341DB4-2B4A-807A-2902-140B5F3C4A7A}"/>
              </a:ext>
            </a:extLst>
          </p:cNvPr>
          <p:cNvSpPr>
            <a:spLocks noGrp="1"/>
          </p:cNvSpPr>
          <p:nvPr>
            <p:ph type="sldNum" sz="quarter" idx="12"/>
          </p:nvPr>
        </p:nvSpPr>
        <p:spPr/>
        <p:txBody>
          <a:bodyPr/>
          <a:lstStyle/>
          <a:p>
            <a:fld id="{58C210BB-F110-452C-89E7-9EA0A8D47DCE}" type="slidenum">
              <a:rPr lang="zh-CN" altLang="en-US" smtClean="0"/>
              <a:pPr/>
              <a:t>79</a:t>
            </a:fld>
            <a:endParaRPr lang="zh-CN" altLang="en-US"/>
          </a:p>
        </p:txBody>
      </p:sp>
    </p:spTree>
    <p:extLst>
      <p:ext uri="{BB962C8B-B14F-4D97-AF65-F5344CB8AC3E}">
        <p14:creationId xmlns:p14="http://schemas.microsoft.com/office/powerpoint/2010/main" val="3502009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fade">
                                      <p:cBhvr>
                                        <p:cTn id="7" dur="1000"/>
                                        <p:tgtEl>
                                          <p:spTgt spid="3">
                                            <p:txEl>
                                              <p:pRg st="2" end="2"/>
                                            </p:txEl>
                                          </p:spTgt>
                                        </p:tgtEl>
                                      </p:cBhvr>
                                    </p:animEffect>
                                    <p:anim calcmode="lin" valueType="num">
                                      <p:cBhvr>
                                        <p:cTn id="8"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3">
                                            <p:txEl>
                                              <p:pRg st="3" end="3"/>
                                            </p:txEl>
                                          </p:spTgt>
                                        </p:tgtEl>
                                        <p:attrNameLst>
                                          <p:attrName>style.visibility</p:attrName>
                                        </p:attrNameLst>
                                      </p:cBhvr>
                                      <p:to>
                                        <p:strVal val="visible"/>
                                      </p:to>
                                    </p:set>
                                    <p:animEffect transition="in" filter="fade">
                                      <p:cBhvr>
                                        <p:cTn id="14" dur="1000"/>
                                        <p:tgtEl>
                                          <p:spTgt spid="3">
                                            <p:txEl>
                                              <p:pRg st="3" end="3"/>
                                            </p:txEl>
                                          </p:spTgt>
                                        </p:tgtEl>
                                      </p:cBhvr>
                                    </p:animEffect>
                                    <p:anim calcmode="lin" valueType="num">
                                      <p:cBhvr>
                                        <p:cTn id="15"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3" end="3"/>
                                            </p:txEl>
                                          </p:spTgt>
                                        </p:tgtEl>
                                        <p:attrNameLst>
                                          <p:attrName>ppt_y</p:attrName>
                                        </p:attrNameLst>
                                      </p:cBhvr>
                                      <p:tavLst>
                                        <p:tav tm="0">
                                          <p:val>
                                            <p:strVal val="#ppt_y+.1"/>
                                          </p:val>
                                        </p:tav>
                                        <p:tav tm="100000">
                                          <p:val>
                                            <p:strVal val="#ppt_y"/>
                                          </p:val>
                                        </p:tav>
                                      </p:tavLst>
                                    </p:anim>
                                  </p:childTnLst>
                                </p:cTn>
                              </p:par>
                              <p:par>
                                <p:cTn id="17" presetID="42" presetClass="entr" presetSubtype="0" fill="hold" nodeType="with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animEffect transition="in" filter="fade">
                                      <p:cBhvr>
                                        <p:cTn id="19" dur="1000"/>
                                        <p:tgtEl>
                                          <p:spTgt spid="3">
                                            <p:txEl>
                                              <p:pRg st="4" end="4"/>
                                            </p:txEl>
                                          </p:spTgt>
                                        </p:tgtEl>
                                      </p:cBhvr>
                                    </p:animEffect>
                                    <p:anim calcmode="lin" valueType="num">
                                      <p:cBhvr>
                                        <p:cTn id="20"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21" dur="1000" fill="hold"/>
                                        <p:tgtEl>
                                          <p:spTgt spid="3">
                                            <p:txEl>
                                              <p:pRg st="4" end="4"/>
                                            </p:txEl>
                                          </p:spTgt>
                                        </p:tgtEl>
                                        <p:attrNameLst>
                                          <p:attrName>ppt_y</p:attrName>
                                        </p:attrNameLst>
                                      </p:cBhvr>
                                      <p:tavLst>
                                        <p:tav tm="0">
                                          <p:val>
                                            <p:strVal val="#ppt_y+.1"/>
                                          </p:val>
                                        </p:tav>
                                        <p:tav tm="100000">
                                          <p:val>
                                            <p:strVal val="#ppt_y"/>
                                          </p:val>
                                        </p:tav>
                                      </p:tavLst>
                                    </p:anim>
                                  </p:childTnLst>
                                </p:cTn>
                              </p:par>
                              <p:par>
                                <p:cTn id="22" presetID="42" presetClass="entr" presetSubtype="0" fill="hold" nodeType="withEffect">
                                  <p:stCondLst>
                                    <p:cond delay="0"/>
                                  </p:stCondLst>
                                  <p:childTnLst>
                                    <p:set>
                                      <p:cBhvr>
                                        <p:cTn id="23" dur="1" fill="hold">
                                          <p:stCondLst>
                                            <p:cond delay="0"/>
                                          </p:stCondLst>
                                        </p:cTn>
                                        <p:tgtEl>
                                          <p:spTgt spid="3">
                                            <p:txEl>
                                              <p:pRg st="5" end="5"/>
                                            </p:txEl>
                                          </p:spTgt>
                                        </p:tgtEl>
                                        <p:attrNameLst>
                                          <p:attrName>style.visibility</p:attrName>
                                        </p:attrNameLst>
                                      </p:cBhvr>
                                      <p:to>
                                        <p:strVal val="visible"/>
                                      </p:to>
                                    </p:set>
                                    <p:animEffect transition="in" filter="fade">
                                      <p:cBhvr>
                                        <p:cTn id="24" dur="1000"/>
                                        <p:tgtEl>
                                          <p:spTgt spid="3">
                                            <p:txEl>
                                              <p:pRg st="5" end="5"/>
                                            </p:txEl>
                                          </p:spTgt>
                                        </p:tgtEl>
                                      </p:cBhvr>
                                    </p:animEffect>
                                    <p:anim calcmode="lin" valueType="num">
                                      <p:cBhvr>
                                        <p:cTn id="25"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26" dur="1000" fill="hold"/>
                                        <p:tgtEl>
                                          <p:spTgt spid="3">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ags/tag1.xml><?xml version="1.0" encoding="utf-8"?>
<p:tagLst xmlns:a="http://schemas.openxmlformats.org/drawingml/2006/main" xmlns:r="http://schemas.openxmlformats.org/officeDocument/2006/relationships" xmlns:p="http://schemas.openxmlformats.org/presentationml/2006/main">
  <p:tag name="TIMING" val="|63.9"/>
</p:tagLst>
</file>

<file path=ppt/tags/tag2.xml><?xml version="1.0" encoding="utf-8"?>
<p:tagLst xmlns:a="http://schemas.openxmlformats.org/drawingml/2006/main" xmlns:r="http://schemas.openxmlformats.org/officeDocument/2006/relationships" xmlns:p="http://schemas.openxmlformats.org/presentationml/2006/main">
  <p:tag name="TIMING" val="|24|15.7"/>
</p:tagLst>
</file>

<file path=ppt/tags/tag3.xml><?xml version="1.0" encoding="utf-8"?>
<p:tagLst xmlns:a="http://schemas.openxmlformats.org/drawingml/2006/main" xmlns:r="http://schemas.openxmlformats.org/officeDocument/2006/relationships" xmlns:p="http://schemas.openxmlformats.org/presentationml/2006/main">
  <p:tag name="TIMING" val="|62.4"/>
</p:tagLst>
</file>

<file path=ppt/tags/tag4.xml><?xml version="1.0" encoding="utf-8"?>
<p:tagLst xmlns:a="http://schemas.openxmlformats.org/drawingml/2006/main" xmlns:r="http://schemas.openxmlformats.org/officeDocument/2006/relationships" xmlns:p="http://schemas.openxmlformats.org/presentationml/2006/main">
  <p:tag name="TIMING" val="|152|40|114.1"/>
</p:tagLst>
</file>

<file path=ppt/tags/tag5.xml><?xml version="1.0" encoding="utf-8"?>
<p:tagLst xmlns:a="http://schemas.openxmlformats.org/drawingml/2006/main" xmlns:r="http://schemas.openxmlformats.org/officeDocument/2006/relationships" xmlns:p="http://schemas.openxmlformats.org/presentationml/2006/main">
  <p:tag name="TIMING" val="|152|40|114.1"/>
</p:tagLst>
</file>

<file path=ppt/tags/tag6.xml><?xml version="1.0" encoding="utf-8"?>
<p:tagLst xmlns:a="http://schemas.openxmlformats.org/drawingml/2006/main" xmlns:r="http://schemas.openxmlformats.org/officeDocument/2006/relationships" xmlns:p="http://schemas.openxmlformats.org/presentationml/2006/main">
  <p:tag name="TIMING" val="|36.1|43.6|71.5|89.2|144"/>
</p:tagLst>
</file>

<file path=ppt/tags/tag7.xml><?xml version="1.0" encoding="utf-8"?>
<p:tagLst xmlns:a="http://schemas.openxmlformats.org/drawingml/2006/main" xmlns:r="http://schemas.openxmlformats.org/officeDocument/2006/relationships" xmlns:p="http://schemas.openxmlformats.org/presentationml/2006/main">
  <p:tag name="TIMING" val="|36.1|43.6|71.5|89.2|144"/>
</p:tagLst>
</file>

<file path=ppt/tags/tag8.xml><?xml version="1.0" encoding="utf-8"?>
<p:tagLst xmlns:a="http://schemas.openxmlformats.org/drawingml/2006/main" xmlns:r="http://schemas.openxmlformats.org/officeDocument/2006/relationships" xmlns:p="http://schemas.openxmlformats.org/presentationml/2006/main">
  <p:tag name="TIMING" val="|36.1|43.6|71.5|89.2|144"/>
</p:tagLst>
</file>

<file path=ppt/tags/tag9.xml><?xml version="1.0" encoding="utf-8"?>
<p:tagLst xmlns:a="http://schemas.openxmlformats.org/drawingml/2006/main" xmlns:r="http://schemas.openxmlformats.org/officeDocument/2006/relationships" xmlns:p="http://schemas.openxmlformats.org/presentationml/2006/main">
  <p:tag name="TIMING" val="|93.1|138.9"/>
</p:tagLst>
</file>

<file path=ppt/tags/tag10.xml><?xml version="1.0" encoding="utf-8"?>
<p:tagLst xmlns:a="http://schemas.openxmlformats.org/drawingml/2006/main" xmlns:r="http://schemas.openxmlformats.org/officeDocument/2006/relationships" xmlns:p="http://schemas.openxmlformats.org/presentationml/2006/main">
  <p:tag name="TIMING" val="|93.1|138.9"/>
</p:tagLst>
</file>

<file path=ppt/tags/tag11.xml><?xml version="1.0" encoding="utf-8"?>
<p:tagLst xmlns:a="http://schemas.openxmlformats.org/drawingml/2006/main" xmlns:r="http://schemas.openxmlformats.org/officeDocument/2006/relationships" xmlns:p="http://schemas.openxmlformats.org/presentationml/2006/main">
  <p:tag name="TIMING" val="|93.1|138.9"/>
</p:tagLst>
</file>

<file path=ppt/tags/tag12.xml><?xml version="1.0" encoding="utf-8"?>
<p:tagLst xmlns:a="http://schemas.openxmlformats.org/drawingml/2006/main" xmlns:r="http://schemas.openxmlformats.org/officeDocument/2006/relationships" xmlns:p="http://schemas.openxmlformats.org/presentationml/2006/main">
  <p:tag name="TIMING" val="|117|63.4|113.9|24"/>
</p:tagLst>
</file>

<file path=ppt/tags/tag13.xml><?xml version="1.0" encoding="utf-8"?>
<p:tagLst xmlns:a="http://schemas.openxmlformats.org/drawingml/2006/main" xmlns:r="http://schemas.openxmlformats.org/officeDocument/2006/relationships" xmlns:p="http://schemas.openxmlformats.org/presentationml/2006/main">
  <p:tag name="TIMING" val="|69.8|65.4"/>
</p:tagLst>
</file>

<file path=ppt/tags/tag14.xml><?xml version="1.0" encoding="utf-8"?>
<p:tagLst xmlns:a="http://schemas.openxmlformats.org/drawingml/2006/main" xmlns:r="http://schemas.openxmlformats.org/officeDocument/2006/relationships" xmlns:p="http://schemas.openxmlformats.org/presentationml/2006/main">
  <p:tag name="TIMING" val="|144|118.9"/>
</p:tagLst>
</file>

<file path=ppt/tags/tag15.xml><?xml version="1.0" encoding="utf-8"?>
<p:tagLst xmlns:a="http://schemas.openxmlformats.org/drawingml/2006/main" xmlns:r="http://schemas.openxmlformats.org/officeDocument/2006/relationships" xmlns:p="http://schemas.openxmlformats.org/presentationml/2006/main">
  <p:tag name="TIMING" val="|93.1|138.9"/>
</p:tagLst>
</file>

<file path=ppt/tags/tag16.xml><?xml version="1.0" encoding="utf-8"?>
<p:tagLst xmlns:a="http://schemas.openxmlformats.org/drawingml/2006/main" xmlns:r="http://schemas.openxmlformats.org/officeDocument/2006/relationships" xmlns:p="http://schemas.openxmlformats.org/presentationml/2006/main">
  <p:tag name="TIMING" val="|92.4|48.5"/>
</p:tagLst>
</file>

<file path=ppt/tags/tag17.xml><?xml version="1.0" encoding="utf-8"?>
<p:tagLst xmlns:a="http://schemas.openxmlformats.org/drawingml/2006/main" xmlns:r="http://schemas.openxmlformats.org/officeDocument/2006/relationships" xmlns:p="http://schemas.openxmlformats.org/presentationml/2006/main">
  <p:tag name="TIMING" val="|92.4|48.5"/>
</p:tagLst>
</file>

<file path=ppt/tags/tag18.xml><?xml version="1.0" encoding="utf-8"?>
<p:tagLst xmlns:a="http://schemas.openxmlformats.org/drawingml/2006/main" xmlns:r="http://schemas.openxmlformats.org/officeDocument/2006/relationships" xmlns:p="http://schemas.openxmlformats.org/presentationml/2006/main">
  <p:tag name="TIMING" val="|96.9|20.3|21.6"/>
</p:tagLst>
</file>

<file path=ppt/tags/tag19.xml><?xml version="1.0" encoding="utf-8"?>
<p:tagLst xmlns:a="http://schemas.openxmlformats.org/drawingml/2006/main" xmlns:r="http://schemas.openxmlformats.org/officeDocument/2006/relationships" xmlns:p="http://schemas.openxmlformats.org/presentationml/2006/main">
  <p:tag name="TIMING" val="|80.1|9.5|17.8|73.2"/>
</p:tagLst>
</file>

<file path=ppt/tags/tag20.xml><?xml version="1.0" encoding="utf-8"?>
<p:tagLst xmlns:a="http://schemas.openxmlformats.org/drawingml/2006/main" xmlns:r="http://schemas.openxmlformats.org/officeDocument/2006/relationships" xmlns:p="http://schemas.openxmlformats.org/presentationml/2006/main">
  <p:tag name="TIMING" val="|82.6|25.1|26.9"/>
</p:tagLst>
</file>

<file path=ppt/tags/tag21.xml><?xml version="1.0" encoding="utf-8"?>
<p:tagLst xmlns:a="http://schemas.openxmlformats.org/drawingml/2006/main" xmlns:r="http://schemas.openxmlformats.org/officeDocument/2006/relationships" xmlns:p="http://schemas.openxmlformats.org/presentationml/2006/main">
  <p:tag name="TIMING" val="|21.6|30.5"/>
</p:tagLst>
</file>

<file path=ppt/tags/tag22.xml><?xml version="1.0" encoding="utf-8"?>
<p:tagLst xmlns:a="http://schemas.openxmlformats.org/drawingml/2006/main" xmlns:r="http://schemas.openxmlformats.org/officeDocument/2006/relationships" xmlns:p="http://schemas.openxmlformats.org/presentationml/2006/main">
  <p:tag name="TIMING" val="|78.8"/>
</p:tagLst>
</file>

<file path=ppt/tags/tag23.xml><?xml version="1.0" encoding="utf-8"?>
<p:tagLst xmlns:a="http://schemas.openxmlformats.org/drawingml/2006/main" xmlns:r="http://schemas.openxmlformats.org/officeDocument/2006/relationships" xmlns:p="http://schemas.openxmlformats.org/presentationml/2006/main">
  <p:tag name="TIMING" val="|78.8"/>
</p:tagLst>
</file>

<file path=ppt/tags/tag24.xml><?xml version="1.0" encoding="utf-8"?>
<p:tagLst xmlns:a="http://schemas.openxmlformats.org/drawingml/2006/main" xmlns:r="http://schemas.openxmlformats.org/officeDocument/2006/relationships" xmlns:p="http://schemas.openxmlformats.org/presentationml/2006/main">
  <p:tag name="TIMING" val="|71.6|191.1|22.6|111.7|168.9"/>
</p:tagLst>
</file>

<file path=ppt/tags/tag25.xml><?xml version="1.0" encoding="utf-8"?>
<p:tagLst xmlns:a="http://schemas.openxmlformats.org/drawingml/2006/main" xmlns:r="http://schemas.openxmlformats.org/officeDocument/2006/relationships" xmlns:p="http://schemas.openxmlformats.org/presentationml/2006/main">
  <p:tag name="TIMING" val="|71.6|191.1|22.6|111.7|168.9"/>
</p:tagLst>
</file>

<file path=ppt/tags/tag26.xml><?xml version="1.0" encoding="utf-8"?>
<p:tagLst xmlns:a="http://schemas.openxmlformats.org/drawingml/2006/main" xmlns:r="http://schemas.openxmlformats.org/officeDocument/2006/relationships" xmlns:p="http://schemas.openxmlformats.org/presentationml/2006/main">
  <p:tag name="TIMING" val="|10.7|105.4|39.2|15.7|238.1|1.8"/>
</p:tagLst>
</file>

<file path=ppt/tags/tag27.xml><?xml version="1.0" encoding="utf-8"?>
<p:tagLst xmlns:a="http://schemas.openxmlformats.org/drawingml/2006/main" xmlns:r="http://schemas.openxmlformats.org/officeDocument/2006/relationships" xmlns:p="http://schemas.openxmlformats.org/presentationml/2006/main">
  <p:tag name="TIMING" val="|59"/>
</p:tagLst>
</file>

<file path=ppt/tags/tag28.xml><?xml version="1.0" encoding="utf-8"?>
<p:tagLst xmlns:a="http://schemas.openxmlformats.org/drawingml/2006/main" xmlns:r="http://schemas.openxmlformats.org/officeDocument/2006/relationships" xmlns:p="http://schemas.openxmlformats.org/presentationml/2006/main">
  <p:tag name="TIMING" val="|120.7|6.5"/>
</p:tagLst>
</file>

<file path=ppt/tags/tag29.xml><?xml version="1.0" encoding="utf-8"?>
<p:tagLst xmlns:a="http://schemas.openxmlformats.org/drawingml/2006/main" xmlns:r="http://schemas.openxmlformats.org/officeDocument/2006/relationships" xmlns:p="http://schemas.openxmlformats.org/presentationml/2006/main">
  <p:tag name="TIMING" val="|21.3|35.9|17.5|19.2"/>
</p:tagLst>
</file>

<file path=ppt/tags/tag30.xml><?xml version="1.0" encoding="utf-8"?>
<p:tagLst xmlns:a="http://schemas.openxmlformats.org/drawingml/2006/main" xmlns:r="http://schemas.openxmlformats.org/officeDocument/2006/relationships" xmlns:p="http://schemas.openxmlformats.org/presentationml/2006/main">
  <p:tag name="TIMING" val="|120.7|6.5"/>
</p:tagLst>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模块">
  <a:themeElements>
    <a:clrScheme name="灰度">
      <a:dk1>
        <a:sysClr val="windowText" lastClr="000000"/>
      </a:dk1>
      <a:lt1>
        <a:sysClr val="window" lastClr="FFFFFF"/>
      </a:lt1>
      <a:dk2>
        <a:srgbClr val="000000"/>
      </a:dk2>
      <a:lt2>
        <a:srgbClr val="F8F8F8"/>
      </a:lt2>
      <a:accent1>
        <a:srgbClr val="DDDDDD"/>
      </a:accent1>
      <a:accent2>
        <a:srgbClr val="B2B2B2"/>
      </a:accent2>
      <a:accent3>
        <a:srgbClr val="969696"/>
      </a:accent3>
      <a:accent4>
        <a:srgbClr val="808080"/>
      </a:accent4>
      <a:accent5>
        <a:srgbClr val="5F5F5F"/>
      </a:accent5>
      <a:accent6>
        <a:srgbClr val="4D4D4D"/>
      </a:accent6>
      <a:hlink>
        <a:srgbClr val="5F5F5F"/>
      </a:hlink>
      <a:folHlink>
        <a:srgbClr val="919191"/>
      </a:folHlink>
    </a:clrScheme>
    <a:fontScheme name="模块">
      <a:majorFont>
        <a:latin typeface="Corbel"/>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orbel"/>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模块">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47500"/>
                <a:satMod val="137000"/>
              </a:schemeClr>
            </a:gs>
            <a:gs pos="55000">
              <a:schemeClr val="phClr">
                <a:shade val="69000"/>
                <a:satMod val="137000"/>
              </a:schemeClr>
            </a:gs>
            <a:gs pos="100000">
              <a:schemeClr val="phClr">
                <a:shade val="98000"/>
                <a:satMod val="137000"/>
              </a:schemeClr>
            </a:gs>
          </a:gsLst>
          <a:lin ang="16200000" scaled="0"/>
        </a:gradFill>
      </a:fillStyleLst>
      <a:lnStyleLst>
        <a:ln w="6350" cap="rnd" cmpd="sng" algn="ctr">
          <a:solidFill>
            <a:schemeClr val="phClr">
              <a:shade val="95000"/>
              <a:satMod val="105000"/>
            </a:schemeClr>
          </a:solidFill>
          <a:prstDash val="solid"/>
        </a:ln>
        <a:ln w="48000" cap="flat" cmpd="thickThin" algn="ctr">
          <a:solidFill>
            <a:schemeClr val="phClr"/>
          </a:solidFill>
          <a:prstDash val="solid"/>
        </a:ln>
        <a:ln w="48500" cap="flat" cmpd="thickThin" algn="ctr">
          <a:solidFill>
            <a:schemeClr val="phClr"/>
          </a:solidFill>
          <a:prstDash val="solid"/>
        </a:ln>
      </a:lnStyleLst>
      <a:effectStyleLst>
        <a:effectStyle>
          <a:effectLst>
            <a:outerShdw blurRad="45000" dist="25000" dir="5400000" rotWithShape="0">
              <a:srgbClr val="000000">
                <a:alpha val="38000"/>
              </a:srgbClr>
            </a:outerShdw>
          </a:effectLst>
        </a:effectStyle>
        <a:effectStyle>
          <a:effectLst>
            <a:outerShdw blurRad="39000" dist="25400" dir="5400000" rotWithShape="0">
              <a:srgbClr val="000000">
                <a:alpha val="38000"/>
              </a:srgbClr>
            </a:outerShdw>
          </a:effectLst>
        </a:effectStyle>
        <a:effectStyle>
          <a:effectLst>
            <a:outerShdw blurRad="39000" dist="25400" dir="5400000" rotWithShape="0">
              <a:srgbClr val="000000">
                <a:alpha val="38000"/>
              </a:srgbClr>
            </a:outerShdw>
          </a:effectLst>
          <a:scene3d>
            <a:camera prst="orthographicFront" fov="0">
              <a:rot lat="0" lon="0" rev="0"/>
            </a:camera>
            <a:lightRig rig="threePt" dir="t">
              <a:rot lat="0" lon="0" rev="1800000"/>
            </a:lightRig>
          </a:scene3d>
          <a:sp3d prstMaterial="matte">
            <a:bevelT h="20000"/>
          </a:sp3d>
        </a:effectStyle>
      </a:effectStyleLst>
      <a:bgFillStyleLst>
        <a:solidFill>
          <a:schemeClr val="phClr"/>
        </a:solidFill>
        <a:gradFill rotWithShape="1">
          <a:gsLst>
            <a:gs pos="0">
              <a:schemeClr val="phClr">
                <a:tint val="48000"/>
                <a:satMod val="300000"/>
              </a:schemeClr>
            </a:gs>
            <a:gs pos="12000">
              <a:schemeClr val="phClr">
                <a:tint val="48000"/>
                <a:satMod val="300000"/>
              </a:schemeClr>
            </a:gs>
            <a:gs pos="20000">
              <a:schemeClr val="phClr">
                <a:tint val="49000"/>
                <a:satMod val="300000"/>
              </a:schemeClr>
            </a:gs>
            <a:gs pos="100000">
              <a:schemeClr val="phClr">
                <a:shade val="30000"/>
              </a:schemeClr>
            </a:gs>
          </a:gsLst>
          <a:path path="circle">
            <a:fillToRect l="10000" t="-25000" r="10000" b="125000"/>
          </a:path>
        </a:gradFill>
        <a:blipFill>
          <a:blip xmlns:r="http://schemas.openxmlformats.org/officeDocument/2006/relationships" r:embed="rId1">
            <a:duotone>
              <a:schemeClr val="phClr">
                <a:shade val="75000"/>
                <a:satMod val="105000"/>
              </a:schemeClr>
              <a:schemeClr val="phClr">
                <a:tint val="95000"/>
                <a:satMod val="105000"/>
              </a:schemeClr>
            </a:duotone>
          </a:blip>
          <a:tile tx="0" ty="0" sx="38000" sy="38000" flip="none" algn="tl"/>
        </a:blipFill>
      </a:bgFillStyleLst>
    </a:fmtScheme>
  </a:themeElements>
  <a:objectDefaults/>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11307</TotalTime>
  <Words>8477</Words>
  <Application>Microsoft Office PowerPoint</Application>
  <PresentationFormat>全屏显示(4:3)</PresentationFormat>
  <Paragraphs>757</Paragraphs>
  <Slides>79</Slides>
  <Notes>76</Notes>
  <HiddenSlides>0</HiddenSlides>
  <MMClips>0</MMClips>
  <ScaleCrop>false</ScaleCrop>
  <HeadingPairs>
    <vt:vector size="8" baseType="variant">
      <vt:variant>
        <vt:lpstr>已用的字体</vt:lpstr>
      </vt:variant>
      <vt:variant>
        <vt:i4>14</vt:i4>
      </vt:variant>
      <vt:variant>
        <vt:lpstr>主题</vt:lpstr>
      </vt:variant>
      <vt:variant>
        <vt:i4>1</vt:i4>
      </vt:variant>
      <vt:variant>
        <vt:lpstr>嵌入 OLE 服务器</vt:lpstr>
      </vt:variant>
      <vt:variant>
        <vt:i4>1</vt:i4>
      </vt:variant>
      <vt:variant>
        <vt:lpstr>幻灯片标题</vt:lpstr>
      </vt:variant>
      <vt:variant>
        <vt:i4>79</vt:i4>
      </vt:variant>
    </vt:vector>
  </HeadingPairs>
  <TitlesOfParts>
    <vt:vector size="95" baseType="lpstr">
      <vt:lpstr>-apple-system</vt:lpstr>
      <vt:lpstr>黑体</vt:lpstr>
      <vt:lpstr>华文楷体</vt:lpstr>
      <vt:lpstr>宋体</vt:lpstr>
      <vt:lpstr>Arial</vt:lpstr>
      <vt:lpstr>Calibri</vt:lpstr>
      <vt:lpstr>Cambria Math</vt:lpstr>
      <vt:lpstr>Corbel</vt:lpstr>
      <vt:lpstr>Euclid Math One</vt:lpstr>
      <vt:lpstr>times new roman</vt:lpstr>
      <vt:lpstr>times new roman</vt:lpstr>
      <vt:lpstr>Wingdings</vt:lpstr>
      <vt:lpstr>Wingdings 2</vt:lpstr>
      <vt:lpstr>Wingdings 3</vt:lpstr>
      <vt:lpstr>模块</vt:lpstr>
      <vt:lpstr>Equation</vt:lpstr>
      <vt:lpstr>非线性控制理论A</vt:lpstr>
      <vt:lpstr>非线性控制理论A  第四讲  非自治系统的Lyapunov理论 （一）</vt:lpstr>
      <vt:lpstr>第四讲</vt:lpstr>
      <vt:lpstr>第四讲</vt:lpstr>
      <vt:lpstr>非自治系统（nonautonomous）</vt:lpstr>
      <vt:lpstr>非自治系统（nonautonomous）</vt:lpstr>
      <vt:lpstr>非自治系统的稳定性</vt:lpstr>
      <vt:lpstr>非自治系统的稳定性</vt:lpstr>
      <vt:lpstr>非自治系统的稳定性</vt:lpstr>
      <vt:lpstr>稳定的一致性：问题</vt:lpstr>
      <vt:lpstr>稳定的一致性：例</vt:lpstr>
      <vt:lpstr>稳定的一致性：例</vt:lpstr>
      <vt:lpstr>稳定的一致性：例</vt:lpstr>
      <vt:lpstr>稳定的一致性：例</vt:lpstr>
      <vt:lpstr>稳定的一致性：一致稳定</vt:lpstr>
      <vt:lpstr>稳定的一致性：一致渐进稳定</vt:lpstr>
      <vt:lpstr>稳定的一致性：向全局扩展</vt:lpstr>
      <vt:lpstr>稳定的一致性：向全局扩展</vt:lpstr>
      <vt:lpstr>指数稳定性</vt:lpstr>
      <vt:lpstr>第四讲</vt:lpstr>
      <vt:lpstr>比较函数（comparison functions）</vt:lpstr>
      <vt:lpstr>一致稳定性：等价定义</vt:lpstr>
      <vt:lpstr>一致稳定性：等价定义</vt:lpstr>
      <vt:lpstr>一致稳定与一致有界</vt:lpstr>
      <vt:lpstr>一致渐进稳定性：等价定义</vt:lpstr>
      <vt:lpstr>比较函数的设计</vt:lpstr>
      <vt:lpstr>第四讲</vt:lpstr>
      <vt:lpstr>定号的时变标量函数</vt:lpstr>
      <vt:lpstr>定号的时变标量函数</vt:lpstr>
      <vt:lpstr>定号的时变标量函数</vt:lpstr>
      <vt:lpstr>非自治系统的Lyapunov定理</vt:lpstr>
      <vt:lpstr>非自治系统的Lyapunov定理</vt:lpstr>
      <vt:lpstr>一致稳定性判定中V函数的条件</vt:lpstr>
      <vt:lpstr>一致稳定性判定中V函数的条件</vt:lpstr>
      <vt:lpstr>渐减条件的必要性</vt:lpstr>
      <vt:lpstr>渐减条件的重要性</vt:lpstr>
      <vt:lpstr>非自治系统的Lyapunov定理</vt:lpstr>
      <vt:lpstr>例子</vt:lpstr>
      <vt:lpstr>小结</vt:lpstr>
      <vt:lpstr>第四讲</vt:lpstr>
      <vt:lpstr>Lyapunov converse theorems</vt:lpstr>
      <vt:lpstr>一致渐进稳定的逆定理</vt:lpstr>
      <vt:lpstr>一致渐进稳定的逆定理（续）</vt:lpstr>
      <vt:lpstr>指数稳定的逆定理</vt:lpstr>
      <vt:lpstr>指数稳定的逆定理（续）</vt:lpstr>
      <vt:lpstr>小结</vt:lpstr>
      <vt:lpstr>Lyapunov函数的构造例：四元数</vt:lpstr>
      <vt:lpstr>Lyapunov函数的构造例：四元数</vt:lpstr>
      <vt:lpstr>Lyapunov函数的构造例：四元数</vt:lpstr>
      <vt:lpstr>Lyapunov函数的构造例：R参数</vt:lpstr>
      <vt:lpstr>Lyapunov函数的构造例：R参数</vt:lpstr>
      <vt:lpstr>总结</vt:lpstr>
      <vt:lpstr>非线性控制理论A  1-3讲习题选解 </vt:lpstr>
      <vt:lpstr>第1讲第1题</vt:lpstr>
      <vt:lpstr>第1讲第1题</vt:lpstr>
      <vt:lpstr>第1讲第2题、第3题</vt:lpstr>
      <vt:lpstr>第1讲第2题、第3题</vt:lpstr>
      <vt:lpstr>第1讲第4题、第5题</vt:lpstr>
      <vt:lpstr>第1讲第4题</vt:lpstr>
      <vt:lpstr>第1讲第5题</vt:lpstr>
      <vt:lpstr>第2讲第1题、第2题、第3题</vt:lpstr>
      <vt:lpstr>第2讲第1题</vt:lpstr>
      <vt:lpstr>第2讲第2题</vt:lpstr>
      <vt:lpstr>第2讲第4题、第5题</vt:lpstr>
      <vt:lpstr>第2讲第4题</vt:lpstr>
      <vt:lpstr>第2讲第4题</vt:lpstr>
      <vt:lpstr>第2讲第4题</vt:lpstr>
      <vt:lpstr>第2讲第4题</vt:lpstr>
      <vt:lpstr>第3讲习题</vt:lpstr>
      <vt:lpstr>第3讲第1题</vt:lpstr>
      <vt:lpstr>第3讲第1题</vt:lpstr>
      <vt:lpstr>第3讲第2题</vt:lpstr>
      <vt:lpstr>第3讲第2题</vt:lpstr>
      <vt:lpstr>第3讲第2题</vt:lpstr>
      <vt:lpstr>第3讲第3题</vt:lpstr>
      <vt:lpstr>第3讲第4题</vt:lpstr>
      <vt:lpstr>第3讲第4题</vt:lpstr>
      <vt:lpstr>第3讲第5题</vt:lpstr>
      <vt:lpstr>第3讲第6题</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lenovo</dc:creator>
  <cp:lastModifiedBy>Lenovo</cp:lastModifiedBy>
  <cp:revision>458</cp:revision>
  <dcterms:created xsi:type="dcterms:W3CDTF">2018-08-14T08:53:25Z</dcterms:created>
  <dcterms:modified xsi:type="dcterms:W3CDTF">2026-03-29T22:28:56Z</dcterms:modified>
</cp:coreProperties>
</file>